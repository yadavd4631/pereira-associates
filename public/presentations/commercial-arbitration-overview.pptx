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1143000"/>
            <a:ext cx="7772400" cy="1470025"/>
          </a:xfrm>
        </p:spPr>
        <p:txBody>
          <a:bodyPr/>
          <a:lstStyle/>
          <a:p>
            <a:r>
              <a:rPr lang="en-US" sz="4000" b="1">
                <a:solidFill><a:srgbClr val="173A35"/></a:solidFill>
              </a:rPr>
              <a:t>Commercial Arbitration & Alternate Dispute Resolution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2800000"/>
            <a:ext cx="7772400" cy="1200000"/>
          </a:xfrm>
        </p:spPr>
        <p:txBody>
          <a:bodyPr/>
          <a:lstStyle/>
          <a:p>
            <a:r>
              <a:rPr lang="en-US" sz="2000">
                <a:solidFill><a:srgbClr val="94652F"/></a:solidFill>
              </a:rPr>
              <a:t>Pre-litigation strategy, Arbitration clauses, and Dispute Settlement - Pereira &amp; Associates, Advocates &amp; Notary, Bandra West, Mumbai</a:t>
            </a:r>
          </a:p>
        </p:txBody>
      </p:sp>
    </p:spTree>
  </p:cSld>
  <p:clrMapOvr>
    <a:masterClrMapping/>
  </p:clrMapOvr>
</p:sld>
</file>