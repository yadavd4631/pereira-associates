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2.xml" ContentType="application/vnd.openxmlformats-officedocument.presentationml.notesSlide+xml"/>
  <Override PartName="/ppt/ink/ink12.xml" ContentType="application/inkml+xml"/>
  <Override PartName="/ppt/notesSlides/notesSlide3.xml" ContentType="application/vnd.openxmlformats-officedocument.presentationml.notesSlide+xml"/>
  <Override PartName="/ppt/ink/ink13.xml" ContentType="application/inkml+xml"/>
  <Override PartName="/ppt/ink/ink14.xml" ContentType="application/inkml+xml"/>
  <Override PartName="/ppt/notesSlides/notesSlide4.xml" ContentType="application/vnd.openxmlformats-officedocument.presentationml.notesSlide+xml"/>
  <Override PartName="/ppt/ink/ink15.xml" ContentType="application/inkml+xml"/>
  <Override PartName="/ppt/ink/ink16.xml" ContentType="application/inkml+xml"/>
  <Override PartName="/ppt/notesSlides/notesSlide5.xml" ContentType="application/vnd.openxmlformats-officedocument.presentationml.notesSlide+xml"/>
  <Override PartName="/ppt/ink/ink17.xml" ContentType="application/inkml+xml"/>
  <Override PartName="/ppt/ink/ink18.xml" ContentType="application/inkml+xml"/>
  <Override PartName="/ppt/notesSlides/notesSlide6.xml" ContentType="application/vnd.openxmlformats-officedocument.presentationml.notesSlide+xml"/>
  <Override PartName="/ppt/ink/ink19.xml" ContentType="application/inkml+xml"/>
  <Override PartName="/ppt/notesSlides/notesSlide7.xml" ContentType="application/vnd.openxmlformats-officedocument.presentationml.notesSlide+xml"/>
  <Override PartName="/ppt/ink/ink20.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Arial Black" panose="020B0A04020102020204" pitchFamily="34" charset="0"/>
      <p:bold r:id="rId13"/>
    </p:embeddedFont>
    <p:embeddedFont>
      <p:font typeface="Inter"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9" d="100"/>
          <a:sy n="49" d="100"/>
        </p:scale>
        <p:origin x="940"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3:53.040"/>
    </inkml:context>
    <inkml:brush xml:id="br0">
      <inkml:brushProperty name="width" value="0.1" units="cm"/>
      <inkml:brushProperty name="height" value="0.2" units="cm"/>
      <inkml:brushProperty name="color" value="#FFFFFF"/>
      <inkml:brushProperty name="tip" value="rectangle"/>
      <inkml:brushProperty name="rasterOp" value="maskPen"/>
      <inkml:brushProperty name="ignorePressure" value="1"/>
    </inkml:brush>
  </inkml:definitions>
  <inkml:trace contextRef="#ctx0" brushRef="#br0">2900 840,'107'-1,"120"-5,129-6,91-2,1787-21,-2069 37,-158-3,-8-2,-15-6,-103-27,-163-31,231 56,-232-49,-103-12,-147-14,-1780-191,1856 233,53 6,55 8,50 8,-635 4,920 19,13 0,2-1,25 1,-6 0,42 5,94 21,40 19,66 28,67 20,4 3,933 257,-970-281,-70-25,38-10,-247-36,-1-1,1-1,0 0,-1-1,1-1,32-8,-35 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01.8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494 0,'67'3,"94"14,-125-12,251 38,183 22,6-31,-143-41,-282 6,1-3,-1-2,0-2,-1-2,83-29,-108 32,0 0,1 2,0 1,29-2,106 6,-92 1,465 1,-681-1,-20 4,-78 9,-763 74,-770 210,1773-297,-66 15,-97 36,166-51,-1 0,1 0,0 0,-1 0,1 0,0 1,0-1,0 1,0-1,0 1,0 0,0 0,1 0,-1 0,1 0,-1 0,1 1,0-1,0 0,0 1,0-1,0 1,-1 4,1 13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03.11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2890 982,'840'-133,"-404"59,82-26,-240 46,540-33,-171 82,-352 8,518-4,-886-3,38 1,-151-17,-145-19,-178-24,-163-25,-3711-222,3941 306,112 5,99 3,-13 15,224-17,8 0,-1-1,1 2,-23 6,35-9,0 0,0 0,-1 0,1 0,0 0,0 0,-1 0,1 0,0 0,0 0,-1 1,1-1,0 0,0 0,-1 0,1 0,0 0,0 0,0 1,-1-1,1 0,0 0,0 0,0 0,0 1,0-1,-1 0,1 0,0 1,0-1,0 0,0 0,0 0,0 1,0-1,0 0,0 0,0 1,0-1,0 0,0 0,0 1,0-1,0 0,0 0,0 1,0-1,0 0,0 0,0 1,1-1,-1 0,0 0,0 0,0 1,0-1,0 0,1 0,-1 0,0 0,0 1,0-1,1 0,-1 0,9 4,0 0,0-1,13 4,236 58,-176-45,222 52,78 17,1507 319,-859-218,-159-31,-687-122,135 26,-299-60,0-1,1-1,37-2,-49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04.8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2148 806,'-35'-1,"-1"-3,-50-10,19 2,-213-20,275 31,-13 0,55 0,488 2,108-1,191 1,2594 25,-2821-13,-144-2,-136-3,16 0,-243-7,-126-3,-39-9,27 3,-189-32,-138-24,-142-23,-100-13,-1677-202,-22 165,1673 144,641-7,-27 0,28 0,1 0,-1 0,0 0,0 0,1 0,-1 0,0 0,1 0,-1 0,0 0,1 0,-1-1,0 1,1 0,-1-1,0 1,1 0,-1-1,1 1,-1 0,0-1,1 1,-1-1,1 1,0-1,-1 0,1 1,-1-1,1 1,0-1,-1 0,10-7,3 3,0 1,0 1,1 0,-1 0,15 0,440-20,-394 22,34-1,277 4,-378-2,1 0,0 1,-1 0,13 3,-19-4,0 0,0 0,1 0,-1 0,0 1,0-1,0 0,0 0,0 0,0 0,0 0,1 0,-1 0,0 0,0 0,0 0,0 0,0 1,0-1,0 0,0 0,0 0,0 0,0 0,1 0,-1 1,0-1,0 0,0 0,0 0,0 0,0 0,0 0,0 1,0-1,0 0,0 0,0 0,0 0,-1 0,1 1,0-1,0 0,0 0,0 0,0 0,0 0,0 0,0 0,0 0,0 1,0-1,-1 0,1 0,-16 7,-40 9,-66 10,36-9,-178 37,-1839 454,1936-465,192-38,-15-4,18 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06.8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1 175,'33'-1,"35"-4,-12-1,128-8,344-24,231-18,-714 52,334-27,0 23,-369 8,0-1,-1 0,12-3,-13 3,-1-1,1 1,0 0,-1 1,13 0,-19 0,0 0,0 0,0 0,1 0,-1 1,0-1,0 0,0 1,0-1,0 0,1 1,-1-1,0 1,0 0,0-1,0 1,-1 0,1 0,0 0,0-1,0 1,0 0,-1 0,1 0,-1 0,1 0,0 0,-1 1,0-1,1 0,-1 0,0 0,1 0,-1 0,0 1,0-1,0 1,-1 0,1 0,-1 1,0-1,1 0,-1 0,0 0,0-1,-1 1,1 0,0 0,0 0,-1-1,1 1,-1-1,0 1,1-1,-1 0,0 0,0 1,-2 0,-16 6,-1 0,0-1,0-1,0-1,-1-1,-27 1,-139-1,135-5,-687-1,730 2,-26 1,34-1,0 0,0 0,0 1,0-1,0 1,0 0,0-1,0 1,0 0,0 0,0 0,-3 3,5-4,0 0,0 0,0 1,-1-1,1 0,0 0,0 0,0 0,0 1,0-1,0 0,0 0,0 0,0 1,0-1,0 0,-1 0,1 0,0 1,0-1,0 0,1 0,-1 0,0 0,0 1,0-1,0 0,0 0,0 0,0 1,0-1,0 0,0 0,0 0,1 0,-1 1,0-1,0 0,0 0,0 0,0 0,1 0,-1 0,0 1,0-1,0 0,0 0,1 0,-1 0,12 4,22 1,0-2,0-1,44-3,-26 0,145-14,-23 1,91 13,480 60,-649-43,179 54,-263-66,0 0,0 1,0 0,-1 1,0 1,0-1,0 2,-1-1,0 1,-1 1,16 17,-11-7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12.9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13.51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14.67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2082 906,'1794'0,"-1959"-1,-204-29,-95-28,5 0,429 54,-1848-288,1809 280,-320-73,385 84,1 0,-1 0,0-1,1 1,0-1,-1 0,1 0,0 0,0 0,0-1,0 1,-3-4,5 4,0 1,0-1,1 1,-1-1,0 1,1-1,-1 1,1-1,0 1,-1-1,1 0,0 1,0-1,0 0,0 1,0-1,1 0,-1 1,0-1,1 1,-1-1,1 1,0-1,-1 1,1-1,0 1,0-1,1-1,1-1,0 1,0 0,1 0,-1-1,0 2,1-1,0 0,0 1,-1 0,2 0,6-3,6-1,30-6,-28 7,238-44,-22 17,80 0,816-56,13 57,-1084 31,-25-1,0 2,44 6,-77-7,1 1,0-1,0 1,-1 0,1 0,0 0,-1 0,1 0,-1 0,1 1,-1-1,0 1,1 0,-1 0,0-1,0 1,0 1,0-1,-1 0,1 0,-1 1,1-1,-1 1,0-1,0 1,0 0,0-1,0 1,0 3,-1-1,0-1,0 0,0 1,-1-1,0 0,1 1,-1-1,-1 0,1 0,-1 1,0-1,0 0,0-1,0 1,0 0,-1-1,-5 7,-17 14,-1 0,-1-2,-1-1,-1-1,-59 30,62-38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15.02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7T05:54:15.3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trace contextRef="#ctx0" brushRef="#br0" timeOffset="1">0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4:35.001"/>
    </inkml:context>
    <inkml:brush xml:id="br0">
      <inkml:brushProperty name="width" value="0.35" units="cm"/>
      <inkml:brushProperty name="height" value="0.35" units="cm"/>
      <inkml:brushProperty name="color" value="#FFFFFF"/>
    </inkml:brush>
  </inkml:definitions>
  <inkml:trace contextRef="#ctx0" brushRef="#br0">210 260 24575,'15'0'0,"-8"-2"0,302-53 0,239-39 0,-485 88 0,110 4 0,5 0 0,-100-11 0,-10 1 0,193 5 0,-70 5 0,-42-13 0,20-2 0,254 17 0,-199 1 0,-203 0 0,1 2 0,-1 0 0,24 7 0,-20-5 0,42 5 0,-42-7 0,44 11 0,-45-8 0,49 4 0,272-7 0,-175-5 0,-89 0 0,94 5 0,-163-1 0,0 1 0,0 0 0,-1 1 0,1 1 0,-1 0 0,0 0 0,0 1 0,-1 1 0,0-1 0,0 2 0,0-1 0,15 18 0,-22-23 0,-1 1 0,1 0 0,-1-1 0,0 1 0,0 0 0,0 1 0,0-1 0,0 0 0,-1 0 0,0 1 0,0-1 0,0 1 0,0-1 0,0 1 0,0 0 0,-1-1 0,0 1 0,0-1 0,0 1 0,-1 7 0,-1-5 0,1-1 0,-1 1 0,-1 0 0,1 0 0,-1-1 0,0 1 0,-1-1 0,1 0 0,-1 0 0,0 0 0,-7 6 0,-20 23 0,20-21 0,-1-1 0,-15 14 0,22-22 0,0-1 0,-1 1 0,0-1 0,1 1 0,-1-2 0,-1 1 0,1-1 0,0 0 0,-9 2 0,-22 1 0,-1-2 0,0-2 0,-53-4 0,10 1 0,-935 1 0,519 1 0,459 3 0,0 1 0,1 1 0,-45 14 0,-1-1 0,-14 0 0,0-4 0,-146 3 0,224-17 0,-13-1 0,-1 1 0,0 2 0,-35 7 0,-137 25 0,137-24 0,-100 2 0,-71-13 0,83-1 0,-456 2 0,612 0 0,-10 0 0,0-1 0,1 1 0,-14-4 0,21 4 0,1-1 0,-1 1 0,1-1 0,-1 1 0,1-1 0,-1 1 0,1-1 0,0 0 0,-1 0 0,1 0 0,0 0 0,0 0 0,-2-2 0,3 2 0,-1 1 0,1-1 0,0 0 0,-1 0 0,1 1 0,0-1 0,0 0 0,0 0 0,0 0 0,0 0 0,0 1 0,0-1 0,0 0 0,0 0 0,0 0 0,0 0 0,1 1 0,-1-1 0,0 0 0,1 0 0,-1 1 0,0-1 0,1 0 0,-1 0 0,1 1 0,-1-1 0,2 0 0,8-12 0,1 1 0,25-20 0,0 0 0,-6 4 0,56-39 0,4-4 0,-77 60 0,1 1 0,0 0 0,0 1 0,0 0 0,1 1 0,1 1 0,-1 1 0,1 0 0,1 0 0,-1 2 0,27-4 0,75-19 0,-74 16 0,1 1 0,69-5 0,43-1 0,29-1 0,407 16 0,-270 3 0,-268 1 0,0 3 0,0 2 0,79 23 0,-117-27 0,0-1 0,32 2 0,-40-5 0,0 0 0,0 0 0,1 2 0,-1-1 0,0 1 0,0 0 0,0 1 0,-1 0 0,1 0 0,9 6 0,-16-8 0,0 1 0,0-1 0,0 1 0,0-1 0,0 1 0,-1 0 0,1 0 0,0-1 0,-1 1 0,0 0 0,1 1 0,-1-1 0,0 0 0,0 0 0,1 4 0,-2-4 0,0 0 0,0 0 0,0 0 0,0 0 0,0-1 0,0 1 0,0 0 0,-1 0 0,1 0 0,-1-1 0,1 1 0,-1 0 0,0-1 0,0 1 0,0-1 0,-1 4 0,-2-2 0,1 1 0,-1 0 0,1-1 0,-1 0 0,0 0 0,0 0 0,0 0 0,-1-1 0,1 1 0,-1-1 0,1 0 0,-1-1 0,0 1 0,-5 0 0,-27 3 0,-1-2 0,0-1 0,-59-6 0,14 0 0,-567 4 0,635 1 0,0 1 0,0 1 0,0 0 0,0 0 0,1 2 0,0 0 0,-15 7 0,-33 11 0,43-16 0,0 2 0,1-1 0,-28 19 0,27-15 0,0-1 0,-39 15 0,49-23 0,-10 5 0,-2-2 0,1 0 0,-1-1 0,0-1 0,-22 1 0,-17-2 0,-73-7 0,130 4 0,0-1 0,0 1 0,0-1 0,0 1 0,0-1 0,0 0 0,0 0 0,0-1 0,1 1 0,-1 0 0,0-1 0,0 0 0,1 0 0,0 1 0,-1-1 0,1-1 0,0 1 0,-3-3 0,3 2 0,0-1 0,1 1 0,-1-1 0,1 1 0,-1-1 0,1 0 0,0 0 0,1 0 0,-1 0 0,1 1 0,-1-1 0,1-7 0,2-2 0,0 0 0,0-1 0,1 1 0,1 0 0,0 0 0,0 0 0,8-13 0,7-13 0,42-63 0,-52 89 0,1 1 0,0 0 0,0 1 0,1 0 0,0 1 0,1 0 0,1 0 0,17-9 0,-4 4 0,0 3 0,31-12 0,-45 20 0,-1 1 0,1 0 0,0 1 0,0 0 0,1 1 0,-1 0 0,21 2 0,-27 0 0,-1 0 0,1 0 0,-1 1 0,0-1 0,1 1 0,-1 1 0,0-1 0,0 1 0,0-1 0,-1 2 0,1-1 0,-1 0 0,0 1 0,1 0 0,-1 0 0,-1 0 0,1 0 0,-1 1 0,0-1 0,5 10 0,-2-3 0,-1 0 0,-1 0 0,0 1 0,0-1 0,-1 1 0,-1 0 0,0 0 0,1 19 0,-4 243 0,-2-96 0,3-161 0,-2 0 0,0 0 0,0 0 0,-2 0 0,0-1 0,-1 0 0,-1 1 0,0-2 0,-9 16 0,12-25 0,-1-1 0,-1 0 0,1 0 0,-1 0 0,1-1 0,-9 6 0,10-7 0,0-1 0,1 0 0,-1 0 0,0-1 0,0 1 0,0-1 0,-1 1 0,1-1 0,0 0 0,-1 0 0,1 0 0,0-1 0,-6 1 0,8-1 0,0 0 0,0 0 0,0 0 0,1 0 0,-1-1 0,0 1 0,0 0 0,0 0 0,1-1 0,-1 1 0,0 0 0,1-1 0,-1 1 0,0-1 0,1 1 0,-1-1 0,0 1 0,1-1 0,-1 0 0,1 1 0,-1-1 0,1 0 0,-1 1 0,1-1 0,0 0 0,-1 1 0,1-1 0,0 0 0,0 0 0,-1 1 0,1-1 0,0 0 0,0 0 0,0 0 0,0 1 0,0-1 0,0 0 0,0 0 0,0 0 0,0 0 0,1 1 0,-1-1 0,0 0 0,0 0 0,1 1 0,-1-1 0,0 0 0,1 0 0,2-6 0,1 0 0,-1 0 0,9-11 0,-12 18 0,23-35 0,-14 21 0,-1 1 0,2-1 0,0 1 0,0 1 0,1 0 0,1 0 0,0 1 0,22-15 0,23-11 0,60-52 0,-38 28 0,-69 55 0,0-1 0,0 1 0,1 1 0,0 0 0,0 1 0,0 0 0,0 0 0,1 1 0,22-3 0,3 3 0,68 4 0,-63 0 0,-27 0 0,0 0 0,0 1 0,0 1 0,-1 0 0,1 1 0,-1 0 0,0 1 0,0 1 0,0 0 0,-1 1 0,16 10 0,-26-15 0,0 1 0,0-1 0,-1 0 0,1 1 0,-1-1 0,0 1 0,1 0 0,-1 0 0,-1 0 0,1 0 0,0 0 0,-1 0 0,1 0 0,-1 1 0,0-1 0,0 0 0,0 1 0,-1-1 0,1 1 0,-1-1 0,0 1 0,0-1 0,0 1 0,0-1 0,-1 1 0,1-1 0,-1 1 0,0-1 0,0 0 0,0 1 0,-1-1 0,1 0 0,-1 0 0,0 0 0,1 0 0,-1 0 0,-1 0 0,1 0 0,0-1 0,-1 1 0,1-1 0,-4 3 0,-8 4 0,0-1 0,0 0 0,-1-1 0,0-1 0,0 0 0,-1-1 0,0 0 0,0-2 0,-21 3 0,-13-2 0,-83-3 0,103-1 0,28 0 0,1 0 0,-1 0 0,0 0 0,0 0 0,1-1 0,-1 1 0,0 0 0,1-1 0,-1 1 0,0-1 0,-1 0 0,3 0 0,0 1 0,-1 0 0,1 0 0,0-1 0,0 1 0,0 0 0,0 0 0,0-1 0,0 1 0,0 0 0,0-1 0,0 1 0,0 0 0,1 0 0,-1-1 0,0 1 0,0 0 0,0 0 0,0-1 0,0 1 0,0 0 0,1 0 0,-1 0 0,0-1 0,0 1 0,0 0 0,0 0 0,1 0 0,-1 0 0,0-1 0,0 1 0,0 0 0,1 0 0,-1 0 0,0 0 0,0 0 0,1 0 0,-1 0 0,1-1 0,4-1 0,0-1 0,1 1 0,-1 0 0,1 0 0,7-1 0,47-4 0,0 3 0,87 6 0,-48 0 0,1604-2 0,-1683 1 0,-1 1 0,1 1 0,25 7 0,-22-4 0,44 4 0,74-8 0,-125-2 0,-15-1 16,0 1-1,0 0 1,0 0-1,0-1 1,1 1-1,-1 0 1,0 0-1,0 1 1,0-1-1,0 0 1,0 0-1,0 0 1,0 1-1,0-1 1,1 0-1,-1 1 1,0-1 0,0 1-1,-1 0 1,1-1-1,1 2 1,-2-1-130,0 1 0,-1-1 0,0 0 0,1 1 1,-1-1-1,0 0 0,1 0 0,-1 0 1,0 0-1,0 1 0,0-1 0,0 0 1,0 0-1,-3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5:12.508"/>
    </inkml:context>
    <inkml:brush xml:id="br0">
      <inkml:brushProperty name="width" value="0.35" units="cm"/>
      <inkml:brushProperty name="height" value="0.35" units="cm"/>
      <inkml:brushProperty name="color" value="#FFFFFF"/>
    </inkml:brush>
  </inkml:definitions>
  <inkml:trace contextRef="#ctx0" brushRef="#br0">0 293 24575,'127'2'0,"141"-5"0,-152-12 0,-73 7 0,56-1 0,-62 6 0,50-10 0,-50 7 0,52-3 0,28 10 0,54-2 0,-153-2 0,-1 0 0,17-6 0,30-5 0,20 8 0,99 7 0,-68 1 0,1847-2 0,-1939 1 0,0 2 0,-1 0 0,1 2 0,42 14 0,36 7 0,-90-24 0,6 1 0,1 0 0,31 12 0,-45-14 0,0 1 0,0-1 0,-1 1 0,1 0 0,-1 0 0,1 0 0,-1 1 0,0-1 0,0 1 0,0 0 0,0 0 0,0 0 0,-1 0 0,1 0 0,-1 1 0,0-1 0,0 1 0,2 5 0,-1 1 0,-1-1 0,0 1 0,-1 0 0,0 0 0,0 0 0,-1 0 0,-1 0 0,0 0 0,0 0 0,0 0 0,-2-1 0,1 1 0,-1 0 0,0-1 0,-1 0 0,0 0 0,-8 13 0,8-19 0,1 1 0,0-1 0,-1 0 0,0 0 0,0-1 0,0 1 0,0-1 0,0 0 0,0 0 0,0 0 0,-1 0 0,1-1 0,-1 0 0,1 0 0,-1 0 0,-5 0 0,-11 1 0,-1-2 0,-26-2 0,20 1 0,-808-5 0,479 8 0,-1194-2 0,1517 2 0,-1 1 0,-34 8 0,-49 5 0,-267-13 0,198-5 0,117 3 0,-84-3 0,151 2 0,1 0 0,-1 0 0,1-1 0,-1 1 0,1-1 0,-1 1 0,1-1 0,-1 0 0,1 0 0,0 0 0,-1 0 0,1 0 0,0-1 0,0 1 0,0-1 0,0 0 0,0 1 0,0-1 0,0 0 0,1 0 0,-1 0 0,1 0 0,-1 0 0,1-1 0,0 1 0,0 0 0,0 0 0,0-1 0,0 1 0,0-1 0,1 1 0,-1-1 0,1 1 0,0-1 0,0 0 0,0 1 0,0-1 0,1-3 0,0-1 0,0 0 0,0 1 0,1-1 0,0 1 0,1-1 0,-1 1 0,1 0 0,0 0 0,1 0 0,-1 0 0,1 0 0,1 1 0,8-9 0,28-20 0,2 3 0,71-40 0,-9 6 0,-43 27 0,-31 20 0,32-25 0,-54 36 0,1 0 0,0 1 0,0 1 0,0-1 0,1 2 0,0-1 0,0 2 0,0-1 0,0 1 0,19-2 0,25-6 0,-29 6 0,-1 0 0,31-1 0,-21 5 0,131-11 0,109-11 0,2 24 0,-100 1 0,1529-2 0,-1687 2 0,1 0 0,0 1 0,25 7 0,-23-5 0,45 6 0,11-9 0,-45-2 0,0 1 0,48 9 0,-19-1 0,1-2 0,118-4 0,-166-3 0,-9-1 0,0 1 0,-1 1 0,1-1 0,0 1 0,-1 0 0,1 0 0,-1 1 0,1-1 0,6 4 0,-9-3 0,-1-1 0,0 1 0,1 0 0,-1 0 0,0 0 0,0 0 0,0 0 0,0 1 0,0-1 0,-1 0 0,1 1 0,-1 0 0,1-1 0,-1 1 0,0 0 0,0 0 0,0-1 0,0 1 0,0 6 0,2 17 0,-2 0 0,0 1 0,-4 35 0,0-10 0,3-42 0,-1 0 0,0 0 0,0-1 0,-1 1 0,0 0 0,-4 9 0,5-16 0,0 0 0,-1 0 0,0 0 0,1 0 0,-1 0 0,0 0 0,-1-1 0,1 1 0,0-1 0,-1 1 0,1-1 0,-1 0 0,0 0 0,0 0 0,0 0 0,0-1 0,0 1 0,0-1 0,0 1 0,-6 0 0,-35 5 0,131-9 0,66-3 0,-140 3 0,-1-1 0,0 0 0,0-1 0,0 0 0,0-1 0,16-9 0,9-4 0,-3-1 0,-19 12 0,-33 28 0,7-11 0,0 1 0,-1-2 0,0 1 0,0-2 0,-1 1 0,-1-2 0,1 0 0,-1 0 0,-16 4 0,6-2 0,0 1 0,-28 17 0,25-12 0,-35 13 0,38-20 0,-34 16 0,58-24 0,0 0 0,0 0 0,-1 0 0,1 0 0,0 0 0,0 0 0,0 0 0,0 0 0,-1 0 0,1 0 0,0 0 0,0 0 0,0 0 0,0 0 0,-1 0 0,1 0 0,0 0 0,0 1 0,0-1 0,0 0 0,0 0 0,-1 0 0,1 0 0,0 0 0,0 0 0,0 1 0,0-1 0,0 0 0,0 0 0,0 0 0,0 0 0,0 1 0,0-1 0,-1 0 0,1 0 0,0 0 0,0 1 0,0-1 0,0 0 0,0 0 0,0 0 0,0 0 0,0 1 0,1-1 0,-1 0 0,0 0 0,0 0 0,0 0 0,0 1 0,0-1 0,0 0 0,0 0 0,14 4 0,19-2 0,-4-2-1365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5:18.937"/>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5:38.288"/>
    </inkml:context>
    <inkml:brush xml:id="br0">
      <inkml:brushProperty name="width" value="0.35" units="cm"/>
      <inkml:brushProperty name="height" value="0.35" units="cm"/>
      <inkml:brushProperty name="color" value="#FFFFFF"/>
    </inkml:brush>
  </inkml:definitions>
  <inkml:trace contextRef="#ctx0" brushRef="#br0">1055 267 24575,'94'-5'0,"127"-21"0,-6-1 0,237 18 0,-365 10 0,-81-1 0,0 0 0,0 1 0,0-1 0,0 1 0,0 0 0,0 1 0,0 0 0,7 3 0,-11-4 0,0 0 0,0 0 0,-1 0 0,1 0 0,-1 0 0,1 1 0,-1-1 0,0 0 0,1 1 0,-1-1 0,0 1 0,0 0 0,0-1 0,0 1 0,0 0 0,0 0 0,-1 0 0,1-1 0,0 1 0,-1 0 0,0 0 0,1 0 0,-1 0 0,0 0 0,0 0 0,0 0 0,0 0 0,0 0 0,-2 4 0,2-2 0,-1 0 0,-1 0 0,1 0 0,-1 0 0,1-1 0,-1 1 0,0 0 0,0-1 0,-1 1 0,1-1 0,-1 1 0,0-1 0,1 0 0,-1 0 0,-1-1 0,1 1 0,0-1 0,-1 1 0,-7 3 0,-4 0 0,0 0 0,-1 0 0,-29 5 0,19-5 0,-14 3 0,0-2 0,-75 4 0,-83-12 0,87-1 0,-465 1 0,568 1 0,4 0 0,0-1 0,0 1 0,0 0 0,0 1 0,0-1 0,0 0 0,0 1 0,0 0 0,0 0 0,0 0 0,1 1 0,-1-1 0,0 1 0,-4 2 0,8-4 0,0 1 0,0-1 0,0 0 0,0 0 0,0 0 0,0 0 0,-1 0 0,1 1 0,0-1 0,0 0 0,0 0 0,0 0 0,0 0 0,0 1 0,0-1 0,0 0 0,0 0 0,0 0 0,0 1 0,0-1 0,0 0 0,0 0 0,0 0 0,0 0 0,0 1 0,0-1 0,0 0 0,0 0 0,0 0 0,0 0 0,0 1 0,0-1 0,1 0 0,-1 0 0,0 0 0,0 0 0,0 0 0,0 1 0,0-1 0,0 0 0,1 0 0,-1 0 0,0 0 0,0 0 0,0 0 0,13 5 0,13 0 0,283 0 0,-177-7 0,1294 2 0,-1409 1 0,-1 0 0,1 1 0,-1 1 0,27 8 0,63 28 0,-32-11 0,-68-26 0,20 8 0,1-1 0,0-2 0,48 7 0,-35-8 0,-1 2 0,-1 1 0,47 17 0,-50-14 0,0-1 0,0-2 0,2-2 0,40 4 0,-11-4 0,86 19 0,-19-2 0,-66-18 0,123-5 0,-93-3 0,-79 1 0,0-1 0,1-1 0,-1-1 0,0-1 0,30-11 0,-21 7 0,37-9 0,-34 14 0,0 1 0,-1 1 0,1 2 0,37 3 0,-62-3 0,-1 1 0,0-1 0,1 1 0,-1 0 0,0 1 0,0-1 0,0 1 0,0-1 0,0 1 0,0 0 0,0 1 0,-1-1 0,1 1 0,-1-1 0,0 1 0,0 0 0,0 0 0,4 5 0,-4-2 0,1 0 0,-1 0 0,0 1 0,-1-1 0,0 1 0,0-1 0,0 1 0,-1 0 0,0-1 0,1 15 0,-2-16 0,0 1 0,0-1 0,0 0 0,0 1 0,-1-1 0,0 0 0,0 0 0,-1 1 0,1-1 0,-5 8 0,4-10 0,0 0 0,0-1 0,0 1 0,0-1 0,0 1 0,-1-1 0,1 0 0,-1 0 0,1 0 0,-1 0 0,0 0 0,0-1 0,0 1 0,0-1 0,0 0 0,0 0 0,0 0 0,-6 1 0,-19 2 0,1-2 0,-1-1 0,-53-5 0,19 1 0,-872 0 0,511 4 0,-900-1 0,1250-2 0,-112-17 0,-70-30 0,251 48 0,-66-10 0,-130-4 0,137 12 0,-72-11 0,-7 0 0,-350 11 0,254 5 0,192-2 0,36 0 0,32 0 0,68-1 0,76 1 0,-131 2 0,-1 1 0,59 14 0,-38 1 0,-39-12 0,-1-1 0,1-1 0,22 4 0,59 8 0,-56-8 0,72 4 0,391-12 0,-232-1 0,-221 3 0,67 12 0,19 2 0,281-14 0,-216-4 0,91 2 0,-283 0 0,0 0 0,0-1 0,0-1 0,0 0 0,0 0 0,-1-1 0,1 0 0,-1-1 0,0 0 0,0 0 0,0-1 0,12-9 0,6-2 0,2 1 0,42-17 0,9-4 0,-5 1 0,-51 26 0,-1-2 0,-1 0 0,0-1 0,36-27 0,-55 36 0,44-36 0,86-57 0,-39 37 0,-46 27 0,68-33 0,-32 16 0,-65 37 0,0 0 0,1 1 0,0 1 0,32-10 0,-35 16 0,0-1 0,-1 0 0,0-2 0,-1 1 0,1-2 0,-1 0 0,0-1 0,21-17 0,-8 2 0,-8 6 0,1 1 0,24-16 0,-36 27 0,0 2 0,1-1 0,-1 1 0,1 0 0,-1 1 0,1 1 0,0-1 0,0 1 0,11 0 0,5-1 0,-1 2 0,0 1 0,0 1 0,1 1 0,35 8 0,-56-8 0,1 0 0,-1 0 0,1 0 0,-1 1 0,0 0 0,0 0 0,-1 0 0,1 1 0,0-1 0,-1 1 0,0 0 0,0 0 0,0 1 0,-1-1 0,1 1 0,-1 0 0,0 0 0,-1 0 0,1 0 0,-1 1 0,0-1 0,0 1 0,2 10 0,0 9 0,-1 0 0,-1 0 0,-1 0 0,-3 30 0,1-30 0,1-16 0,-1 1 0,0-1 0,0 1 0,-1-1 0,-1 0 0,1 0 0,-1 0 0,-1 0 0,0-1 0,0 1 0,-1-1 0,0 0 0,0 0 0,-1-1 0,-12 14 0,7-9 0,0 0 0,0-1 0,-1 0 0,-1-1 0,-14 9 0,18-14 0,-1 0 0,1-1 0,0 0 0,-1-1 0,0 0 0,0 0 0,0-1 0,0-1 0,-12 1 0,-41 1 0,-101-10 0,157 6 0,0-1 0,0 0 0,0 0 0,0-1 0,0 1 0,1-1 0,0-1 0,-1 0 0,1 0 0,0 0 0,1 0 0,-7-7 0,5 5 0,0-1 0,1 0 0,0-1 0,0 1 0,1-1 0,-1-1 0,2 1 0,-7-15 0,8 15 0,1 1 0,1-1 0,-1 0 0,1 0 0,0 0 0,1-1 0,0 1 0,0 0 0,1 0 0,0 0 0,0 0 0,1 0 0,0 1 0,1-1 0,-1 0 0,2 1 0,-1-1 0,1 1 0,7-11 0,8-8 0,1 1 0,1 1 0,41-36 0,-34 33 0,-26 25 0,0-1 0,0 1 0,0 0 0,0 0 0,0-1 0,-1 1 0,1-1 0,-1 1 0,1-4 0,-2 5 0,1 1 0,-1 0 0,0 0 0,0 0 0,0-1 0,0 1 0,0 0 0,0 0 0,0 0 0,0-1 0,0 1 0,0 0 0,0 0 0,0-1 0,0 1 0,0 0 0,0 0 0,-1 0 0,1-1 0,0 1 0,0 0 0,0 0 0,0 0 0,0 0 0,0-1 0,0 1 0,-1 0 0,1 0 0,0 0 0,0 0 0,0-1 0,0 1 0,-1 0 0,1 0 0,0 0 0,0 0 0,0 0 0,-1 0 0,-17 4 0,5 3 0,1 1 0,0 0 0,-14 12 0,12-9 0,-1-1 0,-17 10 0,-75 39 0,-42 22 0,115-64 0,-1-3 0,-55 16 0,4-7 0,0-5 0,-123 12 0,-527-22 0,468-11 0,-243 3 0,488 1 0,1 1 0,0 1 0,0 1 0,0 0 0,0 2 0,1 1 0,-31 13 0,-11 11 0,-62 41 0,93-53 0,-9 5 0,18-11 0,1 0 0,0 1 0,-23 21 0,38-29 0,1 0 0,1 0 0,-1 0 0,1 1 0,0 0 0,1 0 0,-1 0 0,1 1 0,1 0 0,0-1 0,0 1 0,0 1 0,-3 15 0,3-2 0,0 4 0,-9 29 0,10-49 0,0 0 0,0 0 0,0 0 0,-1 0 0,0-1 0,0 1 0,0-1 0,-1 0 0,1 0 0,-8 7 0,10-11 0,0 0 0,0 0 0,0 0 0,0 0 0,0 0 0,-1 0 0,1 0 0,0 0 0,-1 0 0,1-1 0,0 1 0,-1-1 0,1 1 0,-1-1 0,1 0 0,-1 1 0,1-1 0,-1 0 0,1 0 0,-1 0 0,1 0 0,-1 0 0,1 0 0,-1 0 0,1-1 0,-1 1 0,1-1 0,0 1 0,-1-1 0,1 1 0,0-1 0,-1 0 0,1 1 0,0-1 0,-1 0 0,1 0 0,0 0 0,-2-2 0,2 1 0,-1-1 0,0 1 0,1-1 0,0 0 0,-1 1 0,1-1 0,0 0 0,0 0 0,1 0 0,-1 0 0,0 0 0,1 0 0,0 0 0,0 0 0,0 0 0,0 0 0,0 0 0,1 0 0,0-4 0,0 3 0,1 0 0,0 0 0,0 0 0,0 0 0,0 1 0,0-1 0,1 1 0,-1-1 0,1 1 0,0 0 0,0 0 0,0 0 0,1 0 0,-1 1 0,1-1 0,-1 1 0,1 0 0,0 0 0,0 0 0,0 1 0,0-1 0,6 0 0,9-3 0,1 2 0,0 0 0,31 0 0,-20 1 0,19-4 0,64-16 0,-65 11 0,66-6 0,22 0 0,34-1 0,138 17 0,-153 2 0,-148-1 0,0 0 0,0 1 0,-1 0 0,1 1 0,0-1 0,7 4 0,-13-5 0,-1 1 0,1-1 0,-1 1 0,1 0 0,0-1 0,-1 1 0,0 0 0,1 0 0,-1 0 0,0 0 0,1 0 0,-1 0 0,0 1 0,0-1 0,0 0 0,0 1 0,0-1 0,0 0 0,0 1 0,0 0 0,-1-1 0,1 1 0,-1-1 0,1 1 0,-1 0 0,1-1 0,-1 1 0,0 0 0,0-1 0,0 1 0,0 0 0,0-1 0,0 1 0,-1 2 0,0-1 0,0-1 0,0 0 0,-1 1 0,1-1 0,-1 0 0,1 0 0,-1 0 0,0 0 0,1 0 0,-1-1 0,0 1 0,0 0 0,-1-1 0,1 1 0,0-1 0,-5 2 0,-41 16 0,45-18 0,-21 5 0,-1-1 0,0-1 0,0-1 0,-48-1 0,42-2 0,-1 2 0,-45 7 0,32 0 0,-1-3 0,-51 1 0,-93-9 0,66 0 0,9 3 0,120 0 0,42 10 0,0-2 0,67 3 0,415-11 0,-251-3 0,1874 2 0,-2132-2 0,-20 2 0,0 0 0,0 0 0,0 0 0,1 0 0,-1 0 0,0 0 0,0 0 0,0 0 0,0 0 0,0 0 0,0-1 0,0 1 0,1 0 0,-1 0 0,0 0 0,0 0 0,0 0 0,0 0 0,0 0 0,0 0 0,0-1 0,0 1 0,0 0 0,0 0 0,0 0 0,0 0 0,0 0 0,1 0 0,-1 0 0,0-1 0,0 1 0,0 0 0,0 0 0,0 0 0,0 0 0,0 0 0,0 0 0,-1-1 0,1 1 0,0 0 0,0 0 0,0 0 0,0 0 0,0 0 0,0 0 0,0-1 0,0 1 0,0 0 0,0 0 0,0 0 0,0 0 0,0 0 0,0 0 0,-1 0 0,1 0 0,-3-2 0,0 0 0,0 0 0,0 1 0,0 0 0,0 0 0,0 0 0,-1 0 0,-3-1 0,-55-6 0,0 2 0,-113 5 0,102 2 0,0 0 0,-95 12 0,-165 33 0,185-26 0,-165 1 0,-151-21 0,226-3 0,-1359 3 0,5566 0 0,-3987 6-1365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5:54.608"/>
    </inkml:context>
    <inkml:brush xml:id="br0">
      <inkml:brushProperty name="width" value="0.35" units="cm"/>
      <inkml:brushProperty name="height" value="0.35" units="cm"/>
      <inkml:brushProperty name="color" value="#FFFFFF"/>
    </inkml:brush>
  </inkml:definitions>
  <inkml:trace contextRef="#ctx0" brushRef="#br0">827 94 24575,'217'-1'0,"242"3"0,-234 14 0,47 1 0,-74-1 0,-11 1 0,-25-2 0,-1 1 0,464-15 0,-295-3 0,114 2 0,-424 1 0,0 1 0,-1 1 0,26 7 0,-22-4 0,44 4 0,-26-6 0,0 1 0,-1 2 0,62 20 0,46 9 0,-144-35 0,0 0 0,-1 0 0,1 0 0,0 0 0,-1-1 0,1 0 0,0 0 0,0 0 0,0 0 0,-1-1 0,7 0 0,-9 0 0,0 1 0,1-1 0,-1 0 0,0 0 0,0 1 0,1-1 0,-1 0 0,0 0 0,0 0 0,0 0 0,0 0 0,0 0 0,0 0 0,0-1 0,0 1 0,-1 0 0,1 0 0,0-1 0,-1 1 0,1-1 0,-1 1 0,0 0 0,1-1 0,-1 1 0,0-1 0,0 1 0,0-1 0,0 1 0,0-1 0,0 1 0,0-1 0,-1-2 0,-11-59 0,-1-9 0,11 54 0,-1 0 0,0 1 0,-1 0 0,-1-1 0,-8-19 0,13 37 0,0 0 0,0 0 0,0 0 0,0 0 0,0 0 0,0-1 0,0 1 0,0 0 0,0 0 0,0 0 0,0 0 0,0 0 0,0 0 0,0 0 0,0 0 0,0 0 0,0 0 0,0 0 0,0 0 0,0-1 0,0 1 0,0 0 0,0 0 0,-1 0 0,1 0 0,0 0 0,0 0 0,0 0 0,0 0 0,0 0 0,0 0 0,0 0 0,0 0 0,0 0 0,0 0 0,0 0 0,0 0 0,-1 0 0,1 0 0,0 0 0,0 0 0,0 0 0,0 0 0,0 0 0,0 0 0,0 0 0,0 0 0,0 0 0,0 0 0,0 0 0,-1 0 0,1 0 0,0 0 0,0 0 0,0 0 0,0 0 0,0 0 0,0 0 0,0 0 0,0 0 0,0 1 0,0-1 0,-2 7 0,0 12 0,1 251 0,3-117 0,-2-144 0,-1 1 0,0 0 0,-4 17 0,5-25 0,-1 0 0,0 0 0,1 0 0,-1-1 0,0 1 0,0 0 0,0-1 0,0 1 0,0-1 0,0 1 0,-1-1 0,-1 2 0,3-2 0,-1-1 0,0 1 0,0-1 0,0 0 0,1 1 0,-1-1 0,0 0 0,0 0 0,0 1 0,0-1 0,0 0 0,0 0 0,1 0 0,-1 0 0,0 0 0,0-1 0,0 1 0,0 0 0,0 0 0,0 0 0,1-1 0,-1 1 0,0-1 0,0 1 0,0 0 0,1-1 0,-2 0 0,-35-27 0,-11-5 0,29 23 0,-1 2 0,0 0 0,-1 1 0,1 1 0,-1 1 0,0 1 0,-1 1 0,1 1 0,-1 0 0,-28 3 0,22-2 0,0-1 0,-42-10 0,-30-2 0,-103 12 0,117 3 0,62 0 0,0 2 0,-40 9 0,-17 2 0,-8 1 0,56-8 0,-40 3 0,-332-6 0,221-6 0,-924 2 0,1036-2 0,1-3 0,0-4 0,0-2 0,1-4 0,-89-30 0,123 34 0,0 2 0,-1 1 0,1 2 0,-1 1 0,-1 2 0,-39 2 0,-583 4 0,435-4 0,264 1 0,-2-1 0,42 5 0,-66-2 0,0 0 0,-1 1 0,0 0 0,1 1 0,-1 0 0,0 1 0,13 7 0,-20-9 0,8 5 0,1 0 0,0-1 0,1 0 0,0-1 0,0 0 0,0-2 0,21 5 0,-22-7 0,0 0 0,0 2 0,0 0 0,0 0 0,0 1 0,25 14 0,-8-4 0,2 0 0,0-2 0,1-2 0,0-1 0,62 10 0,-76-18 0,0-1 0,0-1 0,0-1 0,0 0 0,0-2 0,0 0 0,0-1 0,-1-1 0,0-1 0,30-13 0,-23 8 0,1 2 0,1 0 0,-1 1 0,1 2 0,1 1 0,42-2 0,485 7 0,-240 2 0,429-2 0,-707 2 0,72 13 0,-69-8 0,53 2 0,390-7 0,-230-4 0,485 2 0,-730 0 0,0 0 0,0-1 0,-1 0 0,1 0 0,0-1 0,15-5 0,-21 6 0,0-1 0,0 1 0,0-1 0,0 0 0,0 0 0,-1 0 0,1 0 0,-1 0 0,1-1 0,-1 1 0,0-1 0,0 0 0,0 1 0,0-1 0,0 0 0,0 0 0,-1 0 0,0-1 0,1 1 0,0-5 0,2-16 0,-1 0 0,-2 0 0,0 0 0,-5-43 0,1 8 0,4 38 0,-2-26 0,1 45 0,0-1 0,-1 0 0,1 1 0,-1-1 0,1 0 0,-1 1 0,0-1 0,0 1 0,0-1 0,-1 1 0,1 0 0,-3-4 0,4 6 0,0-1 0,0 1 0,0 0 0,-1 0 0,1 0 0,0 0 0,0 0 0,0 0 0,0 0 0,0 0 0,-1-1 0,1 1 0,0 0 0,0 0 0,0 0 0,0 0 0,0 0 0,-1 0 0,1 0 0,0 0 0,0 0 0,0 0 0,0 0 0,-1 0 0,1 0 0,0 0 0,0 0 0,0 0 0,0 0 0,-1 0 0,1 1 0,0-1 0,0 0 0,0 0 0,0 0 0,0 0 0,0 0 0,-1 0 0,1 0 0,0 0 0,0 1 0,0-1 0,0 0 0,0 0 0,-5 11 0,0 12 0,1 34 0,6 91 0,0-86 0,-5 64 0,2-123 0,1 0 0,-1 0 0,1 0 0,-1 0 0,0 0 0,0 0 0,0 0 0,-1 0 0,1 0 0,-1-1 0,1 1 0,-1 0 0,0-1 0,0 0 0,0 1 0,0-1 0,-1 0 0,1 0 0,-1 0 0,1 0 0,-1-1 0,1 1 0,-1-1 0,0 1 0,0-1 0,0 0 0,0 0 0,0-1 0,-4 2 0,-9 0 0,0 0 0,0-1 0,0-1 0,-25-2 0,17 0 0,-707-3 0,429 6 0,-2579-1 0,2890 0 0,0 0 0,0 0 0,0-1 0,-1 0 0,1-1 0,0 0 0,-1 0 0,1-1 0,8-4 0,37-17 0,0 3 0,2 2 0,94-18 0,-111 31 0,1 2 0,79 2 0,-76 3 0,-1-2 0,62-10 0,-27 1 0,122-1 0,2 0 0,426-9 0,-540 21 0,-25-4 0,67-11 0,43-3 0,16-1 0,-128 12 0,81 2 0,-8 1 0,-19-12 0,7-1 0,-8 0 0,1 1 0,-79 11 0,43-9 0,-43 7 0,42-4 0,224 8 0,-152 4 0,-133-1 0,0 1 0,0 1 0,0 0 0,0 1 0,0 1 0,-1 0 0,28 14 0,-25-10 0,-17-9-35,0 0 0,0 0 0,0 0 0,0 1 0,0-1 0,0 1 0,0-1 0,0 1 0,0-1 0,0 1 0,0-1 0,0 1 0,0 0 0,-1-1 0,1 1 0,0 0 0,-1 0 0,1 0 0,0-1 0,-1 1 0,1 0 0,-1 0 0,1 0 0,-1 0 0,0 0 0,1 0 0,-1 0 0,0 0 0,0 0 0,0 0 0,0 0 0,0 0 0,0 1 0,0-1 0,0 0 0,0 0 0,0 0 0,-1 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5:57.323"/>
    </inkml:context>
    <inkml:brush xml:id="br0">
      <inkml:brushProperty name="width" value="0.35" units="cm"/>
      <inkml:brushProperty name="height" value="0.35" units="cm"/>
      <inkml:brushProperty name="color" value="#FFFFFF"/>
    </inkml:brush>
  </inkml:definitions>
  <inkml:trace contextRef="#ctx0" brushRef="#br0">178 13 24575,'-5'0'0,"-8"0"0,-7 0 0,-5 0 0,-4 0 0,-3 0 0,5-6 0,0-1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6:12.395"/>
    </inkml:context>
    <inkml:brush xml:id="br0">
      <inkml:brushProperty name="width" value="0.35" units="cm"/>
      <inkml:brushProperty name="height" value="0.35" units="cm"/>
      <inkml:brushProperty name="color" value="#FFFFFF"/>
    </inkml:brush>
  </inkml:definitions>
  <inkml:trace contextRef="#ctx0" brushRef="#br0">452 346 24575,'524'0'0,"-448"-3"0,149-28 0,-147 17 0,135-6 0,403 23 0,-581-5 0,67-12 0,-64 7 0,50-2 0,-27 9 0,-28 0 0,-1-1 0,0-1 0,35-7 0,-21 0 0,1 2 0,55 0 0,95 8 0,-74 1 0,1117-2 0,-3643 0 0,2361-3 0,0-1 0,1-3 0,-58-15 0,-2-1 0,56 14 0,-10-2 0,-97-7 0,-221 17 0,180 2 0,1407-1 0,-1198 1 0,1-1 0,26 6 0,-40-6 0,0 1 0,0-1 0,0 1 0,0 0 0,0 0 0,0 0 0,0 0 0,0 1 0,0-1 0,0 1 0,-1-1 0,1 1 0,-1 0 0,1 0 0,-1 1 0,0-1 0,0 0 0,1 1 0,-2-1 0,4 5 0,-5-6 0,0 0 0,1 1 0,-1-1 0,0 0 0,0 0 0,0 1 0,0-1 0,0 0 0,0 1 0,0-1 0,-1 0 0,1 0 0,0 0 0,-1 1 0,1-1 0,-1 0 0,1 0 0,-1 0 0,1 0 0,-1 0 0,0 0 0,0 0 0,1 0 0,-1 0 0,0 0 0,0 0 0,0 0 0,0 0 0,0-1 0,0 1 0,0 0 0,0-1 0,-2 1 0,-3 2 0,-1 0 0,1-1 0,0 0 0,-1 0 0,-7 0 0,-94 6 0,29-4 0,63-2 0,-611 50 0,354-23 0,220-19 0,-52 16 0,158-23 0,363-5 0,-949 2 0,486 3 0,-63 10 0,-19 2 0,110-14 0,0 0 0,0 2 0,0 0 0,0 1 0,1 1 0,-34 14 0,51-19 0,1 1 0,-1-1 0,0 0 0,0 1 0,1-1 0,-1 1 0,0-1 0,1 1 0,-1-1 0,1 1 0,-1-1 0,1 1 0,-1 0 0,1-1 0,-1 1 0,1 0 0,-1 1 0,1-2 0,0 0 0,0 1 0,0-1 0,0 0 0,0 1 0,0-1 0,1 0 0,-1 1 0,0-1 0,0 0 0,0 1 0,0-1 0,1 0 0,-1 0 0,0 1 0,0-1 0,1 0 0,-1 0 0,0 0 0,1 1 0,-1-1 0,0 0 0,1 0 0,-1 0 0,0 0 0,0 0 0,1 1 0,2 0 0,0-1 0,1 1 0,-1 0 0,0-1 0,0 0 0,1 0 0,4 0 0,23-5 0,49-16 0,-49 12 0,53-9 0,-4 12 0,106 5 0,-92 3 0,2314 0 0,-1345-3 0,-1057 2 0,0-1 0,0-1 0,0 1 0,0-1 0,0 0 0,0 0 0,0-1 0,9-4 0,-12 5 0,0-1 0,-1 0 0,0 1 0,1-1 0,-1 0 0,0 0 0,0-1 0,0 1 0,-1 0 0,1-1 0,0 1 0,-1-1 0,1 1 0,-1-1 0,0 0 0,0 1 0,0-1 0,0 0 0,-1 0 0,1-3 0,3-25 0,-2-1 0,-1 0 0,-6-50 0,1 0 0,4 47 0,0 15 0,0 41 0,-1-6 0,2 0 0,3 21 0,-2-29 0,-1-1 0,1 0 0,0 0 0,1 0 0,0 0 0,0 0 0,0-1 0,6 9 0,104 148 0,-98-140 0,-6-6 0,0 0 0,-1 1 0,-1 0 0,0 0 0,-1 1 0,-1-1 0,-1 1 0,0 1 0,-2-1 0,0 0 0,0 28 0,-3-41 0,0-1 0,0 1 0,0-1 0,0 1 0,-1-1 0,1 0 0,-1 0 0,0 0 0,0 0 0,-1 0 0,1 0 0,-1-1 0,0 1 0,0-1 0,0 0 0,0 0 0,-1 0 0,1 0 0,-1 0 0,0-1 0,0 0 0,-8 4 0,-7 3 0,-1-2 0,0 0 0,-33 6 0,36-9 0,-54 10 0,0-3 0,-101 3 0,-149-15 0,132-2 0,-1209 3 0,1354-3 0,1-2 0,0-1 0,0-3 0,-50-16 0,45 11 0,-1 2 0,-85-9 0,-128 16 0,-47-4 0,-113-12 0,-1 21 0,150 2 0,83-2-1365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6:14.240"/>
    </inkml:context>
    <inkml:brush xml:id="br0">
      <inkml:brushProperty name="width" value="0.35" units="cm"/>
      <inkml:brushProperty name="height" value="0.35" units="cm"/>
      <inkml:brushProperty name="color" value="#FFFFFF"/>
    </inkml:brush>
  </inkml:definitions>
  <inkml:trace contextRef="#ctx0" brushRef="#br0">185 0 24575,'1300'0'0,"-1236"4"0,0 2 0,90 21 0,-35-5 0,-9-5 0,191 6 0,-15-25 0,-2869 2-1365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6:30.908"/>
    </inkml:context>
    <inkml:brush xml:id="br0">
      <inkml:brushProperty name="width" value="0.35" units="cm"/>
      <inkml:brushProperty name="height" value="0.35" units="cm"/>
      <inkml:brushProperty name="color" value="#FFFFFF"/>
    </inkml:brush>
  </inkml:definitions>
  <inkml:trace contextRef="#ctx0" brushRef="#br0">420 164 24575,'1419'0'0,"-1364"-3"0,68-11 0,-66 5 0,61 0 0,-96 8 0,0-1 0,36-9 0,-33 5 0,39-3 0,-46 8 0,-1-2 0,0-1 0,1 0 0,-2-1 0,1 0 0,31-16 0,-33 15 0,0 1 0,0 0 0,1 2 0,19-3 0,24-6 0,-32 6 0,0 0 0,1 3 0,30-2 0,86 6 0,-59 1 0,301-2 0,-373 1 0,-1 0 0,1 1 0,0 1 0,0 0 0,-1 0 0,0 1 0,1 1 0,-1 0 0,-1 1 0,1 0 0,-1 0 0,0 1 0,-1 1 0,0 0 0,11 11 0,-14-14 0,1 0 0,0 0 0,0 0 0,0-1 0,0-1 0,1 1 0,-1-1 0,1-1 0,0 0 0,0 0 0,17 1 0,-15-2 0,0 1 0,0 0 0,0 1 0,-1 0 0,1 0 0,16 9 0,-26-12 0,0 1 0,0-1 0,0 0 0,-1 1 0,1-1 0,0 1 0,0-1 0,0 1 0,-1 0 0,1-1 0,0 1 0,-1 0 0,1-1 0,0 1 0,-1 0 0,1 0 0,-1-1 0,1 1 0,-1 0 0,0 0 0,1 0 0,-1 0 0,0 0 0,1 1 0,-2-1 0,1 0 0,-1 0 0,1 0 0,-1-1 0,1 1 0,-1 0 0,0-1 0,1 1 0,-1 0 0,0-1 0,0 1 0,0-1 0,1 1 0,-1-1 0,0 0 0,0 1 0,0-1 0,0 0 0,-1 1 0,-8 1 0,0 0 0,-1 0 0,-10 0 0,-17-2 0,0-2 0,-56-10 0,5 1 0,-456 1 0,336 12 0,-881-2 0,1029 2 0,-62 13 0,49-6 0,-160 24 0,22-2 0,-371 8 0,314-41 0,912 2 0,-607-2 0,-1-2 0,1-1 0,45-13 0,-35 7 0,54-6 0,394 8 0,-291 12 0,622-4 0,-803 0 0,0-1 0,38-9 0,19-3 0,26-2 0,12-1 0,-58 14 0,-18 2 0,65-11 0,125-27 0,-158 31 0,130 4 0,-163 4 0,-20-1 0,-1-1 0,0 0 0,28-9 0,-25 6 0,44-5 0,-28 8 0,-18 2 0,0-2 0,0 0 0,29-7 0,-22 2 0,29-4 0,-48 9 0,-1 2 0,1-1 0,-1 1 0,1 0 0,-1 0 0,0 1 0,1 0 0,-1 1 0,9 2 0,-13-3 0,0 1 0,-1-1 0,1 1 0,0 0 0,-1 0 0,0 0 0,1 0 0,-1 0 0,0 1 0,0-1 0,0 1 0,0-1 0,-1 1 0,1 0 0,-1 0 0,0 0 0,1 0 0,-1 0 0,0 0 0,-1 0 0,2 6 0,0 6 0,-1 0 0,0 1 0,-2 18 0,0-21 0,0 33 0,2-19 0,-2 1 0,-1-1 0,-1 1 0,-9 34 0,3-30 0,6-18 0,-1 0 0,0 0 0,-1 0 0,-11 19 0,14-29 0,-1 0 0,1-1 0,-1 1 0,0-1 0,-1 1 0,1-1 0,0 0 0,-1 0 0,0-1 0,1 1 0,-1-1 0,0 1 0,0-1 0,-1-1 0,1 1 0,0 0 0,-1-1 0,-7 1 0,0 0 0,-1 0 0,0-2 0,0 1 0,0-2 0,1 0 0,-1 0 0,0-1 0,1-1 0,-1 0 0,-12-5 0,3-1 0,0-1 0,1-1 0,0 0 0,-28-22 0,3 2 0,-19-14 0,-71-85 0,115 108 0,16 18 0,1 0 0,-1 0 0,0 1 0,0-1 0,0 1 0,0 0 0,0 0 0,-1 1 0,1-1 0,-1 1 0,0 1 0,0-1 0,0 1 0,0 0 0,0 0 0,-10 0 0,-4 2 0,0 1 0,0 1 0,-32 9 0,-19 2 0,-23 2 0,52-8 0,-76 4 0,78-8 0,1 1 0,0 1 0,-60 20 0,26-7 0,-72 28 0,13-3 0,81-32 0,0-1 0,0-2 0,-98 3 0,96-9 0,0 2 0,0 3 0,1 1 0,-85 29 0,-69 21 0,130-40 0,-133 17 0,111-21 0,-246 15 0,-3-28 0,194-3 0,126 1 0,0-1 0,0-2 0,0-1 0,0-1 0,1-1 0,-46-17 0,18 4 0,28 11 0,-35-18 0,53 22 0,1 0 0,-1 0 0,1-1 0,0 0 0,1-1 0,-1 0 0,1 0 0,-10-12 0,13 14 0,1-1 0,-1 1 0,1-1 0,-1 0 0,1 0 0,1 0 0,-1 0 0,1 0 0,0 0 0,0 0 0,0 0 0,0-7 0,1 9 0,0 1 0,0-1 0,1 0 0,-1 1 0,1-1 0,-1 1 0,1-1 0,0 1 0,0-1 0,0 1 0,0-1 0,0 1 0,1 0 0,-1-1 0,1 1 0,-1 0 0,1 0 0,0 0 0,0 0 0,0 1 0,0-1 0,0 0 0,0 1 0,1 0 0,3-2 0,3-1 0,0 1 0,0 1 0,0 0 0,0 0 0,1 1 0,13-1 0,62 5 0,-41-1 0,709 2 0,-451-5 0,24 17 0,-24 1 0,-14-1 0,6-1 0,610-14 0,-422-3 0,-474 2 0,-1 0 0,1 0 0,-1-1 0,0-1 0,1 1 0,8-4 0,-15 5 0,0-1 0,1 1 0,-1-1 0,0 1 0,0-1 0,0 0 0,0 1 0,0-1 0,0 0 0,0 0 0,0 0 0,0 0 0,0 0 0,0 0 0,0 0 0,0 0 0,-1 0 0,1 0 0,0 0 0,-1 0 0,1-1 0,-1 1 0,0 0 0,1 0 0,-1-1 0,0 1 0,0 0 0,0-1 0,0 1 0,0 0 0,0 0 0,0-1 0,0 1 0,0 0 0,0-1 0,-1 1 0,1 0 0,-1 0 0,1-1 0,-1 1 0,1 0 0,-1 0 0,0 0 0,0-1 0,-5-6 0,0 1 0,0 0 0,-1 0 0,0 0 0,0 1 0,0 0 0,-1 1 0,0-1 0,0 1 0,-11-4 0,6 2 0,0-1 0,1 0 0,-15-13 0,18 12 0,1 0 0,0 0 0,0-1 0,1 0 0,0 0 0,1 0 0,-7-14 0,12 21 0,-1 0 0,1-1 0,0 1 0,0 0 0,0-1 0,0 1 0,1 0 0,-1-1 0,1 1 0,0-1 0,0 1 0,0-1 0,0 1 0,1 0 0,0-1 0,-1 1 0,1-1 0,0 1 0,1 0 0,-1 0 0,0 0 0,1 0 0,0 0 0,0 0 0,0 0 0,0 0 0,0 0 0,0 1 0,6-5 0,-4 4 0,2 0 0,-1 0 0,0 0 0,0 1 0,1 0 0,-1 0 0,1 0 0,0 0 0,0 1 0,0 0 0,7 0 0,11 0 0,36 2 0,-35 1 0,6-2 0,30 2 0,-56-1 0,0 0 0,0 0 0,0 0 0,0 1 0,0-1 0,-1 1 0,1 1 0,0-1 0,5 4 0,0 1 0,0-1 0,0-1 0,1 1 0,0-2 0,0 1 0,0-1 0,1-1 0,-1 0 0,1-1 0,0 0 0,0-1 0,0 0 0,19-2 0,14-1 0,-32 1 0,-1 0 0,0 1 0,1 0 0,-1 0 0,0 2 0,0-1 0,13 5 0,-22-5 0,0 1 0,0 0 0,0 0 0,-1 0 0,1 0 0,-1 0 0,1 0 0,-1 1 0,0-1 0,0 1 0,0-1 0,0 1 0,-1 0 0,1 0 0,-1 0 0,1 0 0,-1 0 0,0 0 0,0 0 0,-1 1 0,1-1 0,0 6 0,0 6 0,0-1 0,-1 1 0,-3 25 0,-1-18 0,-1 0 0,0 0 0,-16 36 0,1-2 0,13-26 0,5-21 0,0-1 0,0 0 0,-6 13 0,7-19 0,0 1 0,-1-1 0,1 0 0,-1 1 0,0-1 0,0 0 0,1 0 0,-1 0 0,-1 0 0,1-1 0,0 1 0,0 0 0,-1-1 0,1 0 0,-4 2 0,-3 0 0,0 0 0,0-1 0,0 0 0,-1 0 0,1-1 0,-14 0 0,-62-4 0,31-1 0,24 4 0,3 0 0,-1-1 0,1-2 0,-39-7 0,31 2 0,0 2 0,-65-3 0,-73 10 0,71 1 0,69-2 0,-377-12 0,-30-10 0,-1 23 0,182 1 0,361-1 0,124-3 0,-113-14 0,-75 9 0,54-3 0,96 12 0,59-4 0,-148-12 0,1 0 0,310 9 0,-232 6 0,-158-2 0,1-1 0,-1-1 0,22-6 0,-18 4 0,41-5 0,71 10 0,16-2 0,-133 0 0,-1-1 0,1-1 0,-1 0 0,-1-2 0,1 0 0,-1-1 0,31-17 0,-21 11 0,1 2 0,0 1 0,0 1 0,37-6 0,-50 11 0,11-1 0,-18 4 0,0-1 0,-1 1 0,0-1 0,1-1 0,12-6 0,-17 8 0,-1-1 0,1 0 0,-1 0 0,0 0 0,1 0 0,-1-1 0,0 1 0,0-1 0,-1 1 0,1-1 0,-1 0 0,1 0 0,-1 1 0,0-1 0,0 0 0,0 0 0,0 0 0,0-5 0,1 2 0,-1-1 0,-1 1 0,1 0 0,-1-1 0,0 1 0,0 0 0,-1-1 0,0 1 0,0 0 0,-1 0 0,0 0 0,0 0 0,0 0 0,-5-9 0,4 10 0,0 1 0,0 0 0,0 0 0,-1 0 0,0 1 0,0-1 0,0 1 0,0 0 0,0 0 0,0 0 0,-1 0 0,0 1 0,1 0 0,-1 0 0,0 0 0,0 0 0,0 1 0,-7-1 0,-20-2 0,0 2 0,0 1 0,-63 6 0,89-4-170,-1 0-1,1 0 0,0 1 1,0 0-1,0 0 0,0 0 1,-10 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6:54.054"/>
    </inkml:context>
    <inkml:brush xml:id="br0">
      <inkml:brushProperty name="width" value="0.35" units="cm"/>
      <inkml:brushProperty name="height" value="0.35" units="cm"/>
      <inkml:brushProperty name="color" value="#FFFFFF"/>
    </inkml:brush>
  </inkml:definitions>
  <inkml:trace contextRef="#ctx0" brushRef="#br0">245 1 24575,'167'0'0,"21"0"0,2456 0 0,-2639 0 0,-1 0 0,-1-1 0,1 1 0,-1 0 0,1 0 0,-1 1 0,1-1 0,-1 1 0,1-1 0,-1 1 0,0 0 0,1 1 0,-1-1 0,0 0 0,0 1 0,4 2 0,-7-4 0,0 0 0,0 1 0,0-1 0,1 0 0,-1 0 0,0 0 0,0 0 0,0 0 0,0 1 0,0-1 0,0 0 0,0 0 0,0 0 0,0 1 0,0-1 0,0 0 0,0 0 0,0 0 0,0 0 0,0 1 0,0-1 0,0 0 0,0 0 0,0 0 0,0 0 0,0 1 0,0-1 0,0 0 0,0 0 0,-1 0 0,1 0 0,0 1 0,0-1 0,0 0 0,0 0 0,0 0 0,0 0 0,0 0 0,-1 1 0,-9 3 0,-16 2 0,22-5 0,-682 87-991,261-40 95,-264 54-1112,-269 35-258,690-117 2536,154-24 2847,-11 1-343,135 2-2774,1-1 0,-1 0 0,1-1 0,-1 0 0,0-1 0,-1 0 0,15-8 0,9-3 0,182-55 0,17-7 0,-187 57 0,76-20 0,-28 9 0,-74 23 0,1 1 0,1 0 0,0 2 0,-1 0 0,30-2 0,225 6 0,-126 3 0,83 14 0,-66-3 0,438-7 0,-337-8 0,1223 2 0,-1482-1 0,0 2 0,-1-1 0,1 1 0,-1 0 0,13 3 0,-19-3 0,1-1 0,-1 1 0,1 0 0,-1-1 0,1 1 0,-1 0 0,0 0 0,1 0 0,-1 0 0,0 0 0,1 0 0,-1 1 0,0-1 0,0 0 0,0 1 0,0-1 0,0 0 0,-1 1 0,1-1 0,0 1 0,-1-1 0,1 1 0,-1 0 0,1-1 0,-1 1 0,0 0 0,0-1 0,0 1 0,0-1 0,0 1 0,0 0 0,0 2 0,-2 1 0,1 0 0,-1 1 0,0-1 0,0 0 0,0 0 0,-1 0 0,0 0 0,0-1 0,0 1 0,0-1 0,-1 1 0,0-1 0,0 0 0,-8 6 0,-6 4 0,0-1 0,-27 14 0,11-9 0,0-1 0,-1-2 0,0-1 0,-2-2 0,-65 14 0,48-20 0,0-3 0,-73-4 0,38-2 0,74 3 0,1-2 0,-1 0 0,0-1 0,1-1 0,0 0 0,0-1 0,0 0 0,-22-12 0,25 12 0,-1 0 0,0 2 0,-1-1 0,1 1 0,0 1 0,-19-1 0,-78 2 0,63 2 0,-1026 1 0,1046-1 0,0 1 0,0 1 0,-42 11 0,-76 31 0,100-29 0,0-2 0,-1-2 0,-73 9 0,-4-5 0,67-7 0,-62 1 0,-28 5 0,1 1 0,-352-15 0,268-3 0,297 3 0,115-5 0,-157 2 0,0-2 0,0 0 0,0-2 0,45-17 0,111-39 0,-149 54 0,-1 2 0,1 1 0,57-2 0,-44 5 0,53-10 0,15-1 0,99-3 0,196-6 0,681 24 0,-1088-2 0,-1 0 0,1 0 0,0 0 0,-1 0 0,1 1 0,0-1 0,-1 1 0,1 0 0,2 1 0,-5-2 0,1 0 0,-1 1 0,0-1 0,0 0 0,1 0 0,-1 0 0,0 0 0,0 1 0,0-1 0,1 0 0,-1 0 0,0 1 0,0-1 0,0 0 0,0 0 0,1 1 0,-1-1 0,0 0 0,0 1 0,0-1 0,0 0 0,0 1 0,0-1 0,0 0 0,0 0 0,0 1 0,0-1 0,0 0 0,0 1 0,-11 12 0,-1-5 0,0-1 0,-1 0 0,0-1 0,-27 10 0,-11 5 0,27-9 0,0 0 0,-1-2 0,0-1 0,-1-1 0,0-1 0,-41 6 0,-1-8 0,1 3 0,-89 23 0,128-25 0,0-1 0,0-1 0,-43 0 0,15-1 0,-36 11 0,-9 0 0,23-10 0,-100-8 0,175 4 0,0-1 0,0 1 0,0-1 0,1 0 0,-1 0 0,0 0 0,1 0 0,-1 0 0,1 0 0,-1-1 0,-3-2 0,6 3 0,-1 1 0,1-1 0,-1 1 0,1-1 0,0 1 0,-1-1 0,1 1 0,0-1 0,-1 1 0,1-1 0,0 1 0,-1-1 0,1 0 0,0 1 0,0-1 0,0 0 0,0 1 0,0-1 0,0 1 0,0-1 0,0-1 0,0 1 0,1 0 0,-1 0 0,1 0 0,-1 0 0,1 0 0,0 0 0,-1 0 0,1 0 0,0 1 0,0-1 0,-1 0 0,1 0 0,0 1 0,0-1 0,0 0 0,2 0 0,2-2 0,2 0 0,-1 0 0,0 1 0,0-1 0,1 2 0,-1-1 0,9-1 0,53-2 0,-16 2 0,354-41 0,-262 33 0,180 8 0,-157 5 0,798-2 0,-945-1 0,-1-1 0,1-1 0,25-7 0,-22 4 0,43-4 0,-31 6 0,55-14 0,-53 10 0,-33 7 0,0 0 0,-1 0 0,1-1 0,-1 0 0,0 1 0,1-1 0,-1 0 0,0 0 0,0-1 0,0 1 0,-1-1 0,1 1 0,0-1 0,-1 0 0,0 0 0,0 0 0,0 0 0,0-1 0,0 1 0,0 0 0,-1-1 0,0 1 0,0-1 0,0 0 0,0 1 0,0-1 0,0-4 0,1-12 0,-1 0 0,-1 0 0,-4-37 0,3 40 0,1 17 0,0 0 0,0 0 0,0 0 0,0 0 0,-1 0 0,1 0 0,0 0 0,0 0 0,0 0 0,0 1 0,0-1 0,0 0 0,0 0 0,0 0 0,-1 0 0,1 0 0,0 0 0,0 0 0,0 0 0,0 0 0,0 0 0,0 0 0,0 0 0,-1 0 0,1 0 0,0 0 0,0-1 0,0 1 0,0 0 0,0 0 0,0 0 0,0 0 0,0 0 0,0 0 0,-1 0 0,1 0 0,0 0 0,0 0 0,0 0 0,0 0 0,0-1 0,0 1 0,0 0 0,0 0 0,0 0 0,0 0 0,0 0 0,0 0 0,0 0 0,0 0 0,0-1 0,0 1 0,0 0 0,0 0 0,0 0 0,0 0 0,0 0 0,0 0 0,0 0 0,0 0 0,0-1 0,0 1 0,0 0 0,0 0 0,0 0 0,0 0 0,-7 12 0,-5 20 0,0 40 0,-2 12 0,3-19 0,10-51 0,-1 0 0,0-1 0,-1 1 0,-1-1 0,-6 16 0,8-26 0,0 1 0,0-1 0,0 0 0,0 0 0,-1 0 0,0-1 0,1 1 0,-1-1 0,0 1 0,0-1 0,0 0 0,-1 0 0,1 0 0,0 0 0,-1-1 0,0 0 0,1 1 0,-1-1 0,1-1 0,-7 2 0,-7 0 0,-1 0 0,0-2 0,-20-1 0,15 0 0,-131-3-1365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7T05:57:11.062"/>
    </inkml:context>
    <inkml:brush xml:id="br0">
      <inkml:brushProperty name="width" value="0.35" units="cm"/>
      <inkml:brushProperty name="height" value="0.35" units="cm"/>
      <inkml:brushProperty name="color" value="#FFFFFF"/>
    </inkml:brush>
  </inkml:definitions>
  <inkml:trace contextRef="#ctx0" brushRef="#br0">169 481 24575,'2672'0'0,"-2664"0"0,27-1 0,-33 1 0,-1 0 0,1 0 0,0-1 0,-1 1 0,1 0 0,-1-1 0,1 1 0,-1-1 0,1 0 0,-1 1 0,1-1 0,-1 0 0,0 0 0,1 0 0,-1 0 0,0 0 0,1-2 0,-1 3 0,-1 0 0,0-1 0,0 1 0,0-1 0,0 1 0,1 0 0,-1-1 0,0 1 0,0-1 0,0 1 0,0-1 0,0 1 0,0 0 0,0-1 0,0 1 0,0-1 0,0 1 0,0-1 0,0 1 0,-1 0 0,1-1 0,0 1 0,0-1 0,0 1 0,-1 0 0,1-1 0,0 1 0,-1-1 0,-13-10 0,-19-1 0,8 6 0,0 0 0,0 2 0,-40-1 0,-82 6 0,72 1 0,-236 0 0,292-1 0,1 2 0,0 0 0,0 2 0,0 0 0,0 0 0,1 2 0,-20 10 0,-17 5 0,-27 10 0,-88 30 0,-501 168 0,441-147 0,-22-8 0,108-34 0,118-35 0,0 0 0,0-2 0,-37 2 0,-77-5 0,87-2 0,46 1 0,1 0 0,-1-1 0,0 1 0,1-1 0,-1 0 0,0-1 0,1 1 0,-1-1 0,-5-3 0,8 4 0,1-1 0,-1 0 0,1 0 0,0 0 0,0 0 0,0 0 0,0 0 0,0-1 0,0 1 0,0-1 0,1 1 0,-1-1 0,1 0 0,0 0 0,0 1 0,0-1 0,0 0 0,0 0 0,0-4 0,-2-23 0,1 1 0,2-1 0,3-40 0,1 2 0,-1 33 0,1 1 0,14-54 0,-17 83 0,1-3 0,1 0 0,0 0 0,1 1 0,0-1 0,0 1 0,0 0 0,1 0 0,0 1 0,1-1 0,-1 1 0,11-8 0,4-8 0,-15 17 0,0 1 0,0 0 0,0 0 0,0 0 0,0 1 0,1-1 0,0 1 0,0 1 0,0-1 0,0 1 0,0 0 0,0 0 0,11-1 0,5 1 0,0 0 0,36 3 0,-35 0 0,-12-1 0,0 1 0,0 0 0,0 0 0,0 1 0,0 1 0,0 0 0,-1 0 0,1 1 0,-1 0 0,0 1 0,0 0 0,-1 1 0,0 0 0,0 1 0,0 0 0,0 0 0,7 9 0,10 11 0,-13-12 0,20 25 0,-29-34 0,0 0 0,0 1 0,-1-1 0,0 1 0,0 0 0,-1 0 0,0 0 0,2 8 0,-1 33 0,-3-38 0,0-1 0,1 0 0,0 1 0,0-1 0,5 14 0,-5-20 0,0 0 0,0-1 0,1 1 0,-1-1 0,1 0 0,-1 1 0,1-1 0,0 0 0,0 0 0,0 0 0,0 0 0,0-1 0,1 1 0,-1 0 0,0-1 0,1 0 0,-1 1 0,1-1 0,0 0 0,-1 0 0,1-1 0,0 1 0,3 0 0,-2 0 0,1-1 0,-1 0 0,1 0 0,0 0 0,-1 0 0,1-1 0,-1 1 0,1-1 0,-1 0 0,1-1 0,4-1 0,-7 2 0,-1 1 0,0-1 0,0 1 0,1-1 0,-1 0 0,0 0 0,0 0 0,0 0 0,0 1 0,0-1 0,0 0 0,0-1 0,0 1 0,0 0 0,0 0 0,-1 0 0,1 0 0,0-1 0,-1 1 0,1 0 0,-1-1 0,0 1 0,1 0 0,-1-1 0,0 1 0,0-1 0,0 1 0,0-1 0,0 1 0,0 0 0,0-1 0,0 1 0,-1 0 0,1-1 0,0 1 0,-1-1 0,1 1 0,-1 0 0,0 0 0,0-2 0,-2-2 0,-1 1 0,1-1 0,-1 1 0,1 0 0,-1 0 0,-1 0 0,1 1 0,0 0 0,-1-1 0,0 1 0,1 1 0,-1-1 0,0 1 0,-1 0 0,-5-2 0,-5-1 0,-1 1 0,0 0 0,-27-2 0,-76-12 0,40 4 0,6 0 0,41 7 0,-52-4 0,-63 10 0,199 1 0,-1 2 0,56 10 0,-8 2 0,-63-11 0,0 3 0,64 17 0,44 30 0,93 28 0,-218-75 0,227 52 0,-170-45 0,-36-5 0,62 4 0,50 4 0,-41-3 0,244-7 0,-200-9 0,-87 4 0,0-3 0,0-3 0,98-20 0,-9-7 0,-74 17 0,89-30 0,-136 34 0,153-57 0,-98 35 0,35-16 0,-107 40 0,1 2 0,1 0 0,-1 1 0,24-3 0,-31 5 0,0 0 0,0 0 0,-1-1 0,1-1 0,-1 0 0,-1 0 0,1-1 0,-1 0 0,0-1 0,-1-1 0,1 1 0,-2-1 0,1-1 0,12-18 0,-17 21 0,-1 1 0,0-1 0,0 0 0,0 0 0,-1 0 0,0 0 0,0-1 0,-1 1 0,0-1 0,0-8 0,-1 13 0,0 0 0,0-1 0,0 1 0,0 0 0,-1 0 0,1 0 0,-1-1 0,0 1 0,0 0 0,0 0 0,0 0 0,0 0 0,-1 1 0,1-1 0,-1 0 0,0 0 0,0 1 0,0-1 0,0 1 0,-1 0 0,1 0 0,0 0 0,-1 0 0,0 0 0,-4-2 0,-2 0 0,0 1 0,0 1 0,0 0 0,0 0 0,-1 1 0,-16-1 0,-62 6 0,37-1 0,5-3 0,33-1 0,0 0 0,0 1 0,0 1 0,0 0 0,-1 1 0,1 1 0,1-1 0,-1 2 0,-13 5 0,7 0 0,0 0 0,0-2 0,-1 0 0,-37 8 0,6-4 0,27-5 0,0-1 0,-38 3 0,-48-8 0,71-2 0,1 3 0,0 0 0,-59 11 0,-50 9 0,-1 0 0,-134 61 0,260-75 0,-1-1 0,1-2 0,-36 4 0,-12 1 0,48-3 0,0 1 0,0 1 0,1 0 0,-25 15 0,16-8 0,8-3 0,-31 21 0,40-23 0,-1 0 0,-1-2 0,0 1 0,0-2 0,-28 10 0,-18 3 0,-102 47 0,148-58 0,-1 0 0,-26 22 0,30-22 0,0 0 0,0-1 0,-1 0 0,0-1 0,-14 6 0,0-4 0,-169 57 0,91-35 0,89-25 0,0 0 0,0 1 0,1 0 0,-22 15 0,25-14 0,0-1 0,0 0 0,-1-1 0,0 0 0,0-1 0,-1 0 0,-18 3 0,28-7 0,-6 0 0,0 1 0,1-1 0,-1-1 0,0 0 0,-17-2 0,28 2 0,-1 0 0,0 0 0,0 0 0,1 0 0,-1 0 0,0-1 0,0 1 0,1 0 0,-1 0 0,0 0 0,0 0 0,0 0 0,1-1 0,-1 1 0,0 0 0,0 0 0,0 0 0,0-1 0,0 1 0,1 0 0,-1 0 0,0-1 0,0 1 0,0 0 0,0 0 0,0-1 0,0 1 0,0 0 0,0 0 0,0-1 0,0 1 0,0 0 0,0 0 0,0-1 0,0 1 0,0 0 0,0 0 0,0-1 0,0 1 0,0 0 0,0 0 0,0 0 0,-1-1 0,1 1 0,0 0 0,0 0 0,0-1 0,0 1 0,-1 0 0,1 0 0,0 0 0,0 0 0,0-1 0,-1 1 0,1 0 0,0 0 0,0 0 0,0 0 0,-1 0 0,1 0 0,0 0 0,0 0 0,-1 0 0,1-1 0,0 1 0,0 0 0,-1 0 0,20-10 0,51-22 0,94-37 0,-137 59 0,1 2 0,0 1 0,0 1 0,35-2 0,14 4 0,67-7 0,-62 0 0,85 1 0,84 11 0,-90 0 0,1383-1 0,-1527-1 0,0-1 0,0-1 0,0 0 0,0-1 0,31-13 0,-23 8 0,40-9 0,-50 16 0,-11 2 0,0 0 0,0-1 0,1 0 0,-1 0 0,0 0 0,0 0 0,0 0 0,-1-1 0,1 0 0,0 0 0,0 0 0,4-3 0,-8 5 0,0 0 0,0-1 0,0 1 0,0 0 0,1 0 0,-1 0 0,0 0 0,0-1 0,0 1 0,0 0 0,0 0 0,0 0 0,0 0 0,0-1 0,0 1 0,0 0 0,0 0 0,0 0 0,0-1 0,0 1 0,0 0 0,0 0 0,0 0 0,0-1 0,0 1 0,0 0 0,0 0 0,0 0 0,0 0 0,0-1 0,0 1 0,0 0 0,0 0 0,0 0 0,0 0 0,-1-1 0,1 1 0,0 0 0,0 0 0,0 0 0,-11-5 0,-12 1 0,-29-1 0,0 3 0,-75 7 0,84 1 0,-74 21 0,82-18 0,-1 0 0,1-3 0,-54 4 0,-297-12 0,366 4 0,-1 1 0,1 0 0,-1 1 0,1 1 0,-30 13 0,-27 6 0,38-14 0,7-2 0,0-1 0,-44 5 0,-49 3 0,74-7 0,-73 2 0,104-10 0,1 0 0,-1 0 0,0 1 0,1 1 0,-30 7 0,22-3 0,0-1 0,-45 2 0,27-3 0,-31 10 0,54-9 0,-44 4 0,-122-7 0,133-3 0,1540 2 0,-729-2 0,-744 1 0,0-1 0,0 0 0,0-1 0,0-1 0,-1 1 0,1-2 0,-1 0 0,16-7 0,2-4 0,49-36 0,-57 38 0,30-14 0,-33 19 0,-1-1 0,-1-1 0,25-18 0,-35 22 0,-1 0 0,1 0 0,-2 0 0,1 0 0,0-1 0,-1 0 0,-1 0 0,1 0 0,-1 0 0,0-1 0,-1 1 0,1-1 0,-2 0 0,3-14 0,-1-10 0,-2 0 0,-3-46 0,-1 26 0,2-477 0,1 522 0,0 0 0,1 0 0,0 0 0,0 0 0,1 1 0,0-1 0,0 1 0,5-10 0,-7 14 0,1 1 0,0 0 0,-1-1 0,1 1 0,0 0 0,0-1 0,0 1 0,0 0 0,0 0 0,1 0 0,-1 0 0,0 0 0,0 0 0,1 0 0,-1 1 0,0-1 0,1 0 0,-1 1 0,1-1 0,-1 1 0,1-1 0,-1 1 0,1 0 0,-1 0 0,1 0 0,0 0 0,-1 0 0,1 0 0,-1 0 0,1 0 0,-1 0 0,1 1 0,-1-1 0,1 1 0,-1-1 0,1 1 0,-1 0 0,0-1 0,1 1 0,-1 0 0,0 0 0,1 0 0,0 1 0,13 10 0,0 1 0,-2 1 0,17 18 0,-10-9 0,5 7 0,-1 0 0,-2 2 0,31 59 0,-47-77 0,0-1 0,-1 2 0,0-1 0,-1 0 0,-1 1 0,0 0 0,1 21 0,-5 108 0,-2-68 0,3-68 0,0 0 0,-1 0 0,0 0 0,0 0 0,-1 0 0,0 0 0,0 0 0,-1-1 0,0 1 0,0-1 0,-1 1 0,0-1 0,0 0 0,-1 0 0,0-1 0,0 0 0,0 0 0,-1 0 0,0 0 0,0-1 0,-1 0 0,1 0 0,-1-1 0,0 1 0,0-2 0,0 1 0,-1-1 0,0 0 0,1 0 0,-1-1 0,-15 2 0,-59-2 0,67-3 0,0 1 0,0 0 0,0 1 0,0 1 0,1 0 0,-1 1 0,1 0 0,-24 10 0,-9 7 0,17-7 0,-34 20 0,63-33 0,1 0 0,0 0 0,0 0 0,0 0 0,0 0 0,0 0 0,0 0 0,0 0 0,0 0 0,0 0 0,-1 0 0,1 1 0,0-1 0,0 0 0,0 0 0,0 0 0,0 0 0,0 0 0,0 0 0,0 0 0,0 0 0,0 0 0,0 0 0,0 0 0,-1 1 0,1-1 0,0 0 0,0 0 0,0 0 0,0 0 0,0 0 0,0 0 0,0 0 0,0 0 0,0 0 0,0 1 0,0-1 0,0 0 0,0 0 0,0 0 0,0 0 0,0 0 0,0 0 0,0 0 0,1 0 0,-1 1 0,0-1 0,0 0 0,0 0 0,0 0 0,0 0 0,0 0 0,0 0 0,8 3 0,11-2 0,41-2 0,43 2 0,-91 0 0,-1 1 0,1 0 0,-1 1 0,0 0 0,0 1 0,20 8 0,-17-5 0,0-1 0,1-1 0,-1 0 0,1-1 0,1-1 0,20 3 0,-10-4 0,0-1 0,51-5 0,-74 4 0,0-1 0,0 1 0,0-1 0,0 0 0,0 0 0,0 0 0,0 0 0,0-1 0,0 1 0,-1-1 0,1 1 0,-1-1 0,1 0 0,-1 0 0,0 0 0,3-3 0,-2 1 0,-1 0 0,1 0 0,-1 0 0,0 0 0,0-1 0,0 1 0,0-1 0,-1 1 0,1-8 0,0-5 0,-1 0 0,0 1 0,-1-1 0,-5-32 0,1 34 0,1-1 0,-2 1 0,0 0 0,-11-22 0,9 23 0,1 0 0,1 0 0,0-1 0,1 1 0,-2-16 0,2-28 0,5-72 0,0 76 0,0 125 0,-3 103 0,-2-149 0,-2 0 0,0 0 0,-2 0 0,-1-1 0,-21 41 0,23-53 0,0 0 0,-1-1 0,-1 0 0,1 0 0,-14 12 0,10-12 0,2 1 0,0 0 0,-14 22 0,18-23 0,-1 0 0,0-1 0,-1 0 0,0 0 0,-13 12 0,16-17 0,0-1 0,-1 0 0,1 0 0,-1-1 0,0 0 0,0 0 0,0 0 0,0-1 0,-1 0 0,1 0 0,-1 0 0,-7 0 0,-28 1 54,-76-4 0,53-1-1527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10:42:39.782"/>
    </inkml:context>
    <inkml:brush xml:id="br0">
      <inkml:brushProperty name="width" value="0.35" units="cm"/>
      <inkml:brushProperty name="height" value="0.35" units="cm"/>
      <inkml:brushProperty name="color" value="#FFFFFF"/>
    </inkml:brush>
  </inkml:definitions>
  <inkml:trace contextRef="#ctx0" brushRef="#br0">5539 731 24575,'-3626'0'0,"6088"0"-3811,-1544-44 2553,-815 35 1159,93-10 915,-159 11-363,-28 2 192,-13 1-182,-17-1 263,-24 0-167,-80-1 1,-53 12 329,129-3-832,-1050 86-2777,172 7 2593,389-41 149,-194 0-85,920-56 988,379-8-748,588 8-1062,-679 10 653,-198-7 366,-1364-1 2635,1065 0-2769,-86-4 0,95 3 0,1 0 0,0-1 0,0 0 0,1-1 0,-1 0 0,1-1 0,-11-5 0,20 8 0,1 1 0,-1 0 0,0 0 0,1 0 0,-1-1 0,1 1 0,-1 0 0,0 0 0,1-1 0,-1 1 0,1-1 0,-1 1 0,1 0 0,-1-1 0,1 1 0,0-1 0,-1 1 0,1-1 0,0 0 0,-1 1 0,1-1 0,0 1 0,0-1 0,-1 1 0,1-1 0,0 0 0,0 1 0,0-1 0,0 0 0,0 1 0,0-1 0,0 0 0,0 1 0,0-2 0,1 1 0,1-1 0,-1 1 0,0-1 0,1 1 0,0 0 0,-1 0 0,1 0 0,0 0 0,-1 0 0,1 0 0,0 0 0,0 1 0,3-1 0,42-12 0,96-13 0,-110 21 0,173-22-164,986-65-3569,-66 7 720,-957 67 2987,284-32 3,-378 38 770,-74 12-708,1 0 1,-1-1-1,1 1 1,-1 0 0,1-1-1,-1 1 1,1-1-1,-1 1 1,1-1-1,-1 0 1,0 0-1,1 1 1,-1-1-1,0 0 1,0 0-1,2-2 1,-3 2-4,0 0 0,-1 0 0,1 0 0,-1 1-1,1-1 1,-1 0 0,0 1 0,1-1 0,-1 0 0,0 1 0,1-1 0,-1 1 0,0-1-1,0 1 1,1-1 0,-1 1 0,0 0 0,0-1 0,0 1 0,0 0 0,1 0 0,-1-1 0,0 1-1,0 0 1,-2 0 0,-23-6 621,0 1-1,-47-3 1,-62 4 749,85 4-901,-91 4-263,1 6 0,-165 32 0,-386 46-1570,-4-38-190,-164-7 1286,673-35-151,-140 4 1121,392-13 270,467 13 707,746 74-5078,-275-38 3228,-1244-48 3578,-423 46-3961,1 34-21,461-55 712,-261 36-252,426-55 79,78-11 0,801-120 0,-319 65 753,-262 34-488,-240 22-265,-22 4 0,0 0 0,0 0 0,1 0 0,-1 0 0,0 0 0,0 0 0,0 0 0,0 0 0,0 0 0,0 0 0,1 0 0,-1-1 0,0 1 0,0 0 0,0 0 0,0 0 0,0 0 0,0 0 0,0 0 0,1 0 0,-1 0 0,0 0 0,0 0 0,0-1 0,0 1 0,0 0 0,0 0 0,0 0 0,0 0 0,0 0 0,0 0 0,0-1 0,0 1 0,0 0 0,0 0 0,0 0 0,0 0 0,0 0 0,0 0 0,0-1 0,0 1 0,0 0 0,0 0 0,0 0 0,0 0 0,0 0 0,0 0 0,0-1 0,0 1 0,0 0 0,0 0 0,0 0 0,0 0 0,0 0 0,-1 0 0,1-1 0,-3 0 0,-1-1 0,0 0 0,0 1 0,0 0 0,0 0 0,-8-1 0,-59-8 0,0 3 0,-76 3 0,-147 17 0,-163 22-233,-275 14-508,-117-48-1723,255-32 2285,2-25-979,523 48 1179,1-3 1,-87-26-1,147 35 93,-1-1 0,1-1 0,0 1 0,0-2 0,0 1 0,0-1 0,1 0 0,0 0 0,0-1 0,0 0 0,-7-8 0,12 10 6,-1 1-1,1-1 0,0 0 0,0 1 0,0-1 0,0 0 0,0 0 0,1 0 0,0-1 0,0 1 0,0 0 1,0 0-1,1-1 0,0 1 0,0 0 0,0-1 0,0 1 0,1 0 0,-1 0 0,1-1 0,0 1 0,0 0 1,1 0-1,3-7 0,3-5-70,1 0 1,1 1 0,0 0-1,1 1 1,1 0 0,0 0-1,25-20 1,-6 9-61,1 2 1,53-30-1,-9 14-38,1 3-1,2 4 0,1 4 1,2 3-1,106-19 1,-11 15-100,262-8 0,159 35 149,-578 2 0,-3 0 0,0 0 0,0 1 0,0 1 0,0 0 0,0 2 0,17 5 0,-31-8 6,-1-1 0,1 1 1,-1 0-1,0 1 0,0-1 0,0 0 0,0 1 1,0-1-1,0 1 0,0-1 0,0 1 0,0 0 1,-1 0-1,3 2 0,-4-2 5,1-1 0,-1 0-1,1 1 1,-1-1 0,0 0 0,1 1-1,-1-1 1,0 1 0,0-1 0,0 1 0,0-1-1,0 1 1,0-1 0,0 0 0,-1 1-1,1-1 1,-1 1 0,0 1 0,-3 4 22,1-1 0,-2 0 0,1 1 0,-1-1 0,0-1 0,0 1 0,-1-1 0,-6 5 0,-32 27-33,-2-2 0,-2-2 0,-1-2 0,-1-3 0,-2-1 0,0-3 0,-103 32 0,33-25-190,-1-6-1,-160 13 0,-259-14-381,-311-25 572,471-2 0,306 3 0,-10 0 0,-164-18 0,242 16 0,0 1 0,0-1 0,1 0 0,-1-1 0,0 0 0,1 0 0,0 0 0,-1-1 0,2 0 0,-1-1 0,0 1 0,-9-11 0,13 12 0,0 0 0,0-1 0,1 1 0,0-1 0,0 0 0,0 1 0,0-1 0,0 0 0,1 0 0,0 0 0,0 0 0,0-1 0,0 1 0,1 0 0,-1 0 0,1-1 0,0 1 0,1 0 0,-1 0 0,1-1 0,-1 1 0,1 0 0,1 0 0,2-7 0,-2 5-5,1-1 1,1 0-1,-1 1 1,1 0-1,0 0 0,1 0 1,-1 0-1,7-5 1,3-2 106,32-21 1,12-4 158,2 3 1,2 2 0,81-30 0,208-52-329,-283 98 67,1 3 0,138-9 0,142 19 0,-255 6 0,-31-2-13,396 9-575,-3 38 93,-4 51 495,-433-92 13,79 23 304,-89-25-260,-1-1-1,1 1 1,-1 1-1,0-1 1,0 1-1,-1 1 0,0 0 1,9 8-1,-14-12-47,0 0-1,0 0 1,0 0-1,-1 1 1,1-1-1,-1 0 1,0 1-1,1-1 1,-1 1-1,0 0 1,-1-1-1,1 1 1,0 0-1,-1-1 1,1 1-1,-1 0 1,0 0-1,0 0 1,0-1-1,0 1 1,-1 0-1,1 0 1,-1-1-1,0 1 0,1 0 1,-1 0-1,-1-1 1,1 1-1,0-1 1,0 1-1,-1-1 1,-3 4-1,-2 3-11,-2 0 0,1 0 0,-1-1 0,-1 0 0,1 0-1,-15 7 1,-13 7 3,-2-1 0,0-2 0,-2-2 0,-67 19 0,-178 29 0,182-44 0,-37 5 0,0-7 0,-2-5 0,-234-9 0,196-21 0,146 10 0,0-1 0,0-1 0,-36-15 0,67 21 0,0-1 0,0 1 0,0-1 0,0 0 0,0 0 0,0 0 0,1 0 0,-1 0 0,1-1 0,0 0 0,0 0 0,1 0 0,-1 0 0,1 0 0,0 0 0,0-1 0,0 1 0,0-1 0,1 1 0,0-1 0,0 0 0,0 1 0,0-1 0,1 0 0,0-5 0,0 0 0,0 1 0,0-1 0,1 1 0,1 0 0,0-1 0,0 1 0,0 0 0,1 0 0,1 0 0,-1 1 0,1-1 0,7-9 0,-2 7 0,-1 0 0,2 1 0,-1 1 0,2-1 0,-1 2 0,1-1 0,15-8 0,10-3 0,45-19 0,4 5-154,2 4-1,1 3 1,105-17-1,277-20-463,257 45 1812,-454 20-1152,-266-1-42,1 0 0,-1 1 0,1 0 0,-1 0 0,1 1 0,-1 0 0,1 0 0,-1 1 0,13 6 0,-17-7 0,-1-1 0,1 1 0,-1 0 0,1 0 0,-1 0 0,0 0 0,0 0 0,0 1 0,0-1 0,0 1 0,0-1 0,-1 1 0,0 0 0,1-1 0,-1 1 0,0 0 0,0 0 0,0 0 0,-1 0 0,1 0 0,-1 0 0,1 0 0,-1 0 0,0 0 0,0 0 0,0 0 0,-1 0 0,0 3 0,-1 3 0,-1 0 0,0 0 0,-1 0 0,0-1 0,0 0 0,-1 1 0,0-2 0,0 1 0,0 0 0,-9 8 0,-5 2 0,0 0 0,-31 23 0,-12 7 0,27-19 0,-1-2 0,-69 39 0,55-43 57,0-3 0,-2-1 0,0-2 0,-1-3 0,-55 7 0,18-9-626,0-5 0,-112-4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10:42:47.891"/>
    </inkml:context>
    <inkml:brush xml:id="br0">
      <inkml:brushProperty name="width" value="0.35" units="cm"/>
      <inkml:brushProperty name="height" value="0.35" units="cm"/>
      <inkml:brushProperty name="color" value="#FFFFFF"/>
    </inkml:brush>
  </inkml:definitions>
  <inkml:trace contextRef="#ctx0" brushRef="#br0">5234 769 24575,'-1483'0'-1193,"1312"-13"1842,22 0-105,-192 28-544,2 30 0,269-35 0,0 4 0,2 2 0,0 4 0,-81 34 0,115-40 0,23-10 0,1 0 0,0 0 0,0 1 0,0 1 0,-10 7 0,17-10 0,0-1 0,0 1 0,1 0 0,-1 0 0,1 0 0,0 0 0,-1 1 0,2-1 0,-1 0 0,0 1 0,1-1 0,0 1 0,-1 0 0,1 0 0,1-1 0,-1 1 0,1 0 0,-1 0 0,1 5 0,0-5 0,1 1 0,-1 0 0,1 0 0,0-1 0,1 1 0,-1 0 0,1-1 0,0 1 0,0-1 0,0 0 0,0 0 0,1 0 0,0 0 0,-1 0 0,2 0 0,-1-1 0,0 1 0,1-1 0,-1 0 0,1 0 0,0 0 0,0-1 0,0 1 0,1-1 0,5 2 0,5 3 0,0-2 0,1 0 0,0 0 0,0-2 0,0 0 0,20 1 0,27 0 0,101-7 0,-125 0 0,-1-2 0,0-2 0,71-22 0,132-55 0,-218 78 0,1 0 0,0 1 0,0 1 0,40-1 0,40-6 0,-23-6 0,-19 4 0,112-10 0,310-13 0,89-2 0,-102 2 0,-201-1 0,-66 4 0,-115 17 0,51-7 0,24 3 0,-32 3 0,162-40 0,-113 17 0,-167 37 0,1 0 0,-1 0 0,1 2 0,26-1 0,-38 2 0,0 0 0,0 0 0,0 0 0,0 1 0,0-1 0,0 1 0,0 0 0,0 0 0,0 0 0,-1 0 0,1 1 0,0-1 0,-1 1 0,1-1 0,-1 1 0,0 0 0,1 0 0,-1 0 0,0 0 0,0 1 0,0-1 0,-1 0 0,1 1 0,2 5 0,-1 0 0,0 1 0,-1 0 0,-1 0 0,1 0 0,-2 0 0,1 16 0,3 26 0,6 20 0,-2 0 0,-2 89 0,-11-47 0,3-98 0,-1 1 0,-1-1 0,0 1 0,-1-1 0,-8 17 0,8-21 0,0 0 0,-1 0 0,0-1 0,0 0 0,-1 0 0,-1 0 0,0-1 0,0 0 0,0-1 0,-19 14 0,6-7 0,-1-2 0,-1 0 0,0-1 0,-39 13 0,51-21 0,-1 0 0,1-1 0,-1 0 0,0-1 0,0-1 0,0 0 0,0 0 0,0-1 0,0-1 0,1 0 0,-1-1 0,-12-2 0,21 3 0,1 0 0,0 0 0,-1 0 0,1 0 0,0 0 0,0 0 0,0 0 0,0-1 0,0 1 0,0-1 0,0 0 0,0 1 0,1-1 0,-1 0 0,1 0 0,-1 0 0,1 0 0,0 0 0,0 0 0,-1-1 0,2 1 0,-1 0 0,0-1 0,0 1 0,1 0 0,-1-1 0,1 1 0,0-1 0,0 1 0,0-3 0,0-2 0,1-1 0,0 1 0,1 0 0,0 1 0,0-1 0,0 0 0,1 0 0,0 1 0,5-10 0,3-1 0,1 0 0,1 1 0,0 1 0,1-1 0,0 2 0,2 0 0,-1 1 0,20-12 0,5 0 0,1 2 0,62-25 0,-83 38 0,0-1 0,-1-1 0,27-21 0,29-19 0,-52 40 0,0 1 0,1 1 0,0 1 0,1 0 0,0 2 0,25-3 0,3 2 0,103 0 0,-91 7 0,0-3 0,89-17 0,-150 20 0,1 0 0,0 0 0,0-1 0,0 1 0,-1-1 0,1 0 0,-1 0 0,0-1 0,1 1 0,-1-1 0,0 0 0,0 0 0,6-7 0,-9 6 0,-7 7 0,-8 9 0,8-3 0,0 0 0,1 1 0,0 0 0,0 0 0,1 0 0,0 0 0,-4 19 0,-4 11 0,-36 86 0,34-84 0,12-33 0,-1 0 0,0 0 0,0 0 0,-1-1 0,0 1 0,-1-1 0,1 0 0,-9 10 0,3-7 0,-18 21 0,-1-1 0,-41 34 0,62-60 0,0 0 0,0 0 0,0-1 0,-1 0 0,0-1 0,0 0 0,0 0 0,0-1 0,0 0 0,-13 1 0,8-2 0,1 0 0,0-1 0,-1-1 0,1 0 0,-1-1 0,-21-5 0,29 5 0,0-1 0,0 0 0,0 0 0,0 0 0,0 0 0,0-1 0,1 0 0,0 0 0,0-1 0,0 0 0,0 1 0,1-1 0,0-1 0,0 1 0,0-1 0,1 0 0,-1 1 0,1-1 0,1-1 0,-1 1 0,1 0 0,-3-14 0,0-8 0,1-2 0,1 1 0,2-56 0,1 71 0,0 8 0,0-38 0,1 0 0,9-47 0,-8 78 0,1 0 0,1 0 0,0 0 0,0 0 0,1 1 0,1 0 0,0 0 0,1 0 0,0 0 0,1 1 0,11-13 0,-4 8 0,1 0 0,1 1 0,0 1 0,1 1 0,34-20 0,-45 29 0,0 1 0,1 0 0,-1 0 0,1 1 0,0 0 0,-1 0 0,1 1 0,12-1 0,-14 3 0,-1-1 0,1 1 0,-1-1 0,1 1 0,-1 1 0,0-1 0,0 1 0,0 0 0,1 0 0,-2 1 0,1-1 0,0 1 0,7 6 0,-7-4 0,1 1 0,-1-1 0,0 1 0,0 1 0,0-1 0,-1 1 0,0 0 0,-1-1 0,1 2 0,-1-1 0,-1 0 0,1 1 0,-1-1 0,-1 1 0,2 8 0,0 16 0,0 0 0,-4 43 0,1-58 0,-2 3 0,0 0 0,-1-1 0,0 1 0,-2-1 0,-10 28 0,-46 90 0,35-82 0,21-45 0,-1 6 0,-2-1 0,0 0 0,0-1 0,-13 16 0,17-25 0,0-1 0,0 0 0,0 0 0,-1-1 0,1 1 0,-1-1 0,0 0 0,0 0 0,-1 0 0,1-1 0,0 0 0,-1 0 0,1 0 0,-1-1 0,0 1 0,-6-1 0,-30 3 0,0-2 0,-46-5 0,-84-14 0,-9 0 0,85 12 0,-156-12 0,216 12 0,-345-36 0,-3 26 0,360 14 0,0-1 0,1-1 0,-30-8 0,25 5 0,-48-5 0,-100-7 0,91 8 0,0 4 0,-91 6 0,-48-2 0,83-16 0,-46-1 0,22 0 0,112 10 0,-56 0 0,48 4 0,-71-13 0,102 13 0,-146-31 0,-64-8 0,156 33 0,-90-8 0,92 9 0,0-4 0,-86-27 0,115 28 0,1 0 0,-208-48 0,214 50 0,-1-2 0,2-2 0,-57-26 0,63 22 0,24 11 0,0 1 0,-1 0 0,0 1 0,-1 1 0,-29-6 0,-145-26 0,40 5 0,66 17 0,0-4 0,-141-51 0,179 53 0,30 12 0,0-1 0,0 0 0,0-2 0,1 0 0,0-1 0,0-1 0,-25-19 0,18 5 0,0 0 0,2-2 0,1 0 0,-20-34 0,37 56 0,1 0 0,0 0 0,0 0 0,0-1 0,1 1 0,0-1 0,0 1 0,0-1 0,0 1 0,0-1 0,1 1 0,0-1 0,0 0 0,0 1 0,1-1 0,2-9 0,-1 6 0,2 1 0,-1-1 0,1 0 0,0 1 0,1 0 0,-1 0 0,1 0 0,8-8 0,-2 2 0,0 1 0,0 0 0,1 1 0,1 1 0,0 0 0,0 0 0,1 1 0,0 1 0,0 0 0,1 1 0,0 1 0,1 0 0,27-6 0,-3 7 0,0 1 0,1 3 0,48 4 0,-83-3 0,6 2 0,0 0 0,0 0 0,0 1 0,0 1 0,-1 0 0,0 1 0,0 0 0,0 0 0,0 1 0,-1 1 0,0 0 0,0 0 0,-1 1 0,0 0 0,0 1 0,-1 0 0,0 0 0,0 1 0,-1 0 0,-1 0 0,1 1 0,-2-1 0,0 1 0,6 17 0,-3 12 0,-2 0 0,-2 1 0,-2-1 0,-5 72 0,1-88 0,-1 0 0,-1 0 0,-1-1 0,-2 1 0,-11 27 0,-56 111 0,59-131 0,-86 152 0,80-151 0,-2-1 0,0-1 0,-41 39 0,3-13 0,-1-2 0,-3-3 0,-120 71 0,148-101 0,-1-3 0,-81 28 0,92-38 0,-1-2 0,0 0 0,0-2 0,0-1 0,-43-1 0,53-3 0,-45-3 0,57 3 0,1 0 0,-1-1 0,1 0 0,0 1 0,0-2 0,-1 1 0,2 0 0,-1-1 0,-7-5 0,4 1 0,0-1 0,1 1 0,0-2 0,0 1 0,0-1 0,-8-16 0,-28-66 0,36 77 0,-21-57 0,3-2 0,3-1 0,3-1 0,-12-104 0,16 29 0,5-192 0,11 285-455,4 0 0,17-91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10:42:50.184"/>
    </inkml:context>
    <inkml:brush xml:id="br0">
      <inkml:brushProperty name="width" value="0.35" units="cm"/>
      <inkml:brushProperty name="height" value="0.35" units="cm"/>
      <inkml:brushProperty name="color" value="#FFFFFF"/>
    </inkml:brush>
  </inkml:definitions>
  <inkml:trace contextRef="#ctx0" brushRef="#br0">1607 1 24575,'700'0'0,"-649"2"0,69 12 0,1 1 0,-40-11 0,-29-2 0,68 11 0,-45-2 0,116 1 0,-809-12 0,386 17 0,-23 1 0,108-16 21,-224 11-177,-579 43-523,406-19 679,630-36 814,267-16-814,-77 2 0,290 0-657,819-33-2236,-826-3 2627,-31 2-709,-471 43-2425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83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8.png"/><Relationship Id="rId18" Type="http://schemas.openxmlformats.org/officeDocument/2006/relationships/image" Target="../media/image10.png"/><Relationship Id="rId3" Type="http://schemas.openxmlformats.org/officeDocument/2006/relationships/image" Target="../media/image3.png"/><Relationship Id="rId21" Type="http://schemas.openxmlformats.org/officeDocument/2006/relationships/image" Target="../media/image11.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customXml" Target="../ink/ink8.xml"/><Relationship Id="rId2" Type="http://schemas.openxmlformats.org/officeDocument/2006/relationships/notesSlide" Target="../notesSlides/notesSlide1.xml"/><Relationship Id="rId16" Type="http://schemas.openxmlformats.org/officeDocument/2006/relationships/customXml" Target="../ink/ink7.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2.png"/><Relationship Id="rId10" Type="http://schemas.openxmlformats.org/officeDocument/2006/relationships/customXml" Target="../ink/ink4.xml"/><Relationship Id="rId19" Type="http://schemas.openxmlformats.org/officeDocument/2006/relationships/customXml" Target="../ink/ink9.xml"/><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 Id="rId22" Type="http://schemas.openxmlformats.org/officeDocument/2006/relationships/customXml" Target="../ink/ink11.xml"/></Relationships>
</file>

<file path=ppt/slides/_rels/slide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customXml" Target="../ink/ink14.xml"/><Relationship Id="rId5" Type="http://schemas.openxmlformats.org/officeDocument/2006/relationships/image" Target="../media/image140.png"/><Relationship Id="rId4" Type="http://schemas.openxmlformats.org/officeDocument/2006/relationships/customXml" Target="../ink/ink13.xml"/></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customXml" Target="../ink/ink15.xml"/><Relationship Id="rId3" Type="http://schemas.openxmlformats.org/officeDocument/2006/relationships/image" Target="../media/image15.png"/><Relationship Id="rId21" Type="http://schemas.openxmlformats.org/officeDocument/2006/relationships/image" Target="../media/image290.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notesSlide" Target="../notesSlides/notesSlide4.xml"/><Relationship Id="rId16" Type="http://schemas.openxmlformats.org/officeDocument/2006/relationships/image" Target="../media/image29.png"/><Relationship Id="rId20" Type="http://schemas.openxmlformats.org/officeDocument/2006/relationships/customXml" Target="../ink/ink16.xml"/><Relationship Id="rId1" Type="http://schemas.openxmlformats.org/officeDocument/2006/relationships/slideLayout" Target="../slideLayouts/slideLayout5.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280.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sv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2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ustomXml" Target="../ink/ink18.xml"/><Relationship Id="rId5" Type="http://schemas.openxmlformats.org/officeDocument/2006/relationships/image" Target="../media/image310.png"/><Relationship Id="rId4" Type="http://schemas.openxmlformats.org/officeDocument/2006/relationships/customXml" Target="../ink/ink17.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customXml" Target="../ink/ink19.xml"/><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4.png"/><Relationship Id="rId7" Type="http://schemas.openxmlformats.org/officeDocument/2006/relationships/customXml" Target="../ink/ink20.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50.png"/><Relationship Id="rId4" Type="http://schemas.openxmlformats.org/officeDocument/2006/relationships/image" Target="../media/image42.svg"/><Relationship Id="rId9" Type="http://schemas.openxmlformats.org/officeDocument/2006/relationships/customXml" Target="../ink/ink21.xml"/></Relationships>
</file>

<file path=ppt/slides/_rels/slide10.xml.rels><?xml version="1.0" encoding="UTF-8" standalone="yes"?>
<Relationships xmlns="http://schemas.openxmlformats.org/package/2006/relationships"><Relationship Id="rId8" Type="http://schemas.openxmlformats.org/officeDocument/2006/relationships/image" Target="../media/image47.jpg"/><Relationship Id="rId13" Type="http://schemas.openxmlformats.org/officeDocument/2006/relationships/hyperlink" Target="mailto:pereiraassociates604@gmail.com" TargetMode="External"/><Relationship Id="rId3" Type="http://schemas.openxmlformats.org/officeDocument/2006/relationships/image" Target="../media/image48.png"/><Relationship Id="rId7" Type="http://schemas.openxmlformats.org/officeDocument/2006/relationships/image" Target="../media/image50.png"/><Relationship Id="rId12" Type="http://schemas.openxmlformats.org/officeDocument/2006/relationships/hyperlink" Target="mailto:darrylpereira@yahoo.com" TargetMode="External"/><Relationship Id="rId2" Type="http://schemas.openxmlformats.org/officeDocument/2006/relationships/customXml" Target="../ink/ink22.xml"/><Relationship Id="rId1" Type="http://schemas.openxmlformats.org/officeDocument/2006/relationships/slideLayout" Target="../slideLayouts/slideLayout9.xml"/><Relationship Id="rId6" Type="http://schemas.openxmlformats.org/officeDocument/2006/relationships/customXml" Target="../ink/ink24.xml"/><Relationship Id="rId11" Type="http://schemas.openxmlformats.org/officeDocument/2006/relationships/hyperlink" Target="https://thetoolkit.me/contact-us/" TargetMode="External"/><Relationship Id="rId5" Type="http://schemas.openxmlformats.org/officeDocument/2006/relationships/image" Target="../media/image49.png"/><Relationship Id="rId10" Type="http://schemas.openxmlformats.org/officeDocument/2006/relationships/image" Target="../media/image48.jpg"/><Relationship Id="rId4" Type="http://schemas.openxmlformats.org/officeDocument/2006/relationships/customXml" Target="../ink/ink23.xml"/><Relationship Id="rId9" Type="http://schemas.openxmlformats.org/officeDocument/2006/relationships/hyperlink" Target="https://www.vecteezy.com/vector-art/15374732-visit-us-text-button-visit-us-sign-icon-label-sticker-web-butt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830235"/>
            <a:ext cx="7556421" cy="1953816"/>
          </a:xfrm>
          <a:prstGeom prst="rect">
            <a:avLst/>
          </a:prstGeom>
          <a:noFill/>
          <a:ln/>
        </p:spPr>
        <p:txBody>
          <a:bodyPr wrap="squar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Registering a Will in India: Process, Legal Benefits &amp; Dispute Prevention</a:t>
            </a:r>
            <a:endParaRPr lang="en-US" sz="4100" dirty="0"/>
          </a:p>
        </p:txBody>
      </p:sp>
      <p:sp>
        <p:nvSpPr>
          <p:cNvPr id="4" name="Text 1"/>
          <p:cNvSpPr/>
          <p:nvPr/>
        </p:nvSpPr>
        <p:spPr>
          <a:xfrm>
            <a:off x="6280190" y="5081707"/>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Peace of Mind Through Legal Clarity</a:t>
            </a:r>
            <a:endParaRPr lang="en-US" sz="1550" dirty="0"/>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C4D681A-988D-4971-9753-28C87B399689}"/>
                  </a:ext>
                </a:extLst>
              </p14:cNvPr>
              <p14:cNvContentPartPr/>
              <p14:nvPr/>
            </p14:nvContentPartPr>
            <p14:xfrm>
              <a:off x="12000327" y="7730704"/>
              <a:ext cx="2319840" cy="311400"/>
            </p14:xfrm>
          </p:contentPart>
        </mc:Choice>
        <mc:Fallback xmlns="">
          <p:pic>
            <p:nvPicPr>
              <p:cNvPr id="7" name="Ink 6">
                <a:extLst>
                  <a:ext uri="{FF2B5EF4-FFF2-40B4-BE49-F238E27FC236}">
                    <a16:creationId xmlns:a16="http://schemas.microsoft.com/office/drawing/2014/main" id="{5C4D681A-988D-4971-9753-28C87B399689}"/>
                  </a:ext>
                </a:extLst>
              </p:cNvPr>
              <p:cNvPicPr/>
              <p:nvPr/>
            </p:nvPicPr>
            <p:blipFill>
              <a:blip r:embed="rId5"/>
              <a:stretch>
                <a:fillRect/>
              </a:stretch>
            </p:blipFill>
            <p:spPr>
              <a:xfrm>
                <a:off x="11982687" y="7694704"/>
                <a:ext cx="235548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09B9EA06-AA50-47BF-A422-B28AF52857D3}"/>
                  </a:ext>
                </a:extLst>
              </p14:cNvPr>
              <p14:cNvContentPartPr/>
              <p14:nvPr/>
            </p14:nvContentPartPr>
            <p14:xfrm>
              <a:off x="12542847" y="7754824"/>
              <a:ext cx="1307880" cy="219600"/>
            </p14:xfrm>
          </p:contentPart>
        </mc:Choice>
        <mc:Fallback xmlns="">
          <p:pic>
            <p:nvPicPr>
              <p:cNvPr id="8" name="Ink 7">
                <a:extLst>
                  <a:ext uri="{FF2B5EF4-FFF2-40B4-BE49-F238E27FC236}">
                    <a16:creationId xmlns:a16="http://schemas.microsoft.com/office/drawing/2014/main" id="{09B9EA06-AA50-47BF-A422-B28AF52857D3}"/>
                  </a:ext>
                </a:extLst>
              </p:cNvPr>
              <p:cNvPicPr/>
              <p:nvPr/>
            </p:nvPicPr>
            <p:blipFill>
              <a:blip r:embed="rId7"/>
              <a:stretch>
                <a:fillRect/>
              </a:stretch>
            </p:blipFill>
            <p:spPr>
              <a:xfrm>
                <a:off x="12453207" y="7574824"/>
                <a:ext cx="1487520" cy="579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32100BC8-3403-4B4B-A9FD-2B3E86458978}"/>
                  </a:ext>
                </a:extLst>
              </p14:cNvPr>
              <p14:cNvContentPartPr/>
              <p14:nvPr/>
            </p14:nvContentPartPr>
            <p14:xfrm>
              <a:off x="11506407" y="7691017"/>
              <a:ext cx="2712960" cy="424800"/>
            </p14:xfrm>
          </p:contentPart>
        </mc:Choice>
        <mc:Fallback xmlns="">
          <p:pic>
            <p:nvPicPr>
              <p:cNvPr id="9" name="Ink 8">
                <a:extLst>
                  <a:ext uri="{FF2B5EF4-FFF2-40B4-BE49-F238E27FC236}">
                    <a16:creationId xmlns:a16="http://schemas.microsoft.com/office/drawing/2014/main" id="{32100BC8-3403-4B4B-A9FD-2B3E86458978}"/>
                  </a:ext>
                </a:extLst>
              </p:cNvPr>
              <p:cNvPicPr/>
              <p:nvPr/>
            </p:nvPicPr>
            <p:blipFill>
              <a:blip r:embed="rId9"/>
              <a:stretch>
                <a:fillRect/>
              </a:stretch>
            </p:blipFill>
            <p:spPr>
              <a:xfrm>
                <a:off x="11416767" y="7511017"/>
                <a:ext cx="2892600" cy="784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59E5E86-3851-4957-9457-63FAD614AADB}"/>
                  </a:ext>
                </a:extLst>
              </p14:cNvPr>
              <p14:cNvContentPartPr/>
              <p14:nvPr/>
            </p14:nvContentPartPr>
            <p14:xfrm>
              <a:off x="12641847" y="7684537"/>
              <a:ext cx="3185640" cy="291600"/>
            </p14:xfrm>
          </p:contentPart>
        </mc:Choice>
        <mc:Fallback xmlns="">
          <p:pic>
            <p:nvPicPr>
              <p:cNvPr id="10" name="Ink 9">
                <a:extLst>
                  <a:ext uri="{FF2B5EF4-FFF2-40B4-BE49-F238E27FC236}">
                    <a16:creationId xmlns:a16="http://schemas.microsoft.com/office/drawing/2014/main" id="{D59E5E86-3851-4957-9457-63FAD614AADB}"/>
                  </a:ext>
                </a:extLst>
              </p:cNvPr>
              <p:cNvPicPr/>
              <p:nvPr/>
            </p:nvPicPr>
            <p:blipFill>
              <a:blip r:embed="rId11"/>
              <a:stretch>
                <a:fillRect/>
              </a:stretch>
            </p:blipFill>
            <p:spPr>
              <a:xfrm>
                <a:off x="12551847" y="7504537"/>
                <a:ext cx="3365280" cy="651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7E213FA9-5563-44E5-A63B-2F52AC41F77F}"/>
                  </a:ext>
                </a:extLst>
              </p14:cNvPr>
              <p14:cNvContentPartPr/>
              <p14:nvPr/>
            </p14:nvContentPartPr>
            <p14:xfrm>
              <a:off x="12789447" y="7796497"/>
              <a:ext cx="1248120" cy="133920"/>
            </p14:xfrm>
          </p:contentPart>
        </mc:Choice>
        <mc:Fallback xmlns="">
          <p:pic>
            <p:nvPicPr>
              <p:cNvPr id="11" name="Ink 10">
                <a:extLst>
                  <a:ext uri="{FF2B5EF4-FFF2-40B4-BE49-F238E27FC236}">
                    <a16:creationId xmlns:a16="http://schemas.microsoft.com/office/drawing/2014/main" id="{7E213FA9-5563-44E5-A63B-2F52AC41F77F}"/>
                  </a:ext>
                </a:extLst>
              </p:cNvPr>
              <p:cNvPicPr/>
              <p:nvPr/>
            </p:nvPicPr>
            <p:blipFill>
              <a:blip r:embed="rId13"/>
              <a:stretch>
                <a:fillRect/>
              </a:stretch>
            </p:blipFill>
            <p:spPr>
              <a:xfrm>
                <a:off x="12699807" y="7616857"/>
                <a:ext cx="1427760" cy="493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4692E1F8-93CD-4CD9-8D94-43EC8AB54CB6}"/>
                  </a:ext>
                </a:extLst>
              </p14:cNvPr>
              <p14:cNvContentPartPr/>
              <p14:nvPr/>
            </p14:nvContentPartPr>
            <p14:xfrm>
              <a:off x="13171407" y="7500217"/>
              <a:ext cx="360" cy="360"/>
            </p14:xfrm>
          </p:contentPart>
        </mc:Choice>
        <mc:Fallback xmlns="">
          <p:pic>
            <p:nvPicPr>
              <p:cNvPr id="12" name="Ink 11">
                <a:extLst>
                  <a:ext uri="{FF2B5EF4-FFF2-40B4-BE49-F238E27FC236}">
                    <a16:creationId xmlns:a16="http://schemas.microsoft.com/office/drawing/2014/main" id="{4692E1F8-93CD-4CD9-8D94-43EC8AB54CB6}"/>
                  </a:ext>
                </a:extLst>
              </p:cNvPr>
              <p:cNvPicPr/>
              <p:nvPr/>
            </p:nvPicPr>
            <p:blipFill>
              <a:blip r:embed="rId15"/>
              <a:stretch>
                <a:fillRect/>
              </a:stretch>
            </p:blipFill>
            <p:spPr>
              <a:xfrm>
                <a:off x="13081767" y="7320577"/>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6FD5FECF-C2C7-4CB8-897E-934B6778CB6B}"/>
                  </a:ext>
                </a:extLst>
              </p14:cNvPr>
              <p14:cNvContentPartPr/>
              <p14:nvPr/>
            </p14:nvContentPartPr>
            <p14:xfrm>
              <a:off x="13206327" y="7997737"/>
              <a:ext cx="360" cy="360"/>
            </p14:xfrm>
          </p:contentPart>
        </mc:Choice>
        <mc:Fallback xmlns="">
          <p:pic>
            <p:nvPicPr>
              <p:cNvPr id="13" name="Ink 12">
                <a:extLst>
                  <a:ext uri="{FF2B5EF4-FFF2-40B4-BE49-F238E27FC236}">
                    <a16:creationId xmlns:a16="http://schemas.microsoft.com/office/drawing/2014/main" id="{6FD5FECF-C2C7-4CB8-897E-934B6778CB6B}"/>
                  </a:ext>
                </a:extLst>
              </p:cNvPr>
              <p:cNvPicPr/>
              <p:nvPr/>
            </p:nvPicPr>
            <p:blipFill>
              <a:blip r:embed="rId15"/>
              <a:stretch>
                <a:fillRect/>
              </a:stretch>
            </p:blipFill>
            <p:spPr>
              <a:xfrm>
                <a:off x="13116327" y="7817737"/>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769C7780-4E74-49A2-B95C-E899EB4DD73A}"/>
                  </a:ext>
                </a:extLst>
              </p14:cNvPr>
              <p14:cNvContentPartPr/>
              <p14:nvPr/>
            </p14:nvContentPartPr>
            <p14:xfrm>
              <a:off x="12960123" y="7345057"/>
              <a:ext cx="1395720" cy="326520"/>
            </p14:xfrm>
          </p:contentPart>
        </mc:Choice>
        <mc:Fallback>
          <p:pic>
            <p:nvPicPr>
              <p:cNvPr id="14" name="Ink 13">
                <a:extLst>
                  <a:ext uri="{FF2B5EF4-FFF2-40B4-BE49-F238E27FC236}">
                    <a16:creationId xmlns:a16="http://schemas.microsoft.com/office/drawing/2014/main" id="{769C7780-4E74-49A2-B95C-E899EB4DD73A}"/>
                  </a:ext>
                </a:extLst>
              </p:cNvPr>
              <p:cNvPicPr/>
              <p:nvPr/>
            </p:nvPicPr>
            <p:blipFill>
              <a:blip r:embed="rId18"/>
              <a:stretch>
                <a:fillRect/>
              </a:stretch>
            </p:blipFill>
            <p:spPr>
              <a:xfrm>
                <a:off x="12870123" y="7165057"/>
                <a:ext cx="1575360" cy="686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7123991D-3EA5-4254-AC54-C1D64F5F31B6}"/>
                  </a:ext>
                </a:extLst>
              </p14:cNvPr>
              <p14:cNvContentPartPr/>
              <p14:nvPr/>
            </p14:nvContentPartPr>
            <p14:xfrm>
              <a:off x="13600167" y="7789657"/>
              <a:ext cx="360" cy="360"/>
            </p14:xfrm>
          </p:contentPart>
        </mc:Choice>
        <mc:Fallback xmlns="">
          <p:pic>
            <p:nvPicPr>
              <p:cNvPr id="15" name="Ink 14">
                <a:extLst>
                  <a:ext uri="{FF2B5EF4-FFF2-40B4-BE49-F238E27FC236}">
                    <a16:creationId xmlns:a16="http://schemas.microsoft.com/office/drawing/2014/main" id="{7123991D-3EA5-4254-AC54-C1D64F5F31B6}"/>
                  </a:ext>
                </a:extLst>
              </p:cNvPr>
              <p:cNvPicPr/>
              <p:nvPr/>
            </p:nvPicPr>
            <p:blipFill>
              <a:blip r:embed="rId15"/>
              <a:stretch>
                <a:fillRect/>
              </a:stretch>
            </p:blipFill>
            <p:spPr>
              <a:xfrm>
                <a:off x="13510167" y="7609657"/>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B5D9C79C-B5B3-485C-9084-01041C109825}"/>
                  </a:ext>
                </a:extLst>
              </p14:cNvPr>
              <p14:cNvContentPartPr/>
              <p14:nvPr/>
            </p14:nvContentPartPr>
            <p14:xfrm>
              <a:off x="13600167" y="7789657"/>
              <a:ext cx="360" cy="360"/>
            </p14:xfrm>
          </p:contentPart>
        </mc:Choice>
        <mc:Fallback xmlns="">
          <p:pic>
            <p:nvPicPr>
              <p:cNvPr id="16" name="Ink 15">
                <a:extLst>
                  <a:ext uri="{FF2B5EF4-FFF2-40B4-BE49-F238E27FC236}">
                    <a16:creationId xmlns:a16="http://schemas.microsoft.com/office/drawing/2014/main" id="{B5D9C79C-B5B3-485C-9084-01041C109825}"/>
                  </a:ext>
                </a:extLst>
              </p:cNvPr>
              <p:cNvPicPr/>
              <p:nvPr/>
            </p:nvPicPr>
            <p:blipFill>
              <a:blip r:embed="rId21"/>
              <a:stretch>
                <a:fillRect/>
              </a:stretch>
            </p:blipFill>
            <p:spPr>
              <a:xfrm>
                <a:off x="13510167" y="7609657"/>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3AE06B21-C9C8-4DF6-8CC6-CE2287F9D1AC}"/>
                  </a:ext>
                </a:extLst>
              </p14:cNvPr>
              <p14:cNvContentPartPr/>
              <p14:nvPr/>
            </p14:nvContentPartPr>
            <p14:xfrm>
              <a:off x="12899967" y="7800457"/>
              <a:ext cx="1588680" cy="319680"/>
            </p14:xfrm>
          </p:contentPart>
        </mc:Choice>
        <mc:Fallback xmlns="">
          <p:pic>
            <p:nvPicPr>
              <p:cNvPr id="18" name="Ink 17">
                <a:extLst>
                  <a:ext uri="{FF2B5EF4-FFF2-40B4-BE49-F238E27FC236}">
                    <a16:creationId xmlns:a16="http://schemas.microsoft.com/office/drawing/2014/main" id="{3AE06B21-C9C8-4DF6-8CC6-CE2287F9D1AC}"/>
                  </a:ext>
                </a:extLst>
              </p:cNvPr>
              <p:cNvPicPr/>
              <p:nvPr/>
            </p:nvPicPr>
            <p:blipFill>
              <a:blip r:embed="rId23"/>
              <a:stretch>
                <a:fillRect/>
              </a:stretch>
            </p:blipFill>
            <p:spPr>
              <a:xfrm>
                <a:off x="12837327" y="7737457"/>
                <a:ext cx="1714320" cy="445320"/>
              </a:xfrm>
              <a:prstGeom prst="rect">
                <a:avLst/>
              </a:prstGeom>
            </p:spPr>
          </p:pic>
        </mc:Fallback>
      </mc:AlternateContent>
      <p:sp>
        <p:nvSpPr>
          <p:cNvPr id="5" name="TextBox 4">
            <a:extLst>
              <a:ext uri="{FF2B5EF4-FFF2-40B4-BE49-F238E27FC236}">
                <a16:creationId xmlns:a16="http://schemas.microsoft.com/office/drawing/2014/main" id="{3CAF225A-DE35-E83A-C8F2-434F9F21BD37}"/>
              </a:ext>
            </a:extLst>
          </p:cNvPr>
          <p:cNvSpPr txBox="1"/>
          <p:nvPr/>
        </p:nvSpPr>
        <p:spPr>
          <a:xfrm>
            <a:off x="12101487" y="7765105"/>
            <a:ext cx="318564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44754"/>
            <a:ext cx="5209937"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Why Register a Will?</a:t>
            </a:r>
            <a:endParaRPr lang="en-US" sz="4100" dirty="0"/>
          </a:p>
        </p:txBody>
      </p:sp>
      <p:sp>
        <p:nvSpPr>
          <p:cNvPr id="3" name="Text 1"/>
          <p:cNvSpPr/>
          <p:nvPr/>
        </p:nvSpPr>
        <p:spPr>
          <a:xfrm>
            <a:off x="793790" y="2892862"/>
            <a:ext cx="13042821" cy="793909"/>
          </a:xfrm>
          <a:prstGeom prst="rect">
            <a:avLst/>
          </a:prstGeom>
          <a:noFill/>
          <a:ln/>
        </p:spPr>
        <p:txBody>
          <a:bodyPr wrap="square" lIns="0" tIns="0" rIns="0" bIns="0" rtlCol="0" anchor="t"/>
          <a:lstStyle/>
          <a:p>
            <a:pPr marL="0" indent="0" algn="l">
              <a:lnSpc>
                <a:spcPts val="3100"/>
              </a:lnSpc>
              <a:buNone/>
            </a:pPr>
            <a:r>
              <a:rPr lang="en-US" sz="1950" dirty="0">
                <a:solidFill>
                  <a:srgbClr val="272525"/>
                </a:solidFill>
                <a:latin typeface="Inter" pitchFamily="34" charset="0"/>
                <a:ea typeface="Inter" pitchFamily="34" charset="-122"/>
                <a:cs typeface="Inter" pitchFamily="34" charset="-120"/>
              </a:rPr>
              <a:t>While registering a will is </a:t>
            </a:r>
            <a:r>
              <a:rPr lang="en-US" sz="1950" b="1" dirty="0">
                <a:solidFill>
                  <a:srgbClr val="272525"/>
                </a:solidFill>
                <a:latin typeface="Inter" pitchFamily="34" charset="0"/>
                <a:ea typeface="Inter" pitchFamily="34" charset="-122"/>
                <a:cs typeface="Inter" pitchFamily="34" charset="-120"/>
              </a:rPr>
              <a:t>not mandatory</a:t>
            </a:r>
            <a:r>
              <a:rPr lang="en-US" sz="1950" dirty="0">
                <a:solidFill>
                  <a:srgbClr val="272525"/>
                </a:solidFill>
                <a:latin typeface="Inter" pitchFamily="34" charset="0"/>
                <a:ea typeface="Inter" pitchFamily="34" charset="-122"/>
                <a:cs typeface="Inter" pitchFamily="34" charset="-120"/>
              </a:rPr>
              <a:t> under Indian law, doing so offers significant advantages that strengthen its validity and security.</a:t>
            </a:r>
            <a:endParaRPr lang="en-US" sz="1950" dirty="0"/>
          </a:p>
        </p:txBody>
      </p:sp>
      <p:sp>
        <p:nvSpPr>
          <p:cNvPr id="4" name="Shape 2"/>
          <p:cNvSpPr/>
          <p:nvPr/>
        </p:nvSpPr>
        <p:spPr>
          <a:xfrm>
            <a:off x="793790" y="3910013"/>
            <a:ext cx="4215289" cy="2474833"/>
          </a:xfrm>
          <a:prstGeom prst="roundRect">
            <a:avLst>
              <a:gd name="adj" fmla="val 4434"/>
            </a:avLst>
          </a:prstGeom>
          <a:solidFill>
            <a:srgbClr val="FFFFFF">
              <a:alpha val="95000"/>
            </a:srgbClr>
          </a:solidFill>
          <a:ln w="22860">
            <a:solidFill>
              <a:srgbClr val="B2D4E5"/>
            </a:solidFill>
            <a:prstDash val="solid"/>
          </a:ln>
        </p:spPr>
        <p:txBody>
          <a:bodyPr/>
          <a:lstStyle/>
          <a:p>
            <a:endParaRPr lang="en-IN"/>
          </a:p>
        </p:txBody>
      </p:sp>
      <p:sp>
        <p:nvSpPr>
          <p:cNvPr id="5" name="Shape 3"/>
          <p:cNvSpPr/>
          <p:nvPr/>
        </p:nvSpPr>
        <p:spPr>
          <a:xfrm>
            <a:off x="770930" y="3910013"/>
            <a:ext cx="91440" cy="2474833"/>
          </a:xfrm>
          <a:prstGeom prst="roundRect">
            <a:avLst>
              <a:gd name="adj" fmla="val 91163"/>
            </a:avLst>
          </a:prstGeom>
          <a:solidFill>
            <a:srgbClr val="007EBD"/>
          </a:solidFill>
          <a:ln/>
        </p:spPr>
        <p:txBody>
          <a:bodyPr/>
          <a:lstStyle/>
          <a:p>
            <a:endParaRPr lang="en-IN"/>
          </a:p>
        </p:txBody>
      </p:sp>
      <p:sp>
        <p:nvSpPr>
          <p:cNvPr id="6" name="Text 4"/>
          <p:cNvSpPr/>
          <p:nvPr/>
        </p:nvSpPr>
        <p:spPr>
          <a:xfrm>
            <a:off x="1083588" y="4131231"/>
            <a:ext cx="2726055"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Enhances Authenticity</a:t>
            </a:r>
            <a:endParaRPr lang="en-US" sz="2050" dirty="0"/>
          </a:p>
        </p:txBody>
      </p:sp>
      <p:sp>
        <p:nvSpPr>
          <p:cNvPr id="7" name="Text 5"/>
          <p:cNvSpPr/>
          <p:nvPr/>
        </p:nvSpPr>
        <p:spPr>
          <a:xfrm>
            <a:off x="1083588" y="4575929"/>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Formal registration provides a concrete, state-backed record of the document's existence and execution.</a:t>
            </a:r>
            <a:endParaRPr lang="en-US" sz="1550" dirty="0"/>
          </a:p>
        </p:txBody>
      </p:sp>
      <p:sp>
        <p:nvSpPr>
          <p:cNvPr id="8" name="Shape 6"/>
          <p:cNvSpPr/>
          <p:nvPr/>
        </p:nvSpPr>
        <p:spPr>
          <a:xfrm>
            <a:off x="5207437" y="3910013"/>
            <a:ext cx="4215408" cy="2474833"/>
          </a:xfrm>
          <a:prstGeom prst="roundRect">
            <a:avLst>
              <a:gd name="adj" fmla="val 4434"/>
            </a:avLst>
          </a:prstGeom>
          <a:solidFill>
            <a:srgbClr val="FFFFFF">
              <a:alpha val="95000"/>
            </a:srgbClr>
          </a:solidFill>
          <a:ln w="22860">
            <a:solidFill>
              <a:srgbClr val="B2D4E5"/>
            </a:solidFill>
            <a:prstDash val="solid"/>
          </a:ln>
        </p:spPr>
        <p:txBody>
          <a:bodyPr/>
          <a:lstStyle/>
          <a:p>
            <a:endParaRPr lang="en-IN"/>
          </a:p>
        </p:txBody>
      </p:sp>
      <p:sp>
        <p:nvSpPr>
          <p:cNvPr id="9" name="Shape 7"/>
          <p:cNvSpPr/>
          <p:nvPr/>
        </p:nvSpPr>
        <p:spPr>
          <a:xfrm>
            <a:off x="5184577" y="3910013"/>
            <a:ext cx="91440" cy="2474833"/>
          </a:xfrm>
          <a:prstGeom prst="roundRect">
            <a:avLst>
              <a:gd name="adj" fmla="val 91163"/>
            </a:avLst>
          </a:prstGeom>
          <a:solidFill>
            <a:srgbClr val="007EBD"/>
          </a:solidFill>
          <a:ln/>
        </p:spPr>
        <p:txBody>
          <a:bodyPr/>
          <a:lstStyle/>
          <a:p>
            <a:endParaRPr lang="en-IN"/>
          </a:p>
        </p:txBody>
      </p:sp>
      <p:sp>
        <p:nvSpPr>
          <p:cNvPr id="10" name="Text 8"/>
          <p:cNvSpPr/>
          <p:nvPr/>
        </p:nvSpPr>
        <p:spPr>
          <a:xfrm>
            <a:off x="5497235" y="413123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Prevents Disputes</a:t>
            </a:r>
            <a:endParaRPr lang="en-US" sz="2050" dirty="0"/>
          </a:p>
        </p:txBody>
      </p:sp>
      <p:sp>
        <p:nvSpPr>
          <p:cNvPr id="11" name="Text 9"/>
          <p:cNvSpPr/>
          <p:nvPr/>
        </p:nvSpPr>
        <p:spPr>
          <a:xfrm>
            <a:off x="5497235" y="4575929"/>
            <a:ext cx="3704392"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legal formality and the presence of witnesses during registration significantly reduce the grounds for future inheritance challenges and family conflict.</a:t>
            </a:r>
            <a:endParaRPr lang="en-US" sz="1550" dirty="0"/>
          </a:p>
        </p:txBody>
      </p:sp>
      <p:sp>
        <p:nvSpPr>
          <p:cNvPr id="12" name="Shape 10"/>
          <p:cNvSpPr/>
          <p:nvPr/>
        </p:nvSpPr>
        <p:spPr>
          <a:xfrm>
            <a:off x="9621203" y="3910013"/>
            <a:ext cx="4215289" cy="2474833"/>
          </a:xfrm>
          <a:prstGeom prst="roundRect">
            <a:avLst>
              <a:gd name="adj" fmla="val 4434"/>
            </a:avLst>
          </a:prstGeom>
          <a:solidFill>
            <a:srgbClr val="FFFFFF">
              <a:alpha val="95000"/>
            </a:srgbClr>
          </a:solidFill>
          <a:ln w="22860">
            <a:solidFill>
              <a:srgbClr val="B2D4E5"/>
            </a:solidFill>
            <a:prstDash val="solid"/>
          </a:ln>
        </p:spPr>
        <p:txBody>
          <a:bodyPr/>
          <a:lstStyle/>
          <a:p>
            <a:endParaRPr lang="en-IN"/>
          </a:p>
        </p:txBody>
      </p:sp>
      <p:sp>
        <p:nvSpPr>
          <p:cNvPr id="13" name="Shape 11"/>
          <p:cNvSpPr/>
          <p:nvPr/>
        </p:nvSpPr>
        <p:spPr>
          <a:xfrm>
            <a:off x="9598343" y="3910013"/>
            <a:ext cx="91440" cy="2474833"/>
          </a:xfrm>
          <a:prstGeom prst="roundRect">
            <a:avLst>
              <a:gd name="adj" fmla="val 91163"/>
            </a:avLst>
          </a:prstGeom>
          <a:solidFill>
            <a:srgbClr val="007EBD"/>
          </a:solidFill>
          <a:ln/>
        </p:spPr>
        <p:txBody>
          <a:bodyPr/>
          <a:lstStyle/>
          <a:p>
            <a:endParaRPr lang="en-IN"/>
          </a:p>
        </p:txBody>
      </p:sp>
      <p:sp>
        <p:nvSpPr>
          <p:cNvPr id="14" name="Text 12"/>
          <p:cNvSpPr/>
          <p:nvPr/>
        </p:nvSpPr>
        <p:spPr>
          <a:xfrm>
            <a:off x="9911001" y="4131231"/>
            <a:ext cx="3291126"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Secure Government Storage</a:t>
            </a:r>
            <a:endParaRPr lang="en-US" sz="2050" dirty="0"/>
          </a:p>
        </p:txBody>
      </p:sp>
      <p:sp>
        <p:nvSpPr>
          <p:cNvPr id="15" name="Text 13"/>
          <p:cNvSpPr/>
          <p:nvPr/>
        </p:nvSpPr>
        <p:spPr>
          <a:xfrm>
            <a:off x="9911001" y="4575929"/>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Registered wills are stored safely in government records, protecting them from damage, loss, or unauthorized alteration.</a:t>
            </a:r>
            <a:endParaRPr lang="en-US" sz="1550" dirty="0"/>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88CC3ED2-08C1-44E5-ABD3-AD383BE9D831}"/>
                  </a:ext>
                </a:extLst>
              </p14:cNvPr>
              <p14:cNvContentPartPr/>
              <p14:nvPr/>
            </p14:nvContentPartPr>
            <p14:xfrm>
              <a:off x="12859287" y="7823224"/>
              <a:ext cx="1653480" cy="222120"/>
            </p14:xfrm>
          </p:contentPart>
        </mc:Choice>
        <mc:Fallback xmlns="">
          <p:pic>
            <p:nvPicPr>
              <p:cNvPr id="18" name="Ink 17">
                <a:extLst>
                  <a:ext uri="{FF2B5EF4-FFF2-40B4-BE49-F238E27FC236}">
                    <a16:creationId xmlns:a16="http://schemas.microsoft.com/office/drawing/2014/main" id="{88CC3ED2-08C1-44E5-ABD3-AD383BE9D831}"/>
                  </a:ext>
                </a:extLst>
              </p:cNvPr>
              <p:cNvPicPr/>
              <p:nvPr/>
            </p:nvPicPr>
            <p:blipFill>
              <a:blip r:embed="rId4"/>
              <a:stretch>
                <a:fillRect/>
              </a:stretch>
            </p:blipFill>
            <p:spPr>
              <a:xfrm>
                <a:off x="12796287" y="7760224"/>
                <a:ext cx="1779120" cy="347760"/>
              </a:xfrm>
              <a:prstGeom prst="rect">
                <a:avLst/>
              </a:prstGeom>
            </p:spPr>
          </p:pic>
        </mc:Fallback>
      </mc:AlternateContent>
      <p:sp>
        <p:nvSpPr>
          <p:cNvPr id="16" name="TextBox 15">
            <a:extLst>
              <a:ext uri="{FF2B5EF4-FFF2-40B4-BE49-F238E27FC236}">
                <a16:creationId xmlns:a16="http://schemas.microsoft.com/office/drawing/2014/main" id="{D60AFCEA-4127-B7F0-4472-F54DC84E7B9B}"/>
              </a:ext>
            </a:extLst>
          </p:cNvPr>
          <p:cNvSpPr txBox="1"/>
          <p:nvPr/>
        </p:nvSpPr>
        <p:spPr>
          <a:xfrm>
            <a:off x="12067359" y="7733212"/>
            <a:ext cx="309583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59512"/>
            <a:ext cx="7556421" cy="1302544"/>
          </a:xfrm>
          <a:prstGeom prst="rect">
            <a:avLst/>
          </a:prstGeom>
          <a:noFill/>
          <a:ln/>
        </p:spPr>
        <p:txBody>
          <a:bodyPr wrap="squar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The Legal Foundation: Indian Succession Act, 1925</a:t>
            </a:r>
            <a:endParaRPr lang="en-US" sz="4100" dirty="0"/>
          </a:p>
        </p:txBody>
      </p:sp>
      <p:sp>
        <p:nvSpPr>
          <p:cNvPr id="4" name="Text 1"/>
          <p:cNvSpPr/>
          <p:nvPr/>
        </p:nvSpPr>
        <p:spPr>
          <a:xfrm>
            <a:off x="6280190" y="2459712"/>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Indian Succession Act of 1925 governs the creation and enforcement of wills, clearly stating that both registered and unregistered wills hold legal validity, provided they meet the basic criteria (proper witnessing and signing).</a:t>
            </a:r>
            <a:endParaRPr lang="en-US" sz="1550" dirty="0"/>
          </a:p>
        </p:txBody>
      </p:sp>
      <p:sp>
        <p:nvSpPr>
          <p:cNvPr id="5" name="Text 2"/>
          <p:cNvSpPr/>
          <p:nvPr/>
        </p:nvSpPr>
        <p:spPr>
          <a:xfrm>
            <a:off x="6577846" y="3933230"/>
            <a:ext cx="3677960" cy="390644"/>
          </a:xfrm>
          <a:prstGeom prst="rect">
            <a:avLst/>
          </a:prstGeom>
          <a:noFill/>
          <a:ln/>
        </p:spPr>
        <p:txBody>
          <a:bodyPr wrap="none" lIns="0" tIns="0" rIns="0" bIns="0" rtlCol="0" anchor="t"/>
          <a:lstStyle/>
          <a:p>
            <a:pPr marL="0" indent="0" algn="l">
              <a:lnSpc>
                <a:spcPts val="3050"/>
              </a:lnSpc>
              <a:buNone/>
            </a:pPr>
            <a:r>
              <a:rPr lang="en-US" sz="2450" b="1" dirty="0">
                <a:solidFill>
                  <a:srgbClr val="000000"/>
                </a:solidFill>
                <a:latin typeface="Petrona Bold" pitchFamily="34" charset="0"/>
                <a:ea typeface="Petrona Bold" pitchFamily="34" charset="-122"/>
                <a:cs typeface="Petrona Bold" pitchFamily="34" charset="-120"/>
              </a:rPr>
              <a:t>The Power of Registration</a:t>
            </a:r>
            <a:endParaRPr lang="en-US" sz="2450" dirty="0"/>
          </a:p>
        </p:txBody>
      </p:sp>
      <p:sp>
        <p:nvSpPr>
          <p:cNvPr id="6" name="Text 3"/>
          <p:cNvSpPr/>
          <p:nvPr/>
        </p:nvSpPr>
        <p:spPr>
          <a:xfrm>
            <a:off x="6577846" y="4621530"/>
            <a:ext cx="72587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Proves Testator’s Intent:</a:t>
            </a:r>
            <a:r>
              <a:rPr lang="en-US" sz="1550" dirty="0">
                <a:solidFill>
                  <a:srgbClr val="272525"/>
                </a:solidFill>
                <a:latin typeface="Inter" pitchFamily="34" charset="0"/>
                <a:ea typeface="Inter" pitchFamily="34" charset="-122"/>
                <a:cs typeface="Inter" pitchFamily="34" charset="-120"/>
              </a:rPr>
              <a:t> The act of registration underscores the testator's clear and deliberate intent to execute the document.</a:t>
            </a:r>
            <a:endParaRPr lang="en-US" sz="1550" dirty="0"/>
          </a:p>
        </p:txBody>
      </p:sp>
      <p:sp>
        <p:nvSpPr>
          <p:cNvPr id="7" name="Text 4"/>
          <p:cNvSpPr/>
          <p:nvPr/>
        </p:nvSpPr>
        <p:spPr>
          <a:xfrm>
            <a:off x="6577846" y="5326023"/>
            <a:ext cx="7258764"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Indicates Voluntary Execution:</a:t>
            </a:r>
            <a:r>
              <a:rPr lang="en-US" sz="1550" dirty="0">
                <a:solidFill>
                  <a:srgbClr val="272525"/>
                </a:solidFill>
                <a:latin typeface="Inter" pitchFamily="34" charset="0"/>
                <a:ea typeface="Inter" pitchFamily="34" charset="-122"/>
                <a:cs typeface="Inter" pitchFamily="34" charset="-120"/>
              </a:rPr>
              <a:t> Registration proceedings ensure the testator confirms the will's contents were executed voluntarily, reducing coercion claims.</a:t>
            </a:r>
            <a:endParaRPr lang="en-US" sz="1550" dirty="0"/>
          </a:p>
        </p:txBody>
      </p:sp>
      <p:sp>
        <p:nvSpPr>
          <p:cNvPr id="8" name="Text 5"/>
          <p:cNvSpPr/>
          <p:nvPr/>
        </p:nvSpPr>
        <p:spPr>
          <a:xfrm>
            <a:off x="6577846" y="6348055"/>
            <a:ext cx="7258764"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Reduces Legal Challenge:</a:t>
            </a:r>
            <a:r>
              <a:rPr lang="en-US" sz="1550" dirty="0">
                <a:solidFill>
                  <a:srgbClr val="272525"/>
                </a:solidFill>
                <a:latin typeface="Inter" pitchFamily="34" charset="0"/>
                <a:ea typeface="Inter" pitchFamily="34" charset="-122"/>
                <a:cs typeface="Inter" pitchFamily="34" charset="-120"/>
              </a:rPr>
              <a:t> The formalized process and verification minimize the likelihood and success rate of claims against the will's authenticity or execution.</a:t>
            </a:r>
            <a:endParaRPr lang="en-US" sz="1550" dirty="0"/>
          </a:p>
        </p:txBody>
      </p:sp>
      <p:sp>
        <p:nvSpPr>
          <p:cNvPr id="9" name="Shape 6"/>
          <p:cNvSpPr/>
          <p:nvPr/>
        </p:nvSpPr>
        <p:spPr>
          <a:xfrm>
            <a:off x="6280190" y="3635573"/>
            <a:ext cx="22860" cy="3734514"/>
          </a:xfrm>
          <a:prstGeom prst="rect">
            <a:avLst/>
          </a:prstGeom>
          <a:solidFill>
            <a:srgbClr val="007EBD"/>
          </a:solidFill>
          <a:ln/>
        </p:spPr>
        <p:txBody>
          <a:bodyPr/>
          <a:lstStyle/>
          <a:p>
            <a:endParaRPr lang="en-IN"/>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0E5B49E5-DC56-4114-9458-45A644F52331}"/>
                  </a:ext>
                </a:extLst>
              </p14:cNvPr>
              <p14:cNvContentPartPr/>
              <p14:nvPr/>
            </p14:nvContentPartPr>
            <p14:xfrm>
              <a:off x="12870807" y="7986304"/>
              <a:ext cx="360" cy="360"/>
            </p14:xfrm>
          </p:contentPart>
        </mc:Choice>
        <mc:Fallback xmlns="">
          <p:pic>
            <p:nvPicPr>
              <p:cNvPr id="10" name="Ink 9">
                <a:extLst>
                  <a:ext uri="{FF2B5EF4-FFF2-40B4-BE49-F238E27FC236}">
                    <a16:creationId xmlns:a16="http://schemas.microsoft.com/office/drawing/2014/main" id="{0E5B49E5-DC56-4114-9458-45A644F52331}"/>
                  </a:ext>
                </a:extLst>
              </p:cNvPr>
              <p:cNvPicPr/>
              <p:nvPr/>
            </p:nvPicPr>
            <p:blipFill>
              <a:blip r:embed="rId5"/>
              <a:stretch>
                <a:fillRect/>
              </a:stretch>
            </p:blipFill>
            <p:spPr>
              <a:xfrm>
                <a:off x="12808167" y="792366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6D14B809-80E9-4D39-B6F5-110603260CC8}"/>
                  </a:ext>
                </a:extLst>
              </p14:cNvPr>
              <p14:cNvContentPartPr/>
              <p14:nvPr/>
            </p14:nvContentPartPr>
            <p14:xfrm>
              <a:off x="12664527" y="7682464"/>
              <a:ext cx="1759680" cy="364320"/>
            </p14:xfrm>
          </p:contentPart>
        </mc:Choice>
        <mc:Fallback xmlns="">
          <p:pic>
            <p:nvPicPr>
              <p:cNvPr id="12" name="Ink 11">
                <a:extLst>
                  <a:ext uri="{FF2B5EF4-FFF2-40B4-BE49-F238E27FC236}">
                    <a16:creationId xmlns:a16="http://schemas.microsoft.com/office/drawing/2014/main" id="{6D14B809-80E9-4D39-B6F5-110603260CC8}"/>
                  </a:ext>
                </a:extLst>
              </p:cNvPr>
              <p:cNvPicPr/>
              <p:nvPr/>
            </p:nvPicPr>
            <p:blipFill>
              <a:blip r:embed="rId7"/>
              <a:stretch>
                <a:fillRect/>
              </a:stretch>
            </p:blipFill>
            <p:spPr>
              <a:xfrm>
                <a:off x="12601887" y="7619464"/>
                <a:ext cx="1885320" cy="489960"/>
              </a:xfrm>
              <a:prstGeom prst="rect">
                <a:avLst/>
              </a:prstGeom>
            </p:spPr>
          </p:pic>
        </mc:Fallback>
      </mc:AlternateContent>
      <p:sp>
        <p:nvSpPr>
          <p:cNvPr id="11" name="TextBox 10">
            <a:extLst>
              <a:ext uri="{FF2B5EF4-FFF2-40B4-BE49-F238E27FC236}">
                <a16:creationId xmlns:a16="http://schemas.microsoft.com/office/drawing/2014/main" id="{50A5595F-9BBA-5E2F-32C6-DD2697210B1E}"/>
              </a:ext>
            </a:extLst>
          </p:cNvPr>
          <p:cNvSpPr txBox="1"/>
          <p:nvPr/>
        </p:nvSpPr>
        <p:spPr>
          <a:xfrm>
            <a:off x="12083143" y="7663498"/>
            <a:ext cx="271707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79038"/>
            <a:ext cx="9980414"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Tangible Benefits of Registering Your Will</a:t>
            </a:r>
            <a:endParaRPr lang="en-US" sz="4100" dirty="0"/>
          </a:p>
        </p:txBody>
      </p:sp>
      <p:sp>
        <p:nvSpPr>
          <p:cNvPr id="3" name="Text 1"/>
          <p:cNvSpPr/>
          <p:nvPr/>
        </p:nvSpPr>
        <p:spPr>
          <a:xfrm>
            <a:off x="793790" y="192714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Registration transforms the will from a private document into a legally recorded instrument, offering multiple layers of protection and reassurance.</a:t>
            </a:r>
            <a:endParaRPr lang="en-US" sz="1550" dirty="0"/>
          </a:p>
        </p:txBody>
      </p:sp>
      <p:sp>
        <p:nvSpPr>
          <p:cNvPr id="4" name="Text 2"/>
          <p:cNvSpPr/>
          <p:nvPr/>
        </p:nvSpPr>
        <p:spPr>
          <a:xfrm>
            <a:off x="2110740" y="3689390"/>
            <a:ext cx="2921913" cy="325636"/>
          </a:xfrm>
          <a:prstGeom prst="rect">
            <a:avLst/>
          </a:prstGeom>
          <a:noFill/>
          <a:ln/>
        </p:spPr>
        <p:txBody>
          <a:bodyPr wrap="none" lIns="0" tIns="0" rIns="0" bIns="0" rtlCol="0" anchor="t"/>
          <a:lstStyle/>
          <a:p>
            <a:pPr marL="0" indent="0" algn="r">
              <a:lnSpc>
                <a:spcPts val="2550"/>
              </a:lnSpc>
              <a:buNone/>
            </a:pPr>
            <a:r>
              <a:rPr lang="en-US" sz="2050" b="1" dirty="0">
                <a:solidFill>
                  <a:srgbClr val="272525"/>
                </a:solidFill>
                <a:latin typeface="Petrona Bold" pitchFamily="34" charset="0"/>
                <a:ea typeface="Petrona Bold" pitchFamily="34" charset="-122"/>
                <a:cs typeface="Petrona Bold" pitchFamily="34" charset="-120"/>
              </a:rPr>
              <a:t>Establishes Authenticity</a:t>
            </a:r>
            <a:endParaRPr lang="en-US" sz="2050" dirty="0"/>
          </a:p>
        </p:txBody>
      </p:sp>
      <p:pic>
        <p:nvPicPr>
          <p:cNvPr id="5" name="Image 0" descr="preencoded.png"/>
          <p:cNvPicPr>
            <a:picLocks noChangeAspect="1"/>
          </p:cNvPicPr>
          <p:nvPr/>
        </p:nvPicPr>
        <p:blipFill>
          <a:blip r:embed="rId3"/>
          <a:stretch>
            <a:fillRect/>
          </a:stretch>
        </p:blipFill>
        <p:spPr>
          <a:xfrm>
            <a:off x="5032653" y="2785467"/>
            <a:ext cx="4564975" cy="4564975"/>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4528" y="4237375"/>
            <a:ext cx="279083" cy="279083"/>
          </a:xfrm>
          <a:prstGeom prst="rect">
            <a:avLst/>
          </a:prstGeom>
        </p:spPr>
      </p:pic>
      <p:sp>
        <p:nvSpPr>
          <p:cNvPr id="7" name="Text 3"/>
          <p:cNvSpPr/>
          <p:nvPr/>
        </p:nvSpPr>
        <p:spPr>
          <a:xfrm>
            <a:off x="9597628" y="3284220"/>
            <a:ext cx="3025021"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Acts as Evidence in Court</a:t>
            </a:r>
            <a:endParaRPr lang="en-US" sz="2050" dirty="0"/>
          </a:p>
        </p:txBody>
      </p:sp>
      <p:pic>
        <p:nvPicPr>
          <p:cNvPr id="8" name="Image 2" descr="preencoded.png"/>
          <p:cNvPicPr>
            <a:picLocks noChangeAspect="1"/>
          </p:cNvPicPr>
          <p:nvPr/>
        </p:nvPicPr>
        <p:blipFill>
          <a:blip r:embed="rId6"/>
          <a:stretch>
            <a:fillRect/>
          </a:stretch>
        </p:blipFill>
        <p:spPr>
          <a:xfrm>
            <a:off x="5032653" y="2785467"/>
            <a:ext cx="4564975" cy="4564975"/>
          </a:xfrm>
          <a:prstGeom prst="rect">
            <a:avLst/>
          </a:prstGeom>
        </p:spPr>
      </p:pic>
      <p:pic>
        <p:nvPicPr>
          <p:cNvPr id="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38740" y="3810298"/>
            <a:ext cx="279083" cy="279083"/>
          </a:xfrm>
          <a:prstGeom prst="rect">
            <a:avLst/>
          </a:prstGeom>
        </p:spPr>
      </p:pic>
      <p:sp>
        <p:nvSpPr>
          <p:cNvPr id="10" name="Text 4"/>
          <p:cNvSpPr/>
          <p:nvPr/>
        </p:nvSpPr>
        <p:spPr>
          <a:xfrm>
            <a:off x="9994463" y="4905018"/>
            <a:ext cx="2766417"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Secure Record-Keeping</a:t>
            </a:r>
            <a:endParaRPr lang="en-US" sz="2050" dirty="0"/>
          </a:p>
        </p:txBody>
      </p:sp>
      <p:pic>
        <p:nvPicPr>
          <p:cNvPr id="11" name="Image 4" descr="preencoded.png"/>
          <p:cNvPicPr>
            <a:picLocks noChangeAspect="1"/>
          </p:cNvPicPr>
          <p:nvPr/>
        </p:nvPicPr>
        <p:blipFill>
          <a:blip r:embed="rId9"/>
          <a:stretch>
            <a:fillRect/>
          </a:stretch>
        </p:blipFill>
        <p:spPr>
          <a:xfrm>
            <a:off x="5032653" y="2785467"/>
            <a:ext cx="4564975" cy="4564975"/>
          </a:xfrm>
          <a:prstGeom prst="rect">
            <a:avLst/>
          </a:prstGeom>
        </p:spPr>
      </p:pic>
      <p:pic>
        <p:nvPicPr>
          <p:cNvPr id="12"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50984" y="4928295"/>
            <a:ext cx="279083" cy="279083"/>
          </a:xfrm>
          <a:prstGeom prst="rect">
            <a:avLst/>
          </a:prstGeom>
        </p:spPr>
      </p:pic>
      <p:sp>
        <p:nvSpPr>
          <p:cNvPr id="13" name="Text 5"/>
          <p:cNvSpPr/>
          <p:nvPr/>
        </p:nvSpPr>
        <p:spPr>
          <a:xfrm>
            <a:off x="9597628" y="6525935"/>
            <a:ext cx="3070622"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Minimizes Legal Disputes</a:t>
            </a:r>
            <a:endParaRPr lang="en-US" sz="2050" dirty="0"/>
          </a:p>
        </p:txBody>
      </p:sp>
      <p:pic>
        <p:nvPicPr>
          <p:cNvPr id="14" name="Image 6" descr="preencoded.png"/>
          <p:cNvPicPr>
            <a:picLocks noChangeAspect="1"/>
          </p:cNvPicPr>
          <p:nvPr/>
        </p:nvPicPr>
        <p:blipFill>
          <a:blip r:embed="rId12"/>
          <a:stretch>
            <a:fillRect/>
          </a:stretch>
        </p:blipFill>
        <p:spPr>
          <a:xfrm>
            <a:off x="5032653" y="2785467"/>
            <a:ext cx="4564975" cy="4564975"/>
          </a:xfrm>
          <a:prstGeom prst="rect">
            <a:avLst/>
          </a:prstGeom>
        </p:spPr>
      </p:pic>
      <p:pic>
        <p:nvPicPr>
          <p:cNvPr id="15"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38740" y="6046291"/>
            <a:ext cx="279083" cy="279083"/>
          </a:xfrm>
          <a:prstGeom prst="rect">
            <a:avLst/>
          </a:prstGeom>
        </p:spPr>
      </p:pic>
      <p:sp>
        <p:nvSpPr>
          <p:cNvPr id="16" name="Text 6"/>
          <p:cNvSpPr/>
          <p:nvPr/>
        </p:nvSpPr>
        <p:spPr>
          <a:xfrm>
            <a:off x="2427684" y="6120646"/>
            <a:ext cx="2604968" cy="325636"/>
          </a:xfrm>
          <a:prstGeom prst="rect">
            <a:avLst/>
          </a:prstGeom>
          <a:noFill/>
          <a:ln/>
        </p:spPr>
        <p:txBody>
          <a:bodyPr wrap="none" lIns="0" tIns="0" rIns="0" bIns="0" rtlCol="0" anchor="t"/>
          <a:lstStyle/>
          <a:p>
            <a:pPr marL="0" indent="0" algn="r">
              <a:lnSpc>
                <a:spcPts val="2550"/>
              </a:lnSpc>
              <a:buNone/>
            </a:pPr>
            <a:r>
              <a:rPr lang="en-US" sz="2050" b="1" dirty="0">
                <a:solidFill>
                  <a:srgbClr val="272525"/>
                </a:solidFill>
                <a:latin typeface="Petrona Bold" pitchFamily="34" charset="0"/>
                <a:ea typeface="Petrona Bold" pitchFamily="34" charset="-122"/>
                <a:cs typeface="Petrona Bold" pitchFamily="34" charset="-120"/>
              </a:rPr>
              <a:t>Honors Last Wishes</a:t>
            </a:r>
            <a:endParaRPr lang="en-US" sz="2050" dirty="0"/>
          </a:p>
        </p:txBody>
      </p:sp>
      <p:pic>
        <p:nvPicPr>
          <p:cNvPr id="17" name="Image 8" descr="preencoded.png"/>
          <p:cNvPicPr>
            <a:picLocks noChangeAspect="1"/>
          </p:cNvPicPr>
          <p:nvPr/>
        </p:nvPicPr>
        <p:blipFill>
          <a:blip r:embed="rId15"/>
          <a:stretch>
            <a:fillRect/>
          </a:stretch>
        </p:blipFill>
        <p:spPr>
          <a:xfrm>
            <a:off x="5032653" y="2785467"/>
            <a:ext cx="4564975" cy="4564975"/>
          </a:xfrm>
          <a:prstGeom prst="rect">
            <a:avLst/>
          </a:prstGeom>
        </p:spPr>
      </p:pic>
      <p:pic>
        <p:nvPicPr>
          <p:cNvPr id="18"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224528" y="5619214"/>
            <a:ext cx="279083" cy="279083"/>
          </a:xfrm>
          <a:prstGeom prst="rect">
            <a:avLst/>
          </a:prstGeom>
        </p:spPr>
      </p:pic>
      <p:grpSp>
        <p:nvGrpSpPr>
          <p:cNvPr id="21" name="Group 20">
            <a:extLst>
              <a:ext uri="{FF2B5EF4-FFF2-40B4-BE49-F238E27FC236}">
                <a16:creationId xmlns:a16="http://schemas.microsoft.com/office/drawing/2014/main" id="{8E3ACB47-6C5A-4AB6-8F94-04632F82A860}"/>
              </a:ext>
            </a:extLst>
          </p:cNvPr>
          <p:cNvGrpSpPr/>
          <p:nvPr/>
        </p:nvGrpSpPr>
        <p:grpSpPr>
          <a:xfrm>
            <a:off x="12677847" y="7813504"/>
            <a:ext cx="1848600" cy="210600"/>
            <a:chOff x="12677847" y="7813504"/>
            <a:chExt cx="1848600" cy="210600"/>
          </a:xfrm>
        </p:grpSpPr>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138A0FE4-9EA8-45F0-A237-E15557D21470}"/>
                    </a:ext>
                  </a:extLst>
                </p14:cNvPr>
                <p14:cNvContentPartPr/>
                <p14:nvPr/>
              </p14:nvContentPartPr>
              <p14:xfrm>
                <a:off x="12677847" y="7813504"/>
                <a:ext cx="1745280" cy="210600"/>
              </p14:xfrm>
            </p:contentPart>
          </mc:Choice>
          <mc:Fallback xmlns="">
            <p:pic>
              <p:nvPicPr>
                <p:cNvPr id="19" name="Ink 18">
                  <a:extLst>
                    <a:ext uri="{FF2B5EF4-FFF2-40B4-BE49-F238E27FC236}">
                      <a16:creationId xmlns:a16="http://schemas.microsoft.com/office/drawing/2014/main" id="{138A0FE4-9EA8-45F0-A237-E15557D21470}"/>
                    </a:ext>
                  </a:extLst>
                </p:cNvPr>
                <p:cNvPicPr/>
                <p:nvPr/>
              </p:nvPicPr>
              <p:blipFill>
                <a:blip r:embed="rId19"/>
                <a:stretch>
                  <a:fillRect/>
                </a:stretch>
              </p:blipFill>
              <p:spPr>
                <a:xfrm>
                  <a:off x="12615207" y="7750864"/>
                  <a:ext cx="187092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289C0E8D-81BD-456D-8ED9-CF46BDD8348B}"/>
                    </a:ext>
                  </a:extLst>
                </p14:cNvPr>
                <p14:cNvContentPartPr/>
                <p14:nvPr/>
              </p14:nvContentPartPr>
              <p14:xfrm>
                <a:off x="14462007" y="7947064"/>
                <a:ext cx="64440" cy="5040"/>
              </p14:xfrm>
            </p:contentPart>
          </mc:Choice>
          <mc:Fallback xmlns="">
            <p:pic>
              <p:nvPicPr>
                <p:cNvPr id="20" name="Ink 19">
                  <a:extLst>
                    <a:ext uri="{FF2B5EF4-FFF2-40B4-BE49-F238E27FC236}">
                      <a16:creationId xmlns:a16="http://schemas.microsoft.com/office/drawing/2014/main" id="{289C0E8D-81BD-456D-8ED9-CF46BDD8348B}"/>
                    </a:ext>
                  </a:extLst>
                </p:cNvPr>
                <p:cNvPicPr/>
                <p:nvPr/>
              </p:nvPicPr>
              <p:blipFill>
                <a:blip r:embed="rId21"/>
                <a:stretch>
                  <a:fillRect/>
                </a:stretch>
              </p:blipFill>
              <p:spPr>
                <a:xfrm>
                  <a:off x="14399007" y="7884064"/>
                  <a:ext cx="190080" cy="130680"/>
                </a:xfrm>
                <a:prstGeom prst="rect">
                  <a:avLst/>
                </a:prstGeom>
              </p:spPr>
            </p:pic>
          </mc:Fallback>
        </mc:AlternateContent>
      </p:grpSp>
      <p:sp>
        <p:nvSpPr>
          <p:cNvPr id="22" name="TextBox 21">
            <a:extLst>
              <a:ext uri="{FF2B5EF4-FFF2-40B4-BE49-F238E27FC236}">
                <a16:creationId xmlns:a16="http://schemas.microsoft.com/office/drawing/2014/main" id="{59862911-D9CA-F692-990E-0F0B790854E1}"/>
              </a:ext>
            </a:extLst>
          </p:cNvPr>
          <p:cNvSpPr txBox="1"/>
          <p:nvPr/>
        </p:nvSpPr>
        <p:spPr>
          <a:xfrm>
            <a:off x="12004766" y="7698468"/>
            <a:ext cx="2521681"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33770"/>
            <a:ext cx="5644039"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Step 1: Drafting the Will</a:t>
            </a:r>
            <a:endParaRPr lang="en-US" sz="4100" dirty="0"/>
          </a:p>
        </p:txBody>
      </p:sp>
      <p:sp>
        <p:nvSpPr>
          <p:cNvPr id="3" name="Text 1"/>
          <p:cNvSpPr/>
          <p:nvPr/>
        </p:nvSpPr>
        <p:spPr>
          <a:xfrm>
            <a:off x="793790" y="168187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foundation of the entire process rests on creating a clear, legally sound document that meticulously details your wishes.</a:t>
            </a:r>
            <a:endParaRPr lang="en-US" sz="1550" dirty="0"/>
          </a:p>
        </p:txBody>
      </p:sp>
      <p:sp>
        <p:nvSpPr>
          <p:cNvPr id="4" name="Text 2"/>
          <p:cNvSpPr/>
          <p:nvPr/>
        </p:nvSpPr>
        <p:spPr>
          <a:xfrm>
            <a:off x="793790" y="2401253"/>
            <a:ext cx="7632025"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Clear Identification</a:t>
            </a:r>
            <a:r>
              <a:rPr lang="en-US" sz="1550" dirty="0">
                <a:solidFill>
                  <a:srgbClr val="272525"/>
                </a:solidFill>
                <a:latin typeface="Inter" pitchFamily="34" charset="0"/>
                <a:ea typeface="Inter" pitchFamily="34" charset="-122"/>
                <a:cs typeface="Inter" pitchFamily="34" charset="-120"/>
              </a:rPr>
              <a:t> Clearly mention all assets (movable and immovable), specific heirs, and the testator's intentions regarding distribution to avoid ambiguity.</a:t>
            </a:r>
            <a:endParaRPr lang="en-US" sz="1550" dirty="0"/>
          </a:p>
        </p:txBody>
      </p:sp>
      <p:sp>
        <p:nvSpPr>
          <p:cNvPr id="5" name="Text 3"/>
          <p:cNvSpPr/>
          <p:nvPr/>
        </p:nvSpPr>
        <p:spPr>
          <a:xfrm>
            <a:off x="793790" y="3423285"/>
            <a:ext cx="7632025"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Mandatory Signatures</a:t>
            </a:r>
            <a:r>
              <a:rPr lang="en-US" sz="1550" dirty="0">
                <a:solidFill>
                  <a:srgbClr val="272525"/>
                </a:solidFill>
                <a:latin typeface="Inter" pitchFamily="34" charset="0"/>
                <a:ea typeface="Inter" pitchFamily="34" charset="-122"/>
                <a:cs typeface="Inter" pitchFamily="34" charset="-120"/>
              </a:rPr>
              <a:t> The will must be signed or marked by the testator (the person making the will) in the presence of at least two competent witnesses.</a:t>
            </a:r>
            <a:endParaRPr lang="en-US" sz="1550" dirty="0"/>
          </a:p>
        </p:txBody>
      </p:sp>
      <p:sp>
        <p:nvSpPr>
          <p:cNvPr id="6" name="Text 4"/>
          <p:cNvSpPr/>
          <p:nvPr/>
        </p:nvSpPr>
        <p:spPr>
          <a:xfrm>
            <a:off x="793790" y="4127778"/>
            <a:ext cx="7632025"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Witness Confirmation</a:t>
            </a:r>
            <a:r>
              <a:rPr lang="en-US" sz="1550" dirty="0">
                <a:solidFill>
                  <a:srgbClr val="272525"/>
                </a:solidFill>
                <a:latin typeface="Inter" pitchFamily="34" charset="0"/>
                <a:ea typeface="Inter" pitchFamily="34" charset="-122"/>
                <a:cs typeface="Inter" pitchFamily="34" charset="-120"/>
              </a:rPr>
              <a:t> The two witnesses must also sign the will in the presence of the testator, confirming that they saw the testator sign the document. </a:t>
            </a:r>
            <a:endParaRPr lang="en-US" sz="1550" dirty="0"/>
          </a:p>
        </p:txBody>
      </p:sp>
      <p:pic>
        <p:nvPicPr>
          <p:cNvPr id="7" name="Image 0" descr="preencoded.png"/>
          <p:cNvPicPr>
            <a:picLocks noChangeAspect="1"/>
          </p:cNvPicPr>
          <p:nvPr/>
        </p:nvPicPr>
        <p:blipFill>
          <a:blip r:embed="rId3"/>
          <a:stretch>
            <a:fillRect/>
          </a:stretch>
        </p:blipFill>
        <p:spPr>
          <a:xfrm>
            <a:off x="8917543" y="2445901"/>
            <a:ext cx="4926568" cy="4926568"/>
          </a:xfrm>
          <a:prstGeom prst="rect">
            <a:avLst/>
          </a:prstGeom>
        </p:spPr>
      </p:pic>
      <p:grpSp>
        <p:nvGrpSpPr>
          <p:cNvPr id="11" name="Group 10">
            <a:extLst>
              <a:ext uri="{FF2B5EF4-FFF2-40B4-BE49-F238E27FC236}">
                <a16:creationId xmlns:a16="http://schemas.microsoft.com/office/drawing/2014/main" id="{E496F512-25D4-4BDB-A76C-F83B11E0B0E5}"/>
              </a:ext>
            </a:extLst>
          </p:cNvPr>
          <p:cNvGrpSpPr/>
          <p:nvPr/>
        </p:nvGrpSpPr>
        <p:grpSpPr>
          <a:xfrm>
            <a:off x="12619527" y="7781104"/>
            <a:ext cx="1814400" cy="264960"/>
            <a:chOff x="12619527" y="7781104"/>
            <a:chExt cx="1814400" cy="264960"/>
          </a:xfrm>
        </p:grpSpPr>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ADFE9B2B-C7AD-448D-BC5E-FBAAD88B26AB}"/>
                    </a:ext>
                  </a:extLst>
                </p14:cNvPr>
                <p14:cNvContentPartPr/>
                <p14:nvPr/>
              </p14:nvContentPartPr>
              <p14:xfrm>
                <a:off x="12708447" y="7781104"/>
                <a:ext cx="1725480" cy="264960"/>
              </p14:xfrm>
            </p:contentPart>
          </mc:Choice>
          <mc:Fallback xmlns="">
            <p:pic>
              <p:nvPicPr>
                <p:cNvPr id="9" name="Ink 8">
                  <a:extLst>
                    <a:ext uri="{FF2B5EF4-FFF2-40B4-BE49-F238E27FC236}">
                      <a16:creationId xmlns:a16="http://schemas.microsoft.com/office/drawing/2014/main" id="{ADFE9B2B-C7AD-448D-BC5E-FBAAD88B26AB}"/>
                    </a:ext>
                  </a:extLst>
                </p:cNvPr>
                <p:cNvPicPr/>
                <p:nvPr/>
              </p:nvPicPr>
              <p:blipFill>
                <a:blip r:embed="rId5"/>
                <a:stretch>
                  <a:fillRect/>
                </a:stretch>
              </p:blipFill>
              <p:spPr>
                <a:xfrm>
                  <a:off x="12645807" y="7718104"/>
                  <a:ext cx="185112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0C6D274D-BBF0-4AB3-B33A-A1EA04288A06}"/>
                    </a:ext>
                  </a:extLst>
                </p14:cNvPr>
                <p14:cNvContentPartPr/>
                <p14:nvPr/>
              </p14:nvContentPartPr>
              <p14:xfrm>
                <a:off x="12619527" y="7998184"/>
                <a:ext cx="930240" cy="35640"/>
              </p14:xfrm>
            </p:contentPart>
          </mc:Choice>
          <mc:Fallback xmlns="">
            <p:pic>
              <p:nvPicPr>
                <p:cNvPr id="10" name="Ink 9">
                  <a:extLst>
                    <a:ext uri="{FF2B5EF4-FFF2-40B4-BE49-F238E27FC236}">
                      <a16:creationId xmlns:a16="http://schemas.microsoft.com/office/drawing/2014/main" id="{0C6D274D-BBF0-4AB3-B33A-A1EA04288A06}"/>
                    </a:ext>
                  </a:extLst>
                </p:cNvPr>
                <p:cNvPicPr/>
                <p:nvPr/>
              </p:nvPicPr>
              <p:blipFill>
                <a:blip r:embed="rId7"/>
                <a:stretch>
                  <a:fillRect/>
                </a:stretch>
              </p:blipFill>
              <p:spPr>
                <a:xfrm>
                  <a:off x="12556527" y="7935184"/>
                  <a:ext cx="1055880" cy="161280"/>
                </a:xfrm>
                <a:prstGeom prst="rect">
                  <a:avLst/>
                </a:prstGeom>
              </p:spPr>
            </p:pic>
          </mc:Fallback>
        </mc:AlternateContent>
      </p:grpSp>
      <p:sp>
        <p:nvSpPr>
          <p:cNvPr id="8" name="TextBox 7">
            <a:extLst>
              <a:ext uri="{FF2B5EF4-FFF2-40B4-BE49-F238E27FC236}">
                <a16:creationId xmlns:a16="http://schemas.microsoft.com/office/drawing/2014/main" id="{40F9DAC3-E716-B230-02C4-08283AD10AB8}"/>
              </a:ext>
            </a:extLst>
          </p:cNvPr>
          <p:cNvSpPr txBox="1"/>
          <p:nvPr/>
        </p:nvSpPr>
        <p:spPr>
          <a:xfrm>
            <a:off x="11969856" y="7692838"/>
            <a:ext cx="374851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6867" y="444698"/>
            <a:ext cx="11774924" cy="530662"/>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Petrona Bold" pitchFamily="34" charset="0"/>
                <a:ea typeface="Petrona Bold" pitchFamily="34" charset="-122"/>
                <a:cs typeface="Petrona Bold" pitchFamily="34" charset="-120"/>
              </a:rPr>
              <a:t>Steps 2 &amp; 3: Visiting the Registrar and Witness Identification</a:t>
            </a:r>
            <a:endParaRPr lang="en-US" sz="3300" dirty="0"/>
          </a:p>
        </p:txBody>
      </p:sp>
      <p:sp>
        <p:nvSpPr>
          <p:cNvPr id="3" name="Text 1"/>
          <p:cNvSpPr/>
          <p:nvPr/>
        </p:nvSpPr>
        <p:spPr>
          <a:xfrm>
            <a:off x="646867" y="1298734"/>
            <a:ext cx="13336667" cy="258604"/>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Once the Will is properly drafted and signed, the next steps involve formally presenting the document and confirming identities at the Sub-Registrar's office.</a:t>
            </a:r>
            <a:endParaRPr lang="en-US" sz="1250" dirty="0"/>
          </a:p>
        </p:txBody>
      </p:sp>
      <p:sp>
        <p:nvSpPr>
          <p:cNvPr id="4" name="Shape 2"/>
          <p:cNvSpPr/>
          <p:nvPr/>
        </p:nvSpPr>
        <p:spPr>
          <a:xfrm>
            <a:off x="646867" y="3701177"/>
            <a:ext cx="13336667" cy="22860"/>
          </a:xfrm>
          <a:prstGeom prst="roundRect">
            <a:avLst>
              <a:gd name="adj" fmla="val 297142"/>
            </a:avLst>
          </a:prstGeom>
          <a:solidFill>
            <a:srgbClr val="B2D4E5"/>
          </a:solidFill>
          <a:ln/>
        </p:spPr>
        <p:txBody>
          <a:bodyPr/>
          <a:lstStyle/>
          <a:p>
            <a:endParaRPr lang="en-IN"/>
          </a:p>
        </p:txBody>
      </p:sp>
      <p:sp>
        <p:nvSpPr>
          <p:cNvPr id="5" name="Shape 3"/>
          <p:cNvSpPr/>
          <p:nvPr/>
        </p:nvSpPr>
        <p:spPr>
          <a:xfrm>
            <a:off x="3919061" y="3215997"/>
            <a:ext cx="22860" cy="485180"/>
          </a:xfrm>
          <a:prstGeom prst="roundRect">
            <a:avLst>
              <a:gd name="adj" fmla="val 297142"/>
            </a:avLst>
          </a:prstGeom>
          <a:solidFill>
            <a:srgbClr val="B2D4E5"/>
          </a:solidFill>
          <a:ln/>
        </p:spPr>
        <p:txBody>
          <a:bodyPr/>
          <a:lstStyle/>
          <a:p>
            <a:endParaRPr lang="en-IN"/>
          </a:p>
        </p:txBody>
      </p:sp>
      <p:sp>
        <p:nvSpPr>
          <p:cNvPr id="6" name="Shape 4"/>
          <p:cNvSpPr/>
          <p:nvPr/>
        </p:nvSpPr>
        <p:spPr>
          <a:xfrm>
            <a:off x="3869888" y="3640574"/>
            <a:ext cx="121206" cy="121206"/>
          </a:xfrm>
          <a:prstGeom prst="roundRect">
            <a:avLst>
              <a:gd name="adj" fmla="val 377209"/>
            </a:avLst>
          </a:prstGeom>
          <a:solidFill>
            <a:srgbClr val="007EBD"/>
          </a:solidFill>
          <a:ln/>
        </p:spPr>
        <p:txBody>
          <a:bodyPr/>
          <a:lstStyle/>
          <a:p>
            <a:endParaRPr lang="en-IN"/>
          </a:p>
        </p:txBody>
      </p:sp>
      <p:sp>
        <p:nvSpPr>
          <p:cNvPr id="7" name="Shape 5"/>
          <p:cNvSpPr/>
          <p:nvPr/>
        </p:nvSpPr>
        <p:spPr>
          <a:xfrm>
            <a:off x="646867" y="1739265"/>
            <a:ext cx="6567249" cy="1218128"/>
          </a:xfrm>
          <a:prstGeom prst="roundRect">
            <a:avLst>
              <a:gd name="adj" fmla="val 5576"/>
            </a:avLst>
          </a:prstGeom>
          <a:solidFill>
            <a:srgbClr val="CCEEFF"/>
          </a:solidFill>
          <a:ln w="7620">
            <a:solidFill>
              <a:srgbClr val="B2D4E5"/>
            </a:solidFill>
            <a:prstDash val="solid"/>
          </a:ln>
        </p:spPr>
        <p:txBody>
          <a:bodyPr/>
          <a:lstStyle/>
          <a:p>
            <a:endParaRPr lang="en-IN"/>
          </a:p>
        </p:txBody>
      </p:sp>
      <p:sp>
        <p:nvSpPr>
          <p:cNvPr id="8" name="Text 6"/>
          <p:cNvSpPr/>
          <p:nvPr/>
        </p:nvSpPr>
        <p:spPr>
          <a:xfrm>
            <a:off x="2869168" y="1908572"/>
            <a:ext cx="2122646" cy="265271"/>
          </a:xfrm>
          <a:prstGeom prst="rect">
            <a:avLst/>
          </a:prstGeom>
          <a:noFill/>
          <a:ln/>
        </p:spPr>
        <p:txBody>
          <a:bodyPr wrap="none" lIns="0" tIns="0" rIns="0" bIns="0" rtlCol="0" anchor="t"/>
          <a:lstStyle/>
          <a:p>
            <a:pPr marL="0" indent="0" algn="ctr">
              <a:lnSpc>
                <a:spcPts val="2050"/>
              </a:lnSpc>
              <a:buNone/>
            </a:pPr>
            <a:r>
              <a:rPr lang="en-US" sz="1650" b="1" dirty="0">
                <a:solidFill>
                  <a:srgbClr val="272525"/>
                </a:solidFill>
                <a:latin typeface="Petrona Bold" pitchFamily="34" charset="0"/>
                <a:ea typeface="Petrona Bold" pitchFamily="34" charset="-122"/>
                <a:cs typeface="Petrona Bold" pitchFamily="34" charset="-120"/>
              </a:rPr>
              <a:t>Gather Documents</a:t>
            </a:r>
            <a:endParaRPr lang="en-US" sz="1650" dirty="0"/>
          </a:p>
        </p:txBody>
      </p:sp>
      <p:sp>
        <p:nvSpPr>
          <p:cNvPr id="9" name="Text 7"/>
          <p:cNvSpPr/>
          <p:nvPr/>
        </p:nvSpPr>
        <p:spPr>
          <a:xfrm>
            <a:off x="816173" y="2270879"/>
            <a:ext cx="6228636" cy="517208"/>
          </a:xfrm>
          <a:prstGeom prst="rect">
            <a:avLst/>
          </a:prstGeom>
          <a:noFill/>
          <a:ln/>
        </p:spPr>
        <p:txBody>
          <a:bodyPr wrap="square" lIns="0" tIns="0" rIns="0" bIns="0" rtlCol="0" anchor="t"/>
          <a:lstStyle/>
          <a:p>
            <a:pPr marL="0" indent="0" algn="ctr">
              <a:lnSpc>
                <a:spcPts val="2000"/>
              </a:lnSpc>
              <a:buNone/>
            </a:pPr>
            <a:r>
              <a:rPr lang="en-US" sz="1250" dirty="0">
                <a:solidFill>
                  <a:srgbClr val="272525"/>
                </a:solidFill>
                <a:latin typeface="Inter" pitchFamily="34" charset="0"/>
                <a:ea typeface="Inter" pitchFamily="34" charset="-122"/>
                <a:cs typeface="Inter" pitchFamily="34" charset="-120"/>
              </a:rPr>
              <a:t>Bring the original will, 2 passport-sized photographs of the testator, and proof of identity and address for all parties.</a:t>
            </a:r>
            <a:endParaRPr lang="en-US" sz="1250" dirty="0"/>
          </a:p>
        </p:txBody>
      </p:sp>
      <p:sp>
        <p:nvSpPr>
          <p:cNvPr id="10" name="Shape 8"/>
          <p:cNvSpPr/>
          <p:nvPr/>
        </p:nvSpPr>
        <p:spPr>
          <a:xfrm>
            <a:off x="7303651" y="3701177"/>
            <a:ext cx="22860" cy="485180"/>
          </a:xfrm>
          <a:prstGeom prst="roundRect">
            <a:avLst>
              <a:gd name="adj" fmla="val 297142"/>
            </a:avLst>
          </a:prstGeom>
          <a:solidFill>
            <a:srgbClr val="B2D4E5"/>
          </a:solidFill>
          <a:ln/>
        </p:spPr>
        <p:txBody>
          <a:bodyPr/>
          <a:lstStyle/>
          <a:p>
            <a:endParaRPr lang="en-IN"/>
          </a:p>
        </p:txBody>
      </p:sp>
      <p:sp>
        <p:nvSpPr>
          <p:cNvPr id="11" name="Shape 9"/>
          <p:cNvSpPr/>
          <p:nvPr/>
        </p:nvSpPr>
        <p:spPr>
          <a:xfrm>
            <a:off x="7254478" y="3640574"/>
            <a:ext cx="121206" cy="121206"/>
          </a:xfrm>
          <a:prstGeom prst="roundRect">
            <a:avLst>
              <a:gd name="adj" fmla="val 377209"/>
            </a:avLst>
          </a:prstGeom>
          <a:solidFill>
            <a:srgbClr val="007EBD"/>
          </a:solidFill>
          <a:ln/>
        </p:spPr>
        <p:txBody>
          <a:bodyPr/>
          <a:lstStyle/>
          <a:p>
            <a:endParaRPr lang="en-IN"/>
          </a:p>
        </p:txBody>
      </p:sp>
      <p:sp>
        <p:nvSpPr>
          <p:cNvPr id="12" name="Shape 10"/>
          <p:cNvSpPr/>
          <p:nvPr/>
        </p:nvSpPr>
        <p:spPr>
          <a:xfrm>
            <a:off x="4031456" y="4186357"/>
            <a:ext cx="6567368" cy="1218128"/>
          </a:xfrm>
          <a:prstGeom prst="roundRect">
            <a:avLst>
              <a:gd name="adj" fmla="val 5576"/>
            </a:avLst>
          </a:prstGeom>
          <a:solidFill>
            <a:srgbClr val="CCEEFF"/>
          </a:solidFill>
          <a:ln w="7620">
            <a:solidFill>
              <a:srgbClr val="B2D4E5"/>
            </a:solidFill>
            <a:prstDash val="solid"/>
          </a:ln>
        </p:spPr>
        <p:txBody>
          <a:bodyPr/>
          <a:lstStyle/>
          <a:p>
            <a:endParaRPr lang="en-IN"/>
          </a:p>
        </p:txBody>
      </p:sp>
      <p:sp>
        <p:nvSpPr>
          <p:cNvPr id="13" name="Text 11"/>
          <p:cNvSpPr/>
          <p:nvPr/>
        </p:nvSpPr>
        <p:spPr>
          <a:xfrm>
            <a:off x="6253758" y="4355663"/>
            <a:ext cx="2122646" cy="265271"/>
          </a:xfrm>
          <a:prstGeom prst="rect">
            <a:avLst/>
          </a:prstGeom>
          <a:noFill/>
          <a:ln/>
        </p:spPr>
        <p:txBody>
          <a:bodyPr wrap="none" lIns="0" tIns="0" rIns="0" bIns="0" rtlCol="0" anchor="t"/>
          <a:lstStyle/>
          <a:p>
            <a:pPr marL="0" indent="0" algn="ctr">
              <a:lnSpc>
                <a:spcPts val="2050"/>
              </a:lnSpc>
              <a:buNone/>
            </a:pPr>
            <a:r>
              <a:rPr lang="en-US" sz="1650" b="1" dirty="0">
                <a:solidFill>
                  <a:srgbClr val="272525"/>
                </a:solidFill>
                <a:latin typeface="Petrona Bold" pitchFamily="34" charset="0"/>
                <a:ea typeface="Petrona Bold" pitchFamily="34" charset="-122"/>
                <a:cs typeface="Petrona Bold" pitchFamily="34" charset="-120"/>
              </a:rPr>
              <a:t>Involve Witnesses</a:t>
            </a:r>
            <a:endParaRPr lang="en-US" sz="1650" dirty="0"/>
          </a:p>
        </p:txBody>
      </p:sp>
      <p:sp>
        <p:nvSpPr>
          <p:cNvPr id="14" name="Text 12"/>
          <p:cNvSpPr/>
          <p:nvPr/>
        </p:nvSpPr>
        <p:spPr>
          <a:xfrm>
            <a:off x="4200763" y="4717971"/>
            <a:ext cx="6228755" cy="517208"/>
          </a:xfrm>
          <a:prstGeom prst="rect">
            <a:avLst/>
          </a:prstGeom>
          <a:noFill/>
          <a:ln/>
        </p:spPr>
        <p:txBody>
          <a:bodyPr wrap="square" lIns="0" tIns="0" rIns="0" bIns="0" rtlCol="0" anchor="t"/>
          <a:lstStyle/>
          <a:p>
            <a:pPr marL="0" indent="0" algn="ctr">
              <a:lnSpc>
                <a:spcPts val="2000"/>
              </a:lnSpc>
              <a:buNone/>
            </a:pPr>
            <a:r>
              <a:rPr lang="en-US" sz="1250" dirty="0">
                <a:solidFill>
                  <a:srgbClr val="272525"/>
                </a:solidFill>
                <a:latin typeface="Inter" pitchFamily="34" charset="0"/>
                <a:ea typeface="Inter" pitchFamily="34" charset="-122"/>
                <a:cs typeface="Inter" pitchFamily="34" charset="-120"/>
              </a:rPr>
              <a:t>The two witnesses must accompany the testator and bring their own identity proof to the office.</a:t>
            </a:r>
            <a:endParaRPr lang="en-US" sz="1250" dirty="0"/>
          </a:p>
        </p:txBody>
      </p:sp>
      <p:sp>
        <p:nvSpPr>
          <p:cNvPr id="15" name="Shape 13"/>
          <p:cNvSpPr/>
          <p:nvPr/>
        </p:nvSpPr>
        <p:spPr>
          <a:xfrm>
            <a:off x="10688360" y="3215997"/>
            <a:ext cx="22860" cy="485180"/>
          </a:xfrm>
          <a:prstGeom prst="roundRect">
            <a:avLst>
              <a:gd name="adj" fmla="val 297142"/>
            </a:avLst>
          </a:prstGeom>
          <a:solidFill>
            <a:srgbClr val="B2D4E5"/>
          </a:solidFill>
          <a:ln/>
        </p:spPr>
        <p:txBody>
          <a:bodyPr/>
          <a:lstStyle/>
          <a:p>
            <a:endParaRPr lang="en-IN"/>
          </a:p>
        </p:txBody>
      </p:sp>
      <p:sp>
        <p:nvSpPr>
          <p:cNvPr id="16" name="Shape 14"/>
          <p:cNvSpPr/>
          <p:nvPr/>
        </p:nvSpPr>
        <p:spPr>
          <a:xfrm>
            <a:off x="10639187" y="3640574"/>
            <a:ext cx="121206" cy="121206"/>
          </a:xfrm>
          <a:prstGeom prst="roundRect">
            <a:avLst>
              <a:gd name="adj" fmla="val 377209"/>
            </a:avLst>
          </a:prstGeom>
          <a:solidFill>
            <a:srgbClr val="007EBD"/>
          </a:solidFill>
          <a:ln/>
        </p:spPr>
        <p:txBody>
          <a:bodyPr/>
          <a:lstStyle/>
          <a:p>
            <a:endParaRPr lang="en-IN"/>
          </a:p>
        </p:txBody>
      </p:sp>
      <p:sp>
        <p:nvSpPr>
          <p:cNvPr id="17" name="Shape 15"/>
          <p:cNvSpPr/>
          <p:nvPr/>
        </p:nvSpPr>
        <p:spPr>
          <a:xfrm>
            <a:off x="7416165" y="1739265"/>
            <a:ext cx="6567368" cy="1476732"/>
          </a:xfrm>
          <a:prstGeom prst="roundRect">
            <a:avLst>
              <a:gd name="adj" fmla="val 4600"/>
            </a:avLst>
          </a:prstGeom>
          <a:solidFill>
            <a:srgbClr val="CCEEFF"/>
          </a:solidFill>
          <a:ln w="7620">
            <a:solidFill>
              <a:srgbClr val="B2D4E5"/>
            </a:solidFill>
            <a:prstDash val="solid"/>
          </a:ln>
        </p:spPr>
        <p:txBody>
          <a:bodyPr/>
          <a:lstStyle/>
          <a:p>
            <a:endParaRPr lang="en-IN"/>
          </a:p>
        </p:txBody>
      </p:sp>
      <p:sp>
        <p:nvSpPr>
          <p:cNvPr id="18" name="Text 16"/>
          <p:cNvSpPr/>
          <p:nvPr/>
        </p:nvSpPr>
        <p:spPr>
          <a:xfrm>
            <a:off x="9638467" y="1908572"/>
            <a:ext cx="2122646" cy="265271"/>
          </a:xfrm>
          <a:prstGeom prst="rect">
            <a:avLst/>
          </a:prstGeom>
          <a:noFill/>
          <a:ln/>
        </p:spPr>
        <p:txBody>
          <a:bodyPr wrap="none" lIns="0" tIns="0" rIns="0" bIns="0" rtlCol="0" anchor="t"/>
          <a:lstStyle/>
          <a:p>
            <a:pPr marL="0" indent="0" algn="ctr">
              <a:lnSpc>
                <a:spcPts val="2050"/>
              </a:lnSpc>
              <a:buNone/>
            </a:pPr>
            <a:r>
              <a:rPr lang="en-US" sz="1650" b="1" dirty="0">
                <a:solidFill>
                  <a:srgbClr val="272525"/>
                </a:solidFill>
                <a:latin typeface="Petrona Bold" pitchFamily="34" charset="0"/>
                <a:ea typeface="Petrona Bold" pitchFamily="34" charset="-122"/>
                <a:cs typeface="Petrona Bold" pitchFamily="34" charset="-120"/>
              </a:rPr>
              <a:t>Witness Verification</a:t>
            </a:r>
            <a:endParaRPr lang="en-US" sz="1650" dirty="0"/>
          </a:p>
        </p:txBody>
      </p:sp>
      <p:sp>
        <p:nvSpPr>
          <p:cNvPr id="19" name="Text 17"/>
          <p:cNvSpPr/>
          <p:nvPr/>
        </p:nvSpPr>
        <p:spPr>
          <a:xfrm>
            <a:off x="7585472" y="2270879"/>
            <a:ext cx="6228755" cy="775811"/>
          </a:xfrm>
          <a:prstGeom prst="rect">
            <a:avLst/>
          </a:prstGeom>
          <a:noFill/>
          <a:ln/>
        </p:spPr>
        <p:txBody>
          <a:bodyPr wrap="square" lIns="0" tIns="0" rIns="0" bIns="0" rtlCol="0" anchor="t"/>
          <a:lstStyle/>
          <a:p>
            <a:pPr marL="0" indent="0" algn="ctr">
              <a:lnSpc>
                <a:spcPts val="2000"/>
              </a:lnSpc>
              <a:buNone/>
            </a:pPr>
            <a:r>
              <a:rPr lang="en-US" sz="1250" dirty="0">
                <a:solidFill>
                  <a:srgbClr val="272525"/>
                </a:solidFill>
                <a:latin typeface="Inter" pitchFamily="34" charset="0"/>
                <a:ea typeface="Inter" pitchFamily="34" charset="-122"/>
                <a:cs typeface="Inter" pitchFamily="34" charset="-120"/>
              </a:rPr>
              <a:t>The Registrar will verify the identities of the witnesses and confirm that they witnessed the testator signing the will, and subsequently sign the register themselves.</a:t>
            </a:r>
            <a:endParaRPr lang="en-US" sz="1250" dirty="0"/>
          </a:p>
        </p:txBody>
      </p:sp>
      <p:pic>
        <p:nvPicPr>
          <p:cNvPr id="20" name="Image 0" descr="preencoded.png"/>
          <p:cNvPicPr>
            <a:picLocks noChangeAspect="1"/>
          </p:cNvPicPr>
          <p:nvPr/>
        </p:nvPicPr>
        <p:blipFill>
          <a:blip r:embed="rId3"/>
          <a:stretch>
            <a:fillRect/>
          </a:stretch>
        </p:blipFill>
        <p:spPr>
          <a:xfrm>
            <a:off x="4412337" y="5692616"/>
            <a:ext cx="2838212" cy="1940719"/>
          </a:xfrm>
          <a:prstGeom prst="rect">
            <a:avLst/>
          </a:prstGeom>
        </p:spPr>
      </p:pic>
      <p:pic>
        <p:nvPicPr>
          <p:cNvPr id="21" name="Image 1" descr="preencoded.png"/>
          <p:cNvPicPr>
            <a:picLocks noChangeAspect="1"/>
          </p:cNvPicPr>
          <p:nvPr/>
        </p:nvPicPr>
        <p:blipFill>
          <a:blip r:embed="rId4"/>
          <a:stretch>
            <a:fillRect/>
          </a:stretch>
        </p:blipFill>
        <p:spPr>
          <a:xfrm>
            <a:off x="7379851" y="5692616"/>
            <a:ext cx="2838212" cy="1940719"/>
          </a:xfrm>
          <a:prstGeom prst="rect">
            <a:avLst/>
          </a:prstGeom>
        </p:spPr>
      </p:pic>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1C588FCD-221C-499B-B3F3-18C9771FF0D4}"/>
                  </a:ext>
                </a:extLst>
              </p14:cNvPr>
              <p14:cNvContentPartPr/>
              <p14:nvPr/>
            </p14:nvContentPartPr>
            <p14:xfrm>
              <a:off x="12789447" y="7835104"/>
              <a:ext cx="1692720" cy="256320"/>
            </p14:xfrm>
          </p:contentPart>
        </mc:Choice>
        <mc:Fallback xmlns="">
          <p:pic>
            <p:nvPicPr>
              <p:cNvPr id="22" name="Ink 21">
                <a:extLst>
                  <a:ext uri="{FF2B5EF4-FFF2-40B4-BE49-F238E27FC236}">
                    <a16:creationId xmlns:a16="http://schemas.microsoft.com/office/drawing/2014/main" id="{1C588FCD-221C-499B-B3F3-18C9771FF0D4}"/>
                  </a:ext>
                </a:extLst>
              </p:cNvPr>
              <p:cNvPicPr/>
              <p:nvPr/>
            </p:nvPicPr>
            <p:blipFill>
              <a:blip r:embed="rId6"/>
              <a:stretch>
                <a:fillRect/>
              </a:stretch>
            </p:blipFill>
            <p:spPr>
              <a:xfrm>
                <a:off x="12726447" y="7772104"/>
                <a:ext cx="1818360" cy="381960"/>
              </a:xfrm>
              <a:prstGeom prst="rect">
                <a:avLst/>
              </a:prstGeom>
            </p:spPr>
          </p:pic>
        </mc:Fallback>
      </mc:AlternateContent>
      <p:sp>
        <p:nvSpPr>
          <p:cNvPr id="23" name="TextBox 22">
            <a:extLst>
              <a:ext uri="{FF2B5EF4-FFF2-40B4-BE49-F238E27FC236}">
                <a16:creationId xmlns:a16="http://schemas.microsoft.com/office/drawing/2014/main" id="{CE19D2C0-41A8-C40E-DF49-A902F6A4E33F}"/>
              </a:ext>
            </a:extLst>
          </p:cNvPr>
          <p:cNvSpPr txBox="1"/>
          <p:nvPr/>
        </p:nvSpPr>
        <p:spPr>
          <a:xfrm>
            <a:off x="11887200" y="7576500"/>
            <a:ext cx="246888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16913"/>
            <a:ext cx="9306401"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Steps 4 &amp; 5: Fees and Final Registration</a:t>
            </a:r>
            <a:endParaRPr lang="en-US" sz="4100" dirty="0"/>
          </a:p>
        </p:txBody>
      </p:sp>
      <p:sp>
        <p:nvSpPr>
          <p:cNvPr id="3" name="Text 1"/>
          <p:cNvSpPr/>
          <p:nvPr/>
        </p:nvSpPr>
        <p:spPr>
          <a:xfrm>
            <a:off x="793790" y="206502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final stages involve the payment of necessary administrative fees and the official secure storage of the document.</a:t>
            </a:r>
            <a:endParaRPr lang="en-US" sz="1550" dirty="0"/>
          </a:p>
        </p:txBody>
      </p:sp>
      <p:pic>
        <p:nvPicPr>
          <p:cNvPr id="4" name="Image 0" descr="preencoded.png"/>
          <p:cNvPicPr>
            <a:picLocks noChangeAspect="1"/>
          </p:cNvPicPr>
          <p:nvPr/>
        </p:nvPicPr>
        <p:blipFill>
          <a:blip r:embed="rId3"/>
          <a:stretch>
            <a:fillRect/>
          </a:stretch>
        </p:blipFill>
        <p:spPr>
          <a:xfrm>
            <a:off x="793790" y="2605802"/>
            <a:ext cx="4347567" cy="793790"/>
          </a:xfrm>
          <a:prstGeom prst="rect">
            <a:avLst/>
          </a:prstGeom>
        </p:spPr>
      </p:pic>
      <p:sp>
        <p:nvSpPr>
          <p:cNvPr id="5" name="Text 2"/>
          <p:cNvSpPr/>
          <p:nvPr/>
        </p:nvSpPr>
        <p:spPr>
          <a:xfrm>
            <a:off x="992148" y="3597950"/>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Pay Applicable Fees</a:t>
            </a:r>
            <a:endParaRPr lang="en-US" sz="2050" dirty="0"/>
          </a:p>
        </p:txBody>
      </p:sp>
      <p:sp>
        <p:nvSpPr>
          <p:cNvPr id="6" name="Text 3"/>
          <p:cNvSpPr/>
          <p:nvPr/>
        </p:nvSpPr>
        <p:spPr>
          <a:xfrm>
            <a:off x="992148" y="4042648"/>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fees for registration are typically nominal but vary by state jurisdiction. These charges often cover administrative costs like scanning and secure record storage.</a:t>
            </a:r>
            <a:endParaRPr lang="en-US" sz="1550" dirty="0"/>
          </a:p>
        </p:txBody>
      </p:sp>
      <p:pic>
        <p:nvPicPr>
          <p:cNvPr id="7" name="Image 1" descr="preencoded.png"/>
          <p:cNvPicPr>
            <a:picLocks noChangeAspect="1"/>
          </p:cNvPicPr>
          <p:nvPr/>
        </p:nvPicPr>
        <p:blipFill>
          <a:blip r:embed="rId4"/>
          <a:stretch>
            <a:fillRect/>
          </a:stretch>
        </p:blipFill>
        <p:spPr>
          <a:xfrm>
            <a:off x="5141357" y="2605802"/>
            <a:ext cx="4347567" cy="793790"/>
          </a:xfrm>
          <a:prstGeom prst="rect">
            <a:avLst/>
          </a:prstGeom>
        </p:spPr>
      </p:pic>
      <p:sp>
        <p:nvSpPr>
          <p:cNvPr id="8" name="Text 4"/>
          <p:cNvSpPr/>
          <p:nvPr/>
        </p:nvSpPr>
        <p:spPr>
          <a:xfrm>
            <a:off x="5339715" y="3597950"/>
            <a:ext cx="320694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Verification &amp; Registration</a:t>
            </a:r>
            <a:endParaRPr lang="en-US" sz="2050" dirty="0"/>
          </a:p>
        </p:txBody>
      </p:sp>
      <p:sp>
        <p:nvSpPr>
          <p:cNvPr id="9" name="Text 5"/>
          <p:cNvSpPr/>
          <p:nvPr/>
        </p:nvSpPr>
        <p:spPr>
          <a:xfrm>
            <a:off x="5339715" y="4042648"/>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Sub-Registrar verifies all documentation and legal requirements before officially registering the document under the Registration Act, 1908.</a:t>
            </a:r>
            <a:endParaRPr lang="en-US" sz="1550" dirty="0"/>
          </a:p>
        </p:txBody>
      </p:sp>
      <p:pic>
        <p:nvPicPr>
          <p:cNvPr id="10" name="Image 2" descr="preencoded.png"/>
          <p:cNvPicPr>
            <a:picLocks noChangeAspect="1"/>
          </p:cNvPicPr>
          <p:nvPr/>
        </p:nvPicPr>
        <p:blipFill>
          <a:blip r:embed="rId5"/>
          <a:stretch>
            <a:fillRect/>
          </a:stretch>
        </p:blipFill>
        <p:spPr>
          <a:xfrm>
            <a:off x="9488924" y="2605802"/>
            <a:ext cx="4347567" cy="793790"/>
          </a:xfrm>
          <a:prstGeom prst="rect">
            <a:avLst/>
          </a:prstGeom>
        </p:spPr>
      </p:pic>
      <p:sp>
        <p:nvSpPr>
          <p:cNvPr id="11" name="Text 6"/>
          <p:cNvSpPr/>
          <p:nvPr/>
        </p:nvSpPr>
        <p:spPr>
          <a:xfrm>
            <a:off x="9687282" y="3597950"/>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Secure Storage</a:t>
            </a:r>
            <a:endParaRPr lang="en-US" sz="2050" dirty="0"/>
          </a:p>
        </p:txBody>
      </p:sp>
      <p:sp>
        <p:nvSpPr>
          <p:cNvPr id="12" name="Text 7"/>
          <p:cNvSpPr/>
          <p:nvPr/>
        </p:nvSpPr>
        <p:spPr>
          <a:xfrm>
            <a:off x="9687282" y="4042648"/>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registered will is stored securely in the government records. The testator can request a certified copy for their personal records.</a:t>
            </a:r>
            <a:endParaRPr lang="en-US" sz="1550" dirty="0"/>
          </a:p>
        </p:txBody>
      </p:sp>
      <p:sp>
        <p:nvSpPr>
          <p:cNvPr id="13" name="Shape 8"/>
          <p:cNvSpPr/>
          <p:nvPr/>
        </p:nvSpPr>
        <p:spPr>
          <a:xfrm>
            <a:off x="793790" y="6051947"/>
            <a:ext cx="13042821" cy="1160740"/>
          </a:xfrm>
          <a:prstGeom prst="roundRect">
            <a:avLst>
              <a:gd name="adj" fmla="val 7182"/>
            </a:avLst>
          </a:prstGeom>
          <a:solidFill>
            <a:srgbClr val="B3E5FF"/>
          </a:solidFill>
          <a:ln/>
        </p:spPr>
        <p:txBody>
          <a:bodyPr/>
          <a:lstStyle/>
          <a:p>
            <a:endParaRPr lang="en-IN"/>
          </a:p>
        </p:txBody>
      </p:sp>
      <p:pic>
        <p:nvPicPr>
          <p:cNvPr id="14" name="Image 3" descr="preencoded.png"/>
          <p:cNvPicPr>
            <a:picLocks noChangeAspect="1"/>
          </p:cNvPicPr>
          <p:nvPr/>
        </p:nvPicPr>
        <p:blipFill>
          <a:blip r:embed="rId6"/>
          <a:stretch>
            <a:fillRect/>
          </a:stretch>
        </p:blipFill>
        <p:spPr>
          <a:xfrm>
            <a:off x="992148" y="6354842"/>
            <a:ext cx="248007" cy="198358"/>
          </a:xfrm>
          <a:prstGeom prst="rect">
            <a:avLst/>
          </a:prstGeom>
        </p:spPr>
      </p:pic>
      <p:sp>
        <p:nvSpPr>
          <p:cNvPr id="15" name="Text 9"/>
          <p:cNvSpPr/>
          <p:nvPr/>
        </p:nvSpPr>
        <p:spPr>
          <a:xfrm>
            <a:off x="1438513" y="6299835"/>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The verification process includes confirming the testator's mental capacity and voluntary action, providing an extra layer of protection against future challenges based on fraud or undue influence.</a:t>
            </a:r>
            <a:endParaRPr lang="en-US" sz="1550" dirty="0"/>
          </a:p>
        </p:txBody>
      </p:sp>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DF0F2F76-48CB-4293-8848-2218F1303CC9}"/>
                  </a:ext>
                </a:extLst>
              </p14:cNvPr>
              <p14:cNvContentPartPr/>
              <p14:nvPr/>
            </p14:nvContentPartPr>
            <p14:xfrm>
              <a:off x="12875487" y="7846984"/>
              <a:ext cx="1537920" cy="222840"/>
            </p14:xfrm>
          </p:contentPart>
        </mc:Choice>
        <mc:Fallback xmlns="">
          <p:pic>
            <p:nvPicPr>
              <p:cNvPr id="17" name="Ink 16">
                <a:extLst>
                  <a:ext uri="{FF2B5EF4-FFF2-40B4-BE49-F238E27FC236}">
                    <a16:creationId xmlns:a16="http://schemas.microsoft.com/office/drawing/2014/main" id="{DF0F2F76-48CB-4293-8848-2218F1303CC9}"/>
                  </a:ext>
                </a:extLst>
              </p:cNvPr>
              <p:cNvPicPr/>
              <p:nvPr/>
            </p:nvPicPr>
            <p:blipFill>
              <a:blip r:embed="rId8"/>
              <a:stretch>
                <a:fillRect/>
              </a:stretch>
            </p:blipFill>
            <p:spPr>
              <a:xfrm>
                <a:off x="12812847" y="7783984"/>
                <a:ext cx="1663560" cy="348480"/>
              </a:xfrm>
              <a:prstGeom prst="rect">
                <a:avLst/>
              </a:prstGeom>
            </p:spPr>
          </p:pic>
        </mc:Fallback>
      </mc:AlternateContent>
      <p:sp>
        <p:nvSpPr>
          <p:cNvPr id="16" name="TextBox 15">
            <a:extLst>
              <a:ext uri="{FF2B5EF4-FFF2-40B4-BE49-F238E27FC236}">
                <a16:creationId xmlns:a16="http://schemas.microsoft.com/office/drawing/2014/main" id="{F927859D-EA4E-6024-60E1-09EB4F8FB787}"/>
              </a:ext>
            </a:extLst>
          </p:cNvPr>
          <p:cNvSpPr txBox="1"/>
          <p:nvPr/>
        </p:nvSpPr>
        <p:spPr>
          <a:xfrm>
            <a:off x="12083143" y="7634288"/>
            <a:ext cx="2808514"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94968" y="478631"/>
            <a:ext cx="6408777" cy="570071"/>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Petrona Bold" pitchFamily="34" charset="0"/>
                <a:ea typeface="Petrona Bold" pitchFamily="34" charset="-122"/>
                <a:cs typeface="Petrona Bold" pitchFamily="34" charset="-120"/>
              </a:rPr>
              <a:t>Important Legal Points to Note</a:t>
            </a:r>
            <a:endParaRPr lang="en-US" sz="3550" dirty="0"/>
          </a:p>
        </p:txBody>
      </p:sp>
      <p:sp>
        <p:nvSpPr>
          <p:cNvPr id="4" name="Text 1"/>
          <p:cNvSpPr/>
          <p:nvPr/>
        </p:nvSpPr>
        <p:spPr>
          <a:xfrm>
            <a:off x="694968" y="1309330"/>
            <a:ext cx="7754064" cy="555784"/>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Understanding the flexibility and limitations of the registration process is key for legal professionals advising clients.</a:t>
            </a:r>
            <a:endParaRPr lang="en-US" sz="1350" dirty="0"/>
          </a:p>
        </p:txBody>
      </p:sp>
      <p:sp>
        <p:nvSpPr>
          <p:cNvPr id="5" name="Shape 2"/>
          <p:cNvSpPr/>
          <p:nvPr/>
        </p:nvSpPr>
        <p:spPr>
          <a:xfrm>
            <a:off x="694968" y="2060496"/>
            <a:ext cx="694968" cy="1292304"/>
          </a:xfrm>
          <a:prstGeom prst="roundRect">
            <a:avLst>
              <a:gd name="adj" fmla="val 360030"/>
            </a:avLst>
          </a:prstGeom>
          <a:solidFill>
            <a:srgbClr val="CCEEFF"/>
          </a:solidFill>
          <a:ln w="7620">
            <a:solidFill>
              <a:srgbClr val="B2D4E5"/>
            </a:solidFill>
            <a:prstDash val="solid"/>
          </a:ln>
        </p:spPr>
        <p:txBody>
          <a:bodyPr/>
          <a:lstStyle/>
          <a:p>
            <a:endParaRPr lang="en-IN"/>
          </a:p>
        </p:txBody>
      </p:sp>
      <p:sp>
        <p:nvSpPr>
          <p:cNvPr id="6" name="Text 3"/>
          <p:cNvSpPr/>
          <p:nvPr/>
        </p:nvSpPr>
        <p:spPr>
          <a:xfrm>
            <a:off x="912138" y="2543770"/>
            <a:ext cx="260628" cy="325755"/>
          </a:xfrm>
          <a:prstGeom prst="rect">
            <a:avLst/>
          </a:prstGeom>
          <a:noFill/>
          <a:ln/>
        </p:spPr>
        <p:txBody>
          <a:bodyPr wrap="none" lIns="0" tIns="0" rIns="0" bIns="0" rtlCol="0" anchor="t"/>
          <a:lstStyle/>
          <a:p>
            <a:pPr marL="0" indent="0" algn="l">
              <a:lnSpc>
                <a:spcPts val="2050"/>
              </a:lnSpc>
              <a:buNone/>
            </a:pPr>
            <a:r>
              <a:rPr lang="en-US" sz="2050" b="1" dirty="0">
                <a:solidFill>
                  <a:srgbClr val="272525"/>
                </a:solidFill>
                <a:latin typeface="Petrona Bold" pitchFamily="34" charset="0"/>
                <a:ea typeface="Petrona Bold" pitchFamily="34" charset="-122"/>
                <a:cs typeface="Petrona Bold" pitchFamily="34" charset="-120"/>
              </a:rPr>
              <a:t>1</a:t>
            </a:r>
            <a:endParaRPr lang="en-US" sz="2050" dirty="0"/>
          </a:p>
        </p:txBody>
      </p:sp>
      <p:sp>
        <p:nvSpPr>
          <p:cNvPr id="7" name="Text 4"/>
          <p:cNvSpPr/>
          <p:nvPr/>
        </p:nvSpPr>
        <p:spPr>
          <a:xfrm>
            <a:off x="1563648" y="2234208"/>
            <a:ext cx="2935962" cy="284917"/>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Optional but Recommended</a:t>
            </a:r>
            <a:endParaRPr lang="en-US" sz="1750" dirty="0"/>
          </a:p>
        </p:txBody>
      </p:sp>
      <p:sp>
        <p:nvSpPr>
          <p:cNvPr id="8" name="Text 5"/>
          <p:cNvSpPr/>
          <p:nvPr/>
        </p:nvSpPr>
        <p:spPr>
          <a:xfrm>
            <a:off x="1563648" y="2623304"/>
            <a:ext cx="6885384" cy="555784"/>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While legally optional, registration is strongly advised due to the legal weight and enhanced proof of authenticity it provides.</a:t>
            </a:r>
            <a:endParaRPr lang="en-US" sz="1350" dirty="0"/>
          </a:p>
        </p:txBody>
      </p:sp>
      <p:sp>
        <p:nvSpPr>
          <p:cNvPr id="9" name="Shape 6"/>
          <p:cNvSpPr/>
          <p:nvPr/>
        </p:nvSpPr>
        <p:spPr>
          <a:xfrm>
            <a:off x="694968" y="3526512"/>
            <a:ext cx="694968" cy="1292304"/>
          </a:xfrm>
          <a:prstGeom prst="roundRect">
            <a:avLst>
              <a:gd name="adj" fmla="val 360030"/>
            </a:avLst>
          </a:prstGeom>
          <a:solidFill>
            <a:srgbClr val="CCEEFF"/>
          </a:solidFill>
          <a:ln w="7620">
            <a:solidFill>
              <a:srgbClr val="B2D4E5"/>
            </a:solidFill>
            <a:prstDash val="solid"/>
          </a:ln>
        </p:spPr>
        <p:txBody>
          <a:bodyPr/>
          <a:lstStyle/>
          <a:p>
            <a:endParaRPr lang="en-IN"/>
          </a:p>
        </p:txBody>
      </p:sp>
      <p:sp>
        <p:nvSpPr>
          <p:cNvPr id="10" name="Text 7"/>
          <p:cNvSpPr/>
          <p:nvPr/>
        </p:nvSpPr>
        <p:spPr>
          <a:xfrm>
            <a:off x="912138" y="4009787"/>
            <a:ext cx="260628" cy="325755"/>
          </a:xfrm>
          <a:prstGeom prst="rect">
            <a:avLst/>
          </a:prstGeom>
          <a:noFill/>
          <a:ln/>
        </p:spPr>
        <p:txBody>
          <a:bodyPr wrap="none" lIns="0" tIns="0" rIns="0" bIns="0" rtlCol="0" anchor="t"/>
          <a:lstStyle/>
          <a:p>
            <a:pPr marL="0" indent="0" algn="l">
              <a:lnSpc>
                <a:spcPts val="2050"/>
              </a:lnSpc>
              <a:buNone/>
            </a:pPr>
            <a:r>
              <a:rPr lang="en-US" sz="2050" b="1" dirty="0">
                <a:solidFill>
                  <a:srgbClr val="272525"/>
                </a:solidFill>
                <a:latin typeface="Petrona Bold" pitchFamily="34" charset="0"/>
                <a:ea typeface="Petrona Bold" pitchFamily="34" charset="-122"/>
                <a:cs typeface="Petrona Bold" pitchFamily="34" charset="-120"/>
              </a:rPr>
              <a:t>2</a:t>
            </a:r>
            <a:endParaRPr lang="en-US" sz="2050" dirty="0"/>
          </a:p>
        </p:txBody>
      </p:sp>
      <p:sp>
        <p:nvSpPr>
          <p:cNvPr id="11" name="Text 8"/>
          <p:cNvSpPr/>
          <p:nvPr/>
        </p:nvSpPr>
        <p:spPr>
          <a:xfrm>
            <a:off x="1563648" y="3700224"/>
            <a:ext cx="2280523" cy="284917"/>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Timing Flexibility</a:t>
            </a:r>
            <a:endParaRPr lang="en-US" sz="1750" dirty="0"/>
          </a:p>
        </p:txBody>
      </p:sp>
      <p:sp>
        <p:nvSpPr>
          <p:cNvPr id="12" name="Text 9"/>
          <p:cNvSpPr/>
          <p:nvPr/>
        </p:nvSpPr>
        <p:spPr>
          <a:xfrm>
            <a:off x="1563648" y="4089321"/>
            <a:ext cx="6885384" cy="555784"/>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A will can be registered at any point during the testator’s lifetime, as long as they are mentally competent.</a:t>
            </a:r>
            <a:endParaRPr lang="en-US" sz="1350" dirty="0"/>
          </a:p>
        </p:txBody>
      </p:sp>
      <p:sp>
        <p:nvSpPr>
          <p:cNvPr id="13" name="Shape 10"/>
          <p:cNvSpPr/>
          <p:nvPr/>
        </p:nvSpPr>
        <p:spPr>
          <a:xfrm>
            <a:off x="694968" y="4992529"/>
            <a:ext cx="694968" cy="1292304"/>
          </a:xfrm>
          <a:prstGeom prst="roundRect">
            <a:avLst>
              <a:gd name="adj" fmla="val 360030"/>
            </a:avLst>
          </a:prstGeom>
          <a:solidFill>
            <a:srgbClr val="CCEEFF"/>
          </a:solidFill>
          <a:ln w="7620">
            <a:solidFill>
              <a:srgbClr val="B2D4E5"/>
            </a:solidFill>
            <a:prstDash val="solid"/>
          </a:ln>
        </p:spPr>
        <p:txBody>
          <a:bodyPr/>
          <a:lstStyle/>
          <a:p>
            <a:endParaRPr lang="en-IN"/>
          </a:p>
        </p:txBody>
      </p:sp>
      <p:sp>
        <p:nvSpPr>
          <p:cNvPr id="14" name="Text 11"/>
          <p:cNvSpPr/>
          <p:nvPr/>
        </p:nvSpPr>
        <p:spPr>
          <a:xfrm>
            <a:off x="912138" y="5475803"/>
            <a:ext cx="260628" cy="325755"/>
          </a:xfrm>
          <a:prstGeom prst="rect">
            <a:avLst/>
          </a:prstGeom>
          <a:noFill/>
          <a:ln/>
        </p:spPr>
        <p:txBody>
          <a:bodyPr wrap="none" lIns="0" tIns="0" rIns="0" bIns="0" rtlCol="0" anchor="t"/>
          <a:lstStyle/>
          <a:p>
            <a:pPr marL="0" indent="0" algn="l">
              <a:lnSpc>
                <a:spcPts val="2050"/>
              </a:lnSpc>
              <a:buNone/>
            </a:pPr>
            <a:r>
              <a:rPr lang="en-US" sz="2050" b="1" dirty="0">
                <a:solidFill>
                  <a:srgbClr val="272525"/>
                </a:solidFill>
                <a:latin typeface="Petrona Bold" pitchFamily="34" charset="0"/>
                <a:ea typeface="Petrona Bold" pitchFamily="34" charset="-122"/>
                <a:cs typeface="Petrona Bold" pitchFamily="34" charset="-120"/>
              </a:rPr>
              <a:t>3</a:t>
            </a:r>
            <a:endParaRPr lang="en-US" sz="2050" dirty="0"/>
          </a:p>
        </p:txBody>
      </p:sp>
      <p:sp>
        <p:nvSpPr>
          <p:cNvPr id="15" name="Text 12"/>
          <p:cNvSpPr/>
          <p:nvPr/>
        </p:nvSpPr>
        <p:spPr>
          <a:xfrm>
            <a:off x="1563648" y="5166241"/>
            <a:ext cx="2569726" cy="284917"/>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Revision and Revocation</a:t>
            </a:r>
            <a:endParaRPr lang="en-US" sz="1750" dirty="0"/>
          </a:p>
        </p:txBody>
      </p:sp>
      <p:sp>
        <p:nvSpPr>
          <p:cNvPr id="16" name="Text 13"/>
          <p:cNvSpPr/>
          <p:nvPr/>
        </p:nvSpPr>
        <p:spPr>
          <a:xfrm>
            <a:off x="1563648" y="5555337"/>
            <a:ext cx="6885384" cy="555784"/>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Registration does not make the will immutable. It can be revised through a codicil or completely revoked by the testator later.</a:t>
            </a:r>
            <a:endParaRPr lang="en-US" sz="1350" dirty="0"/>
          </a:p>
        </p:txBody>
      </p:sp>
      <p:sp>
        <p:nvSpPr>
          <p:cNvPr id="17" name="Shape 14"/>
          <p:cNvSpPr/>
          <p:nvPr/>
        </p:nvSpPr>
        <p:spPr>
          <a:xfrm>
            <a:off x="694968" y="6458545"/>
            <a:ext cx="694968" cy="1292304"/>
          </a:xfrm>
          <a:prstGeom prst="roundRect">
            <a:avLst>
              <a:gd name="adj" fmla="val 360030"/>
            </a:avLst>
          </a:prstGeom>
          <a:solidFill>
            <a:srgbClr val="CCEEFF"/>
          </a:solidFill>
          <a:ln w="7620">
            <a:solidFill>
              <a:srgbClr val="B2D4E5"/>
            </a:solidFill>
            <a:prstDash val="solid"/>
          </a:ln>
        </p:spPr>
        <p:txBody>
          <a:bodyPr/>
          <a:lstStyle/>
          <a:p>
            <a:endParaRPr lang="en-IN"/>
          </a:p>
        </p:txBody>
      </p:sp>
      <p:sp>
        <p:nvSpPr>
          <p:cNvPr id="18" name="Text 15"/>
          <p:cNvSpPr/>
          <p:nvPr/>
        </p:nvSpPr>
        <p:spPr>
          <a:xfrm>
            <a:off x="912138" y="6941820"/>
            <a:ext cx="260628" cy="325755"/>
          </a:xfrm>
          <a:prstGeom prst="rect">
            <a:avLst/>
          </a:prstGeom>
          <a:noFill/>
          <a:ln/>
        </p:spPr>
        <p:txBody>
          <a:bodyPr wrap="none" lIns="0" tIns="0" rIns="0" bIns="0" rtlCol="0" anchor="t"/>
          <a:lstStyle/>
          <a:p>
            <a:pPr marL="0" indent="0" algn="l">
              <a:lnSpc>
                <a:spcPts val="2050"/>
              </a:lnSpc>
              <a:buNone/>
            </a:pPr>
            <a:r>
              <a:rPr lang="en-US" sz="2050" b="1" dirty="0">
                <a:solidFill>
                  <a:srgbClr val="272525"/>
                </a:solidFill>
                <a:latin typeface="Petrona Bold" pitchFamily="34" charset="0"/>
                <a:ea typeface="Petrona Bold" pitchFamily="34" charset="-122"/>
                <a:cs typeface="Petrona Bold" pitchFamily="34" charset="-120"/>
              </a:rPr>
              <a:t>4</a:t>
            </a:r>
            <a:endParaRPr lang="en-US" sz="2050" dirty="0"/>
          </a:p>
        </p:txBody>
      </p:sp>
      <p:sp>
        <p:nvSpPr>
          <p:cNvPr id="19" name="Text 16"/>
          <p:cNvSpPr/>
          <p:nvPr/>
        </p:nvSpPr>
        <p:spPr>
          <a:xfrm>
            <a:off x="1563648" y="6632258"/>
            <a:ext cx="2389942" cy="284917"/>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Testamentary Capacity</a:t>
            </a:r>
            <a:endParaRPr lang="en-US" sz="1750" dirty="0"/>
          </a:p>
        </p:txBody>
      </p:sp>
      <p:sp>
        <p:nvSpPr>
          <p:cNvPr id="20" name="Text 17"/>
          <p:cNvSpPr/>
          <p:nvPr/>
        </p:nvSpPr>
        <p:spPr>
          <a:xfrm>
            <a:off x="1563648" y="7021354"/>
            <a:ext cx="6885384" cy="555784"/>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The testator must be of sound mind and acting entirely voluntarily during the drafting and registration process.</a:t>
            </a:r>
            <a:endParaRPr lang="en-US" sz="1350" dirty="0"/>
          </a:p>
        </p:txBody>
      </p:sp>
      <p:sp>
        <p:nvSpPr>
          <p:cNvPr id="21" name="TextBox 20">
            <a:extLst>
              <a:ext uri="{FF2B5EF4-FFF2-40B4-BE49-F238E27FC236}">
                <a16:creationId xmlns:a16="http://schemas.microsoft.com/office/drawing/2014/main" id="{4126E123-435C-57D9-8A07-94D50B98E417}"/>
              </a:ext>
            </a:extLst>
          </p:cNvPr>
          <p:cNvSpPr txBox="1"/>
          <p:nvPr/>
        </p:nvSpPr>
        <p:spPr>
          <a:xfrm>
            <a:off x="12161521" y="7750849"/>
            <a:ext cx="246888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22559"/>
            <a:ext cx="13042821" cy="1302544"/>
          </a:xfrm>
          <a:prstGeom prst="rect">
            <a:avLst/>
          </a:prstGeom>
          <a:noFill/>
          <a:ln/>
        </p:spPr>
        <p:txBody>
          <a:bodyPr wrap="squar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Conclusion: Registering Your Will = Securing Your Legacy</a:t>
            </a:r>
            <a:endParaRPr lang="en-US" sz="4100" dirty="0"/>
          </a:p>
        </p:txBody>
      </p:sp>
      <p:sp>
        <p:nvSpPr>
          <p:cNvPr id="3" name="Text 1"/>
          <p:cNvSpPr/>
          <p:nvPr/>
        </p:nvSpPr>
        <p:spPr>
          <a:xfrm>
            <a:off x="793790" y="3121938"/>
            <a:ext cx="13042821" cy="793909"/>
          </a:xfrm>
          <a:prstGeom prst="rect">
            <a:avLst/>
          </a:prstGeom>
          <a:noFill/>
          <a:ln/>
        </p:spPr>
        <p:txBody>
          <a:bodyPr wrap="square" lIns="0" tIns="0" rIns="0" bIns="0" rtlCol="0" anchor="t"/>
          <a:lstStyle/>
          <a:p>
            <a:pPr marL="0" indent="0" algn="l">
              <a:lnSpc>
                <a:spcPts val="3100"/>
              </a:lnSpc>
              <a:buNone/>
            </a:pPr>
            <a:r>
              <a:rPr lang="en-US" sz="1950" dirty="0">
                <a:solidFill>
                  <a:srgbClr val="272525"/>
                </a:solidFill>
                <a:latin typeface="Inter" pitchFamily="34" charset="0"/>
                <a:ea typeface="Inter" pitchFamily="34" charset="-122"/>
                <a:cs typeface="Inter" pitchFamily="34" charset="-120"/>
              </a:rPr>
              <a:t>For legal professionals, guiding clients through the registration process is a proactive measure that ensures their testamentary wishes are respected and protected.</a:t>
            </a:r>
            <a:endParaRPr lang="en-US" sz="1950" dirty="0"/>
          </a:p>
        </p:txBody>
      </p:sp>
      <p:sp>
        <p:nvSpPr>
          <p:cNvPr id="4" name="Shape 2"/>
          <p:cNvSpPr/>
          <p:nvPr/>
        </p:nvSpPr>
        <p:spPr>
          <a:xfrm>
            <a:off x="793790" y="4139089"/>
            <a:ext cx="4215289" cy="2667953"/>
          </a:xfrm>
          <a:prstGeom prst="roundRect">
            <a:avLst>
              <a:gd name="adj" fmla="val 3124"/>
            </a:avLst>
          </a:prstGeom>
          <a:solidFill>
            <a:srgbClr val="CCEEFF"/>
          </a:solidFill>
          <a:ln w="7620">
            <a:solidFill>
              <a:srgbClr val="007EBD"/>
            </a:solidFill>
            <a:prstDash val="solid"/>
          </a:ln>
        </p:spPr>
        <p:txBody>
          <a:bodyPr/>
          <a:lstStyle/>
          <a:p>
            <a:endParaRPr lang="en-IN"/>
          </a:p>
        </p:txBody>
      </p:sp>
      <p:sp>
        <p:nvSpPr>
          <p:cNvPr id="5" name="Shape 3"/>
          <p:cNvSpPr/>
          <p:nvPr/>
        </p:nvSpPr>
        <p:spPr>
          <a:xfrm>
            <a:off x="999768" y="4345067"/>
            <a:ext cx="595313" cy="595313"/>
          </a:xfrm>
          <a:prstGeom prst="roundRect">
            <a:avLst>
              <a:gd name="adj" fmla="val 15358451"/>
            </a:avLst>
          </a:prstGeom>
          <a:solidFill>
            <a:srgbClr val="007EBD"/>
          </a:solidFill>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4508659"/>
            <a:ext cx="267891" cy="267891"/>
          </a:xfrm>
          <a:prstGeom prst="rect">
            <a:avLst/>
          </a:prstGeom>
        </p:spPr>
      </p:pic>
      <p:sp>
        <p:nvSpPr>
          <p:cNvPr id="7" name="Text 4"/>
          <p:cNvSpPr/>
          <p:nvPr/>
        </p:nvSpPr>
        <p:spPr>
          <a:xfrm>
            <a:off x="999768" y="5138738"/>
            <a:ext cx="3125867" cy="390644"/>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Adds Legal Weight</a:t>
            </a:r>
            <a:endParaRPr lang="en-US" sz="2450" dirty="0"/>
          </a:p>
        </p:txBody>
      </p:sp>
      <p:sp>
        <p:nvSpPr>
          <p:cNvPr id="8" name="Text 5"/>
          <p:cNvSpPr/>
          <p:nvPr/>
        </p:nvSpPr>
        <p:spPr>
          <a:xfrm>
            <a:off x="999768" y="5648444"/>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official record makes the document substantially harder to contest in probate proceedings.</a:t>
            </a:r>
            <a:endParaRPr lang="en-US" sz="1550" dirty="0"/>
          </a:p>
        </p:txBody>
      </p:sp>
      <p:sp>
        <p:nvSpPr>
          <p:cNvPr id="9" name="Shape 6"/>
          <p:cNvSpPr/>
          <p:nvPr/>
        </p:nvSpPr>
        <p:spPr>
          <a:xfrm>
            <a:off x="5207437" y="4139089"/>
            <a:ext cx="4215408" cy="2667953"/>
          </a:xfrm>
          <a:prstGeom prst="roundRect">
            <a:avLst>
              <a:gd name="adj" fmla="val 3124"/>
            </a:avLst>
          </a:prstGeom>
          <a:solidFill>
            <a:srgbClr val="CCEEFF"/>
          </a:solidFill>
          <a:ln w="7620">
            <a:solidFill>
              <a:srgbClr val="007EBD"/>
            </a:solidFill>
            <a:prstDash val="solid"/>
          </a:ln>
        </p:spPr>
        <p:txBody>
          <a:bodyPr/>
          <a:lstStyle/>
          <a:p>
            <a:endParaRPr lang="en-IN"/>
          </a:p>
        </p:txBody>
      </p:sp>
      <p:sp>
        <p:nvSpPr>
          <p:cNvPr id="10" name="Shape 7"/>
          <p:cNvSpPr/>
          <p:nvPr/>
        </p:nvSpPr>
        <p:spPr>
          <a:xfrm>
            <a:off x="5413415" y="4345067"/>
            <a:ext cx="595313" cy="595313"/>
          </a:xfrm>
          <a:prstGeom prst="roundRect">
            <a:avLst>
              <a:gd name="adj" fmla="val 15358451"/>
            </a:avLst>
          </a:prstGeom>
          <a:solidFill>
            <a:srgbClr val="007EBD"/>
          </a:solidFill>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7126" y="4508659"/>
            <a:ext cx="267891" cy="267891"/>
          </a:xfrm>
          <a:prstGeom prst="rect">
            <a:avLst/>
          </a:prstGeom>
        </p:spPr>
      </p:pic>
      <p:sp>
        <p:nvSpPr>
          <p:cNvPr id="12" name="Text 8"/>
          <p:cNvSpPr/>
          <p:nvPr/>
        </p:nvSpPr>
        <p:spPr>
          <a:xfrm>
            <a:off x="5413415" y="5138738"/>
            <a:ext cx="3668911" cy="390644"/>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Prevents Family Conflicts</a:t>
            </a:r>
            <a:endParaRPr lang="en-US" sz="2450" dirty="0"/>
          </a:p>
        </p:txBody>
      </p:sp>
      <p:sp>
        <p:nvSpPr>
          <p:cNvPr id="13" name="Text 9"/>
          <p:cNvSpPr/>
          <p:nvPr/>
        </p:nvSpPr>
        <p:spPr>
          <a:xfrm>
            <a:off x="5413415" y="5648444"/>
            <a:ext cx="3803452"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Clarity and transparency reduce ambiguity, which is the primary source of inheritance disputes.</a:t>
            </a:r>
            <a:endParaRPr lang="en-US" sz="1550" dirty="0"/>
          </a:p>
        </p:txBody>
      </p:sp>
      <p:sp>
        <p:nvSpPr>
          <p:cNvPr id="14" name="Shape 10"/>
          <p:cNvSpPr/>
          <p:nvPr/>
        </p:nvSpPr>
        <p:spPr>
          <a:xfrm>
            <a:off x="9621203" y="4139089"/>
            <a:ext cx="4215289" cy="2667953"/>
          </a:xfrm>
          <a:prstGeom prst="roundRect">
            <a:avLst>
              <a:gd name="adj" fmla="val 3124"/>
            </a:avLst>
          </a:prstGeom>
          <a:solidFill>
            <a:srgbClr val="CCEEFF"/>
          </a:solidFill>
          <a:ln w="7620">
            <a:solidFill>
              <a:srgbClr val="007EBD"/>
            </a:solidFill>
            <a:prstDash val="solid"/>
          </a:ln>
        </p:spPr>
        <p:txBody>
          <a:bodyPr/>
          <a:lstStyle/>
          <a:p>
            <a:endParaRPr lang="en-IN"/>
          </a:p>
        </p:txBody>
      </p:sp>
      <p:sp>
        <p:nvSpPr>
          <p:cNvPr id="15" name="Shape 11"/>
          <p:cNvSpPr/>
          <p:nvPr/>
        </p:nvSpPr>
        <p:spPr>
          <a:xfrm>
            <a:off x="9827181" y="4345067"/>
            <a:ext cx="595313" cy="595313"/>
          </a:xfrm>
          <a:prstGeom prst="roundRect">
            <a:avLst>
              <a:gd name="adj" fmla="val 15358451"/>
            </a:avLst>
          </a:prstGeom>
          <a:solidFill>
            <a:srgbClr val="007EBD"/>
          </a:solidFill>
          <a:ln/>
        </p:spPr>
        <p:txBody>
          <a:bodyPr/>
          <a:lstStyle/>
          <a:p>
            <a:endParaRPr lang="en-IN"/>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0892" y="4508659"/>
            <a:ext cx="267891" cy="267891"/>
          </a:xfrm>
          <a:prstGeom prst="rect">
            <a:avLst/>
          </a:prstGeom>
        </p:spPr>
      </p:pic>
      <p:sp>
        <p:nvSpPr>
          <p:cNvPr id="17" name="Text 12"/>
          <p:cNvSpPr/>
          <p:nvPr/>
        </p:nvSpPr>
        <p:spPr>
          <a:xfrm>
            <a:off x="9827181" y="5138738"/>
            <a:ext cx="3125867" cy="390644"/>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Gives Peace of Mind</a:t>
            </a:r>
            <a:endParaRPr lang="en-US" sz="2450" dirty="0"/>
          </a:p>
        </p:txBody>
      </p:sp>
      <p:sp>
        <p:nvSpPr>
          <p:cNvPr id="18" name="Text 13"/>
          <p:cNvSpPr/>
          <p:nvPr/>
        </p:nvSpPr>
        <p:spPr>
          <a:xfrm>
            <a:off x="9827181" y="5648444"/>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Provides assurance that a client’s last wishes will be executed smoothly and efficiently.</a:t>
            </a:r>
            <a:endParaRPr lang="en-US" sz="1550" dirty="0"/>
          </a:p>
        </p:txBody>
      </p:sp>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D2219D6C-A807-451C-A15B-9D785E52319B}"/>
                  </a:ext>
                </a:extLst>
              </p14:cNvPr>
              <p14:cNvContentPartPr/>
              <p14:nvPr/>
            </p14:nvContentPartPr>
            <p14:xfrm>
              <a:off x="12879807" y="7663024"/>
              <a:ext cx="1533960" cy="417960"/>
            </p14:xfrm>
          </p:contentPart>
        </mc:Choice>
        <mc:Fallback xmlns="">
          <p:pic>
            <p:nvPicPr>
              <p:cNvPr id="19" name="Ink 18">
                <a:extLst>
                  <a:ext uri="{FF2B5EF4-FFF2-40B4-BE49-F238E27FC236}">
                    <a16:creationId xmlns:a16="http://schemas.microsoft.com/office/drawing/2014/main" id="{D2219D6C-A807-451C-A15B-9D785E52319B}"/>
                  </a:ext>
                </a:extLst>
              </p:cNvPr>
              <p:cNvPicPr/>
              <p:nvPr/>
            </p:nvPicPr>
            <p:blipFill>
              <a:blip r:embed="rId10"/>
              <a:stretch>
                <a:fillRect/>
              </a:stretch>
            </p:blipFill>
            <p:spPr>
              <a:xfrm>
                <a:off x="12817167" y="7600384"/>
                <a:ext cx="1659600" cy="543600"/>
              </a:xfrm>
              <a:prstGeom prst="rect">
                <a:avLst/>
              </a:prstGeom>
            </p:spPr>
          </p:pic>
        </mc:Fallback>
      </mc:AlternateContent>
      <p:sp>
        <p:nvSpPr>
          <p:cNvPr id="21" name="TextBox 20">
            <a:extLst>
              <a:ext uri="{FF2B5EF4-FFF2-40B4-BE49-F238E27FC236}">
                <a16:creationId xmlns:a16="http://schemas.microsoft.com/office/drawing/2014/main" id="{4FF4B3ED-275C-16F1-ED94-71317A4955C4}"/>
              </a:ext>
            </a:extLst>
          </p:cNvPr>
          <p:cNvSpPr txBox="1"/>
          <p:nvPr/>
        </p:nvSpPr>
        <p:spPr>
          <a:xfrm>
            <a:off x="12266023" y="7711652"/>
            <a:ext cx="73152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 ©Pereira &amp; Associates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75F7392-3FD1-36DC-0EFD-F2986A95A61D}"/>
                  </a:ext>
                </a:extLst>
              </p14:cNvPr>
              <p14:cNvContentPartPr/>
              <p14:nvPr/>
            </p14:nvContentPartPr>
            <p14:xfrm>
              <a:off x="12087669" y="7665840"/>
              <a:ext cx="2432520" cy="394560"/>
            </p14:xfrm>
          </p:contentPart>
        </mc:Choice>
        <mc:Fallback xmlns="">
          <p:pic>
            <p:nvPicPr>
              <p:cNvPr id="2" name="Ink 1">
                <a:extLst>
                  <a:ext uri="{FF2B5EF4-FFF2-40B4-BE49-F238E27FC236}">
                    <a16:creationId xmlns:a16="http://schemas.microsoft.com/office/drawing/2014/main" id="{275F7392-3FD1-36DC-0EFD-F2986A95A61D}"/>
                  </a:ext>
                </a:extLst>
              </p:cNvPr>
              <p:cNvPicPr/>
              <p:nvPr/>
            </p:nvPicPr>
            <p:blipFill>
              <a:blip r:embed="rId3"/>
              <a:stretch>
                <a:fillRect/>
              </a:stretch>
            </p:blipFill>
            <p:spPr>
              <a:xfrm>
                <a:off x="12024669" y="7602840"/>
                <a:ext cx="2558160" cy="520200"/>
              </a:xfrm>
              <a:prstGeom prst="rect">
                <a:avLst/>
              </a:prstGeom>
            </p:spPr>
          </p:pic>
        </mc:Fallback>
      </mc:AlternateContent>
      <p:grpSp>
        <p:nvGrpSpPr>
          <p:cNvPr id="5" name="Group 4">
            <a:extLst>
              <a:ext uri="{FF2B5EF4-FFF2-40B4-BE49-F238E27FC236}">
                <a16:creationId xmlns:a16="http://schemas.microsoft.com/office/drawing/2014/main" id="{549C6566-F19E-D9F7-38FE-751B8A43A8C5}"/>
              </a:ext>
            </a:extLst>
          </p:cNvPr>
          <p:cNvGrpSpPr/>
          <p:nvPr/>
        </p:nvGrpSpPr>
        <p:grpSpPr>
          <a:xfrm>
            <a:off x="11792469" y="7547400"/>
            <a:ext cx="2759760" cy="566640"/>
            <a:chOff x="11792469" y="7547400"/>
            <a:chExt cx="2759760" cy="56664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6FACD30-5F6D-6E46-814A-88510436803A}"/>
                    </a:ext>
                  </a:extLst>
                </p14:cNvPr>
                <p14:cNvContentPartPr/>
                <p14:nvPr/>
              </p14:nvContentPartPr>
              <p14:xfrm>
                <a:off x="11792469" y="7547400"/>
                <a:ext cx="2759760" cy="566640"/>
              </p14:xfrm>
            </p:contentPart>
          </mc:Choice>
          <mc:Fallback xmlns="">
            <p:pic>
              <p:nvPicPr>
                <p:cNvPr id="3" name="Ink 2">
                  <a:extLst>
                    <a:ext uri="{FF2B5EF4-FFF2-40B4-BE49-F238E27FC236}">
                      <a16:creationId xmlns:a16="http://schemas.microsoft.com/office/drawing/2014/main" id="{A6FACD30-5F6D-6E46-814A-88510436803A}"/>
                    </a:ext>
                  </a:extLst>
                </p:cNvPr>
                <p:cNvPicPr/>
                <p:nvPr/>
              </p:nvPicPr>
              <p:blipFill>
                <a:blip r:embed="rId5"/>
                <a:stretch>
                  <a:fillRect/>
                </a:stretch>
              </p:blipFill>
              <p:spPr>
                <a:xfrm>
                  <a:off x="11729829" y="7484760"/>
                  <a:ext cx="288540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9426D80-6D49-2B98-FB2D-8E50F2B9C989}"/>
                    </a:ext>
                  </a:extLst>
                </p14:cNvPr>
                <p14:cNvContentPartPr/>
                <p14:nvPr/>
              </p14:nvContentPartPr>
              <p14:xfrm>
                <a:off x="12510669" y="7994520"/>
                <a:ext cx="1371960" cy="78480"/>
              </p14:xfrm>
            </p:contentPart>
          </mc:Choice>
          <mc:Fallback xmlns="">
            <p:pic>
              <p:nvPicPr>
                <p:cNvPr id="4" name="Ink 3">
                  <a:extLst>
                    <a:ext uri="{FF2B5EF4-FFF2-40B4-BE49-F238E27FC236}">
                      <a16:creationId xmlns:a16="http://schemas.microsoft.com/office/drawing/2014/main" id="{09426D80-6D49-2B98-FB2D-8E50F2B9C989}"/>
                    </a:ext>
                  </a:extLst>
                </p:cNvPr>
                <p:cNvPicPr/>
                <p:nvPr/>
              </p:nvPicPr>
              <p:blipFill>
                <a:blip r:embed="rId7"/>
                <a:stretch>
                  <a:fillRect/>
                </a:stretch>
              </p:blipFill>
              <p:spPr>
                <a:xfrm>
                  <a:off x="12448029" y="7931880"/>
                  <a:ext cx="1497600" cy="204120"/>
                </a:xfrm>
                <a:prstGeom prst="rect">
                  <a:avLst/>
                </a:prstGeom>
              </p:spPr>
            </p:pic>
          </mc:Fallback>
        </mc:AlternateContent>
      </p:grpSp>
      <p:pic>
        <p:nvPicPr>
          <p:cNvPr id="6" name="Picture 5" descr="A blue and white rectangle with white text&#10;&#10;AI-generated content may be incorrect.">
            <a:extLst>
              <a:ext uri="{FF2B5EF4-FFF2-40B4-BE49-F238E27FC236}">
                <a16:creationId xmlns:a16="http://schemas.microsoft.com/office/drawing/2014/main" id="{E54764F8-CEA0-B23E-4229-A29B01F2857D}"/>
              </a:ext>
            </a:extLst>
          </p:cNvPr>
          <p:cNvPicPr>
            <a:picLocks noChangeAspect="1"/>
          </p:cNvPicPr>
          <p:nvPr/>
        </p:nvPicPr>
        <p:blipFill>
          <a:blip r:embed="rId8">
            <a:extLst>
              <a:ext uri="{837473B0-CC2E-450A-ABE3-18F120FF3D39}">
                <a1611:picAttrSrcUrl xmlns:a1611="http://schemas.microsoft.com/office/drawing/2016/11/main" r:id="rId9"/>
              </a:ext>
            </a:extLst>
          </a:blip>
          <a:srcRect l="21890" t="27369" r="17728" b="26083"/>
          <a:stretch>
            <a:fillRect/>
          </a:stretch>
        </p:blipFill>
        <p:spPr>
          <a:xfrm>
            <a:off x="1992073" y="213168"/>
            <a:ext cx="2490177" cy="1279757"/>
          </a:xfrm>
          <a:prstGeom prst="rect">
            <a:avLst/>
          </a:prstGeom>
        </p:spPr>
      </p:pic>
      <p:pic>
        <p:nvPicPr>
          <p:cNvPr id="8" name="Picture 7" descr="A person holding a white card">
            <a:extLst>
              <a:ext uri="{FF2B5EF4-FFF2-40B4-BE49-F238E27FC236}">
                <a16:creationId xmlns:a16="http://schemas.microsoft.com/office/drawing/2014/main" id="{4B4BD554-D73F-E5C7-C948-858CCE17E643}"/>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9178583" y="1625569"/>
            <a:ext cx="3993766" cy="1996883"/>
          </a:xfrm>
          <a:prstGeom prst="rect">
            <a:avLst/>
          </a:prstGeom>
        </p:spPr>
      </p:pic>
      <p:sp>
        <p:nvSpPr>
          <p:cNvPr id="10" name="Rectangle 9">
            <a:extLst>
              <a:ext uri="{FF2B5EF4-FFF2-40B4-BE49-F238E27FC236}">
                <a16:creationId xmlns:a16="http://schemas.microsoft.com/office/drawing/2014/main" id="{B0E2CF47-BC43-13E3-C9B9-9E9FCC163D64}"/>
              </a:ext>
            </a:extLst>
          </p:cNvPr>
          <p:cNvSpPr/>
          <p:nvPr/>
        </p:nvSpPr>
        <p:spPr>
          <a:xfrm>
            <a:off x="234552" y="1617788"/>
            <a:ext cx="6439712" cy="369331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D9063D83-DE05-1763-395C-A10B00357D43}"/>
              </a:ext>
            </a:extLst>
          </p:cNvPr>
          <p:cNvSpPr txBox="1"/>
          <p:nvPr/>
        </p:nvSpPr>
        <p:spPr>
          <a:xfrm>
            <a:off x="234552" y="1625569"/>
            <a:ext cx="7354110" cy="3338606"/>
          </a:xfrm>
          <a:prstGeom prst="rect">
            <a:avLst/>
          </a:prstGeom>
          <a:noFill/>
        </p:spPr>
        <p:txBody>
          <a:bodyPr wrap="square">
            <a:spAutoFit/>
          </a:bodyPr>
          <a:lstStyle/>
          <a:p>
            <a:pPr algn="just">
              <a:lnSpc>
                <a:spcPct val="200000"/>
              </a:lnSpc>
            </a:pP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Adv. Darryl Pereira,</a:t>
            </a:r>
          </a:p>
          <a:p>
            <a:pPr algn="just">
              <a:lnSpc>
                <a:spcPct val="200000"/>
              </a:lnSpc>
            </a:pP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C/o Pereira &amp; Associates,</a:t>
            </a:r>
          </a:p>
          <a:p>
            <a:pPr algn="just">
              <a:lnSpc>
                <a:spcPct val="200000"/>
              </a:lnSpc>
            </a:pP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Advocates &amp; Notary</a:t>
            </a:r>
          </a:p>
          <a:p>
            <a:pPr algn="just">
              <a:lnSpc>
                <a:spcPct val="200000"/>
              </a:lnSpc>
            </a:pP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Office : 604, 6th Floor, Pooja Apartments,</a:t>
            </a:r>
          </a:p>
          <a:p>
            <a:pPr algn="just">
              <a:lnSpc>
                <a:spcPct val="200000"/>
              </a:lnSpc>
            </a:pP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Behind Parsee </a:t>
            </a:r>
            <a:r>
              <a:rPr lang="en-US" dirty="0" err="1">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Agyari</a:t>
            </a: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 </a:t>
            </a:r>
            <a:r>
              <a:rPr lang="en-US" dirty="0" err="1">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Chinchpokli</a:t>
            </a: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 Road,</a:t>
            </a:r>
          </a:p>
          <a:p>
            <a:pPr algn="just">
              <a:lnSpc>
                <a:spcPct val="200000"/>
              </a:lnSpc>
            </a:pPr>
            <a:r>
              <a:rPr lang="en-US" dirty="0">
                <a:ln w="0"/>
                <a:solidFill>
                  <a:schemeClr val="tx1"/>
                </a:solidFill>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rPr>
              <a:t>Off. Hill Road, Bandra West Mumbai 400050, India </a:t>
            </a:r>
          </a:p>
        </p:txBody>
      </p:sp>
      <p:sp>
        <p:nvSpPr>
          <p:cNvPr id="16" name="TextBox 15">
            <a:extLst>
              <a:ext uri="{FF2B5EF4-FFF2-40B4-BE49-F238E27FC236}">
                <a16:creationId xmlns:a16="http://schemas.microsoft.com/office/drawing/2014/main" id="{9A86BF58-9521-815C-A272-BC2FFC62B904}"/>
              </a:ext>
            </a:extLst>
          </p:cNvPr>
          <p:cNvSpPr txBox="1"/>
          <p:nvPr/>
        </p:nvSpPr>
        <p:spPr>
          <a:xfrm>
            <a:off x="6674264" y="3839854"/>
            <a:ext cx="8166233" cy="3083793"/>
          </a:xfrm>
          <a:prstGeom prst="rect">
            <a:avLst/>
          </a:prstGeom>
          <a:noFill/>
        </p:spPr>
        <p:txBody>
          <a:bodyPr wrap="square" rtlCol="0">
            <a:spAutoFit/>
          </a:bodyPr>
          <a:lstStyle/>
          <a:p>
            <a:pPr marL="285750" indent="-285750" algn="just">
              <a:buFont typeface="Arial" panose="020B0604020202020204" pitchFamily="34" charset="0"/>
              <a:buChar char="•"/>
            </a:pPr>
            <a:r>
              <a:rPr lang="en-IN" sz="2000" b="1" i="1" dirty="0">
                <a:solidFill>
                  <a:schemeClr val="tx1">
                    <a:lumMod val="95000"/>
                    <a:lumOff val="5000"/>
                  </a:schemeClr>
                </a:solidFill>
                <a:effectLst>
                  <a:outerShdw blurRad="38100" dist="38100" dir="2700000" algn="tl">
                    <a:srgbClr val="000000">
                      <a:alpha val="43137"/>
                    </a:srgbClr>
                  </a:outerShdw>
                </a:effectLst>
              </a:rPr>
              <a:t>Adv. Darryl Pereira</a:t>
            </a:r>
          </a:p>
          <a:p>
            <a:pPr algn="just"/>
            <a:r>
              <a:rPr lang="en-IN" sz="2000" b="1" i="1" dirty="0">
                <a:solidFill>
                  <a:schemeClr val="tx1">
                    <a:lumMod val="95000"/>
                    <a:lumOff val="5000"/>
                  </a:schemeClr>
                </a:solidFill>
                <a:effectLst>
                  <a:outerShdw blurRad="38100" dist="38100" dir="2700000" algn="tl">
                    <a:srgbClr val="000000">
                      <a:alpha val="43137"/>
                    </a:srgbClr>
                  </a:outerShdw>
                </a:effectLst>
              </a:rPr>
              <a:t>      Email: </a:t>
            </a:r>
            <a:r>
              <a:rPr lang="en-IN" sz="2000" b="1" i="1" dirty="0">
                <a:solidFill>
                  <a:schemeClr val="tx1">
                    <a:lumMod val="95000"/>
                    <a:lumOff val="5000"/>
                  </a:schemeClr>
                </a:solidFill>
                <a:effectLst>
                  <a:outerShdw blurRad="38100" dist="38100" dir="2700000" algn="tl">
                    <a:srgbClr val="000000">
                      <a:alpha val="43137"/>
                    </a:srgbClr>
                  </a:outerShdw>
                </a:effectLst>
                <a:hlinkClick r:id="rId12">
                  <a:extLst>
                    <a:ext uri="{A12FA001-AC4F-418D-AE19-62706E023703}">
                      <ahyp:hlinkClr xmlns:ahyp="http://schemas.microsoft.com/office/drawing/2018/hyperlinkcolor" val="tx"/>
                    </a:ext>
                  </a:extLst>
                </a:hlinkClick>
              </a:rPr>
              <a:t>darrylpereira@yahoo.com</a:t>
            </a:r>
            <a:r>
              <a:rPr lang="en-IN" sz="2000" b="1" i="1" dirty="0">
                <a:solidFill>
                  <a:schemeClr val="tx1">
                    <a:lumMod val="95000"/>
                    <a:lumOff val="5000"/>
                  </a:schemeClr>
                </a:solidFill>
                <a:effectLst>
                  <a:outerShdw blurRad="38100" dist="38100" dir="2700000" algn="tl">
                    <a:srgbClr val="000000">
                      <a:alpha val="43137"/>
                    </a:srgbClr>
                  </a:outerShdw>
                </a:effectLst>
              </a:rPr>
              <a:t>; Mobile No. +91 9167734342 </a:t>
            </a:r>
          </a:p>
          <a:p>
            <a:pPr algn="just"/>
            <a:endParaRPr lang="en-IN" sz="2000" b="1" i="1" dirty="0">
              <a:solidFill>
                <a:schemeClr val="tx1">
                  <a:lumMod val="95000"/>
                  <a:lumOff val="5000"/>
                </a:schemeClr>
              </a:solidFill>
              <a:effectLst>
                <a:outerShdw blurRad="38100" dist="38100" dir="2700000" algn="tl">
                  <a:srgbClr val="000000">
                    <a:alpha val="43137"/>
                  </a:srgbClr>
                </a:outerShdw>
              </a:effectLst>
            </a:endParaRPr>
          </a:p>
          <a:p>
            <a:pPr marL="285750" indent="-285750" algn="just">
              <a:buFont typeface="Arial" panose="020B0604020202020204" pitchFamily="34" charset="0"/>
              <a:buChar char="•"/>
            </a:pPr>
            <a:r>
              <a:rPr lang="en-IN" sz="2000" b="1" i="1" dirty="0">
                <a:effectLst>
                  <a:outerShdw blurRad="38100" dist="38100" dir="2700000" algn="tl">
                    <a:srgbClr val="000000">
                      <a:alpha val="43137"/>
                    </a:srgbClr>
                  </a:outerShdw>
                </a:effectLst>
              </a:rPr>
              <a:t>Adv. Natasha Kasad </a:t>
            </a:r>
          </a:p>
          <a:p>
            <a:pPr algn="just"/>
            <a:r>
              <a:rPr lang="en-IN" sz="2000" b="1" i="1" dirty="0">
                <a:effectLst>
                  <a:outerShdw blurRad="38100" dist="38100" dir="2700000" algn="tl">
                    <a:srgbClr val="000000">
                      <a:alpha val="43137"/>
                    </a:srgbClr>
                  </a:outerShdw>
                </a:effectLst>
              </a:rPr>
              <a:t>     Email:</a:t>
            </a:r>
            <a:r>
              <a:rPr lang="en-IN" sz="2000" b="1" i="1" dirty="0">
                <a:effectLst>
                  <a:outerShdw blurRad="38100" dist="38100" dir="2700000" algn="tl">
                    <a:srgbClr val="000000">
                      <a:alpha val="43137"/>
                    </a:srgbClr>
                  </a:outerShdw>
                </a:effectLst>
                <a:hlinkClick r:id="rId13">
                  <a:extLst>
                    <a:ext uri="{A12FA001-AC4F-418D-AE19-62706E023703}">
                      <ahyp:hlinkClr xmlns:ahyp="http://schemas.microsoft.com/office/drawing/2018/hyperlinkcolor" val="tx"/>
                    </a:ext>
                  </a:extLst>
                </a:hlinkClick>
              </a:rPr>
              <a:t>pereiraassociates604@gmail.com</a:t>
            </a:r>
            <a:r>
              <a:rPr lang="en-IN" sz="2000" b="1" i="1" dirty="0">
                <a:effectLst>
                  <a:outerShdw blurRad="38100" dist="38100" dir="2700000" algn="tl">
                    <a:srgbClr val="000000">
                      <a:alpha val="43137"/>
                    </a:srgbClr>
                  </a:outerShdw>
                </a:effectLst>
              </a:rPr>
              <a:t>; Mobile No. +91 9769302381  </a:t>
            </a:r>
          </a:p>
          <a:p>
            <a:pPr algn="just"/>
            <a:endParaRPr lang="en-IN" sz="2000" b="1" i="1" dirty="0">
              <a:effectLst>
                <a:outerShdw blurRad="38100" dist="38100" dir="2700000" algn="tl">
                  <a:srgbClr val="000000">
                    <a:alpha val="43137"/>
                  </a:srgbClr>
                </a:outerShdw>
              </a:effectLst>
            </a:endParaRPr>
          </a:p>
          <a:p>
            <a:pPr marL="285750" indent="-285750" algn="just">
              <a:buFont typeface="Arial" panose="020B0604020202020204" pitchFamily="34" charset="0"/>
              <a:buChar char="•"/>
            </a:pPr>
            <a:r>
              <a:rPr lang="en-IN" sz="2000" b="1" i="1" dirty="0">
                <a:effectLst>
                  <a:outerShdw blurRad="38100" dist="38100" dir="2700000" algn="tl">
                    <a:srgbClr val="000000">
                      <a:alpha val="43137"/>
                    </a:srgbClr>
                  </a:outerShdw>
                </a:effectLst>
              </a:rPr>
              <a:t>Adv. Beverly Fernandes</a:t>
            </a:r>
          </a:p>
          <a:p>
            <a:pPr algn="just"/>
            <a:r>
              <a:rPr lang="en-IN" sz="2000" b="1" i="1" dirty="0">
                <a:effectLst>
                  <a:outerShdw blurRad="38100" dist="38100" dir="2700000" algn="tl">
                    <a:srgbClr val="000000">
                      <a:alpha val="43137"/>
                    </a:srgbClr>
                  </a:outerShdw>
                </a:effectLst>
              </a:rPr>
              <a:t>    Email: </a:t>
            </a:r>
            <a:r>
              <a:rPr lang="en-IN" sz="2000" b="1" i="1" dirty="0">
                <a:effectLst>
                  <a:outerShdw blurRad="38100" dist="38100" dir="2700000" algn="tl">
                    <a:srgbClr val="000000">
                      <a:alpha val="43137"/>
                    </a:srgbClr>
                  </a:outerShdw>
                </a:effectLst>
                <a:hlinkClick r:id="rId13">
                  <a:extLst>
                    <a:ext uri="{A12FA001-AC4F-418D-AE19-62706E023703}">
                      <ahyp:hlinkClr xmlns:ahyp="http://schemas.microsoft.com/office/drawing/2018/hyperlinkcolor" val="tx"/>
                    </a:ext>
                  </a:extLst>
                </a:hlinkClick>
              </a:rPr>
              <a:t>pereiraassociates604@gmail.com</a:t>
            </a:r>
            <a:r>
              <a:rPr lang="en-IN" sz="2000" b="1" i="1" dirty="0">
                <a:effectLst>
                  <a:outerShdw blurRad="38100" dist="38100" dir="2700000" algn="tl">
                    <a:srgbClr val="000000">
                      <a:alpha val="43137"/>
                    </a:srgbClr>
                  </a:outerShdw>
                </a:effectLst>
              </a:rPr>
              <a:t>;  Mobile  No. +91 9920844503 </a:t>
            </a:r>
          </a:p>
          <a:p>
            <a:pPr algn="just">
              <a:lnSpc>
                <a:spcPct val="200000"/>
              </a:lnSpc>
            </a:pPr>
            <a:endParaRPr lang="en-US" sz="2000" dirty="0">
              <a:ln w="0"/>
              <a:effectLst>
                <a:outerShdw blurRad="38100" dist="19050" dir="2700000" algn="tl" rotWithShape="0">
                  <a:schemeClr val="dk1">
                    <a:alpha val="40000"/>
                  </a:schemeClr>
                </a:outerShdw>
              </a:effectLst>
              <a:latin typeface="Arial Black" panose="020B0A04020102020204" pitchFamily="34" charset="0"/>
              <a:cs typeface="Aharoni" panose="02010803020104030203" pitchFamily="2" charset="-79"/>
            </a:endParaRPr>
          </a:p>
        </p:txBody>
      </p:sp>
      <p:sp>
        <p:nvSpPr>
          <p:cNvPr id="18" name="TextBox 17">
            <a:extLst>
              <a:ext uri="{FF2B5EF4-FFF2-40B4-BE49-F238E27FC236}">
                <a16:creationId xmlns:a16="http://schemas.microsoft.com/office/drawing/2014/main" id="{17CED4CD-F793-D6F3-DB31-8EE7A604EEA6}"/>
              </a:ext>
            </a:extLst>
          </p:cNvPr>
          <p:cNvSpPr txBox="1"/>
          <p:nvPr/>
        </p:nvSpPr>
        <p:spPr>
          <a:xfrm>
            <a:off x="12087669" y="7764055"/>
            <a:ext cx="272772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extLst>
      <p:ext uri="{BB962C8B-B14F-4D97-AF65-F5344CB8AC3E}">
        <p14:creationId xmlns:p14="http://schemas.microsoft.com/office/powerpoint/2010/main" val="2883304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983</Words>
  <Application>Microsoft Office PowerPoint</Application>
  <PresentationFormat>Custom</PresentationFormat>
  <Paragraphs>100</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Inter</vt:lpstr>
      <vt:lpstr>Petrona Bold</vt:lpstr>
      <vt:lpstr>Times New Roman</vt:lpstr>
      <vt:lpstr>Arial Black</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LENOVO</cp:lastModifiedBy>
  <cp:revision>6</cp:revision>
  <dcterms:created xsi:type="dcterms:W3CDTF">2025-10-17T05:50:01Z</dcterms:created>
  <dcterms:modified xsi:type="dcterms:W3CDTF">2025-12-16T11:51:10Z</dcterms:modified>
</cp:coreProperties>
</file>