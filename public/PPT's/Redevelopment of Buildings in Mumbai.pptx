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20.xml" ContentType="application/inkml+xml"/>
  <Override PartName="/ppt/notesSlides/notesSlide7.xml" ContentType="application/vnd.openxmlformats-officedocument.presentationml.notesSlide+xml"/>
  <Override PartName="/ppt/ink/ink21.xml" ContentType="application/inkml+xml"/>
  <Override PartName="/ppt/notesSlides/notesSlide8.xml" ContentType="application/vnd.openxmlformats-officedocument.presentationml.notesSlide+xml"/>
  <Override PartName="/ppt/ink/ink22.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3.xml" ContentType="application/inkml+xml"/>
  <Override PartName="/ppt/notesSlides/notesSlide11.xml" ContentType="application/vnd.openxmlformats-officedocument.presentationml.notesSlide+xml"/>
  <Override PartName="/ppt/ink/ink24.xml" ContentType="application/inkml+xml"/>
  <Override PartName="/ppt/notesSlides/notesSlide12.xml" ContentType="application/vnd.openxmlformats-officedocument.presentationml.notesSlide+xml"/>
  <Override PartName="/ppt/ink/ink25.xml" ContentType="application/inkml+xml"/>
  <Override PartName="/ppt/notesSlides/notesSlide13.xml" ContentType="application/vnd.openxmlformats-officedocument.presentationml.notesSlide+xml"/>
  <Override PartName="/ppt/ink/ink26.xml" ContentType="application/inkml+xml"/>
  <Override PartName="/ppt/notesSlides/notesSlide14.xml" ContentType="application/vnd.openxmlformats-officedocument.presentationml.notesSlide+xml"/>
  <Override PartName="/ppt/ink/ink27.xml" ContentType="application/inkml+xml"/>
  <Override PartName="/ppt/ink/ink28.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29.xml" ContentType="application/inkml+xml"/>
  <Override PartName="/ppt/notesSlides/notesSlide17.xml" ContentType="application/vnd.openxmlformats-officedocument.presentationml.notesSlide+xml"/>
  <Override PartName="/ppt/ink/ink30.xml" ContentType="application/inkml+xml"/>
  <Override PartName="/ppt/ink/ink31.xml" ContentType="application/inkml+xml"/>
  <Override PartName="/ppt/ink/ink32.xml" ContentType="application/inkml+xml"/>
  <Override PartName="/ppt/ink/ink3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79" r:id="rId6"/>
    <p:sldId id="280" r:id="rId7"/>
    <p:sldId id="281" r:id="rId8"/>
    <p:sldId id="282" r:id="rId9"/>
    <p:sldId id="264" r:id="rId10"/>
    <p:sldId id="265" r:id="rId11"/>
    <p:sldId id="266" r:id="rId12"/>
    <p:sldId id="267" r:id="rId13"/>
    <p:sldId id="268" r:id="rId14"/>
    <p:sldId id="269" r:id="rId15"/>
    <p:sldId id="270" r:id="rId16"/>
    <p:sldId id="278" r:id="rId17"/>
    <p:sldId id="272" r:id="rId18"/>
    <p:sldId id="273" r:id="rId19"/>
    <p:sldId id="274" r:id="rId20"/>
    <p:sldId id="275" r:id="rId21"/>
    <p:sldId id="276" r:id="rId22"/>
    <p:sldId id="277" r:id="rId23"/>
  </p:sldIdLst>
  <p:sldSz cx="14630400" cy="8229600"/>
  <p:notesSz cx="8229600" cy="14630400"/>
  <p:embeddedFontLst>
    <p:embeddedFont>
      <p:font typeface="Geist"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9" d="100"/>
          <a:sy n="49" d="100"/>
        </p:scale>
        <p:origin x="94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04.828"/>
    </inkml:context>
    <inkml:brush xml:id="br0">
      <inkml:brushProperty name="width" value="0.35" units="cm"/>
      <inkml:brushProperty name="height" value="0.35" units="cm"/>
      <inkml:brushProperty name="color" value="#CCFFCC"/>
    </inkml:brush>
  </inkml:definitions>
  <inkml:trace contextRef="#ctx0" brushRef="#br0">0 0 24484,'4104'0'0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11.468"/>
    </inkml:context>
    <inkml:brush xml:id="br0">
      <inkml:brushProperty name="width" value="0.35" units="cm"/>
      <inkml:brushProperty name="height" value="0.35" units="cm"/>
      <inkml:brushProperty name="color" value="#CCFFCC"/>
    </inkml:brush>
  </inkml:definitions>
  <inkml:trace contextRef="#ctx0" brushRef="#br0">0 75 24575,'437'0'0,"-401"-2"0,0-2 0,39-8 0,33-4 0,174 11 0,-174 7 0,138-16 0,85-10 0,2 25 0,-129 1 0,507-2 0,-680 1 0,0 2 0,38 9 0,31 3 0,201-10 0,-189-6 0,-88 2 0,0 1 0,0 2 0,27 7 0,-23-5 0,48 6 0,6-10 0,-54-3 0,1 2 0,0 1 0,42 9 0,-35-4-682,39 3-1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14.223"/>
    </inkml:context>
    <inkml:brush xml:id="br0">
      <inkml:brushProperty name="width" value="0.35" units="cm"/>
      <inkml:brushProperty name="height" value="0.35" units="cm"/>
      <inkml:brushProperty name="color" value="#CCFFCC"/>
    </inkml:brush>
  </inkml:definitions>
  <inkml:trace contextRef="#ctx0" brushRef="#br0">0 293 24575,'13'-5'0,"0"1"0,0 0 0,0 1 0,1 0 0,-1 1 0,17-1 0,5-1 0,458-81 0,-301 29 0,-57 14 0,-29 20 0,151-14 0,-180 27 0,89-3 0,191 10 0,-179 4 0,426-2 0,-569 3 0,0 1 0,0 1 0,-1 2 0,57 19 0,-15-4 0,67 16 0,-95-25 0,-22-5 0,0-1 0,46 5 0,259-8 0,-181-7 0,-59 2 0,108 3 0,-195-1 0,-1-1 0,0 1 0,1-1 0,-1 1 0,0 0 0,1 0 0,-1 0 0,0 1 0,0-1 0,0 1 0,0 0 0,0 0 0,0 0 0,0 0 0,-1 0 0,1 1 0,-1-1 0,0 1 0,0-1 0,0 1 0,0 0 0,0 0 0,0 0 0,-1 0 0,1 0 0,-1 0 0,0 1 0,0-1 0,1 6 0,1 8 0,-2 1 0,0-1 0,0 1 0,-4 29 0,1-18 0,-3 394-174,5-319-1017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17.428"/>
    </inkml:context>
    <inkml:brush xml:id="br0">
      <inkml:brushProperty name="width" value="0.35" units="cm"/>
      <inkml:brushProperty name="height" value="0.35" units="cm"/>
      <inkml:brushProperty name="color" value="#CCFFCC"/>
    </inkml:brush>
  </inkml:definitions>
  <inkml:trace contextRef="#ctx0" brushRef="#br0">0 1 24575,'398'0'0,"-355"2"0,74 13 0,14 2 0,14-16 0,-89-2 0,0 3 0,81 11 0,162 34 0,-195-34 0,10 2 0,-64-6 0,96 4 0,53-14 0,-86 0 0,68-14 0,-67 2 0,73-7 0,97-6 0,-218 25 0,221 5 0,-187 12 0,-4 0 0,-66-13 0,109 13 0,-60-4 0,-44-8 0,58 16 0,16 14 0,-93-29-341,-1 0 0,2-1-1,22 2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19.697"/>
    </inkml:context>
    <inkml:brush xml:id="br0">
      <inkml:brushProperty name="width" value="0.35" units="cm"/>
      <inkml:brushProperty name="height" value="0.35" units="cm"/>
      <inkml:brushProperty name="color" value="#CCFFCC"/>
    </inkml:brush>
  </inkml:definitions>
  <inkml:trace contextRef="#ctx0" brushRef="#br0">0 1 24575,'0'0'0,"0"6"0,0 8 0,0 8 0,0 6 0,0 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21.631"/>
    </inkml:context>
    <inkml:brush xml:id="br0">
      <inkml:brushProperty name="width" value="0.35" units="cm"/>
      <inkml:brushProperty name="height" value="0.35" units="cm"/>
      <inkml:brushProperty name="color" value="#CCFFCC"/>
    </inkml:brush>
  </inkml:definitions>
  <inkml:trace contextRef="#ctx0" brushRef="#br0">0 2 24575,'84'-1'0,"98"3"0,-160 1 0,-1 1 0,1 1 0,-1 1 0,0 1 0,-1 1 0,31 17 0,-19-10 0,46 15 0,80 25 0,-142-49 66,0-1 1,1-1-1,0-1 0,32 3 0,68-4-1033,-90-2 238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31.814"/>
    </inkml:context>
    <inkml:brush xml:id="br0">
      <inkml:brushProperty name="width" value="0.35" units="cm"/>
      <inkml:brushProperty name="height" value="0.35" units="cm"/>
      <inkml:brushProperty name="color" value="#CCFFCC"/>
    </inkml:brush>
  </inkml:definitions>
  <inkml:trace contextRef="#ctx0" brushRef="#br0">0 147 24575,'9'-1'0,"0"0"0,-1 0 0,1-1 0,13-4 0,22-5 0,65 2 0,119 4 0,48-2 0,302-24 0,-544 31 0,294-13 0,90-32 0,-260 33 0,186 10 0,-167 4 0,767-2 0,-914 1 0,-1 2 0,55 13 0,-28-4 0,15 5 314,-40-10-1153,39 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35.955"/>
    </inkml:context>
    <inkml:brush xml:id="br0">
      <inkml:brushProperty name="width" value="0.35" units="cm"/>
      <inkml:brushProperty name="height" value="0.35" units="cm"/>
      <inkml:brushProperty name="color" value="#CCFFCC"/>
    </inkml:brush>
  </inkml:definitions>
  <inkml:trace contextRef="#ctx0" brushRef="#br0">148 448 24575,'295'-20'0,"-30"2"0,-210 17 0,-11 2 0,0-3 0,66-10 0,88-24 0,-151 27 0,-1 2 0,62-1 0,95 8 0,-91 2 0,432-1 0,-519 0 0,0 1 0,48 12 0,16 2 0,31 6 0,-45-7 0,72 19 0,-104-22 0,0-2 0,0-1 0,71 3 0,417-12 0,-226-1 0,-273 1 0,35 0 0,-61-1 0,-1 0 0,0 0 0,0 0 0,1 0 0,-1-1 0,0 0 0,0 0 0,-1 0 0,1-1 0,5-3 0,11-9 0,-5 3 0,30-25 0,-42 32 0,0 1 0,0-1 0,0 0 0,0 0 0,-1 0 0,0-1 0,0 1 0,0-1 0,-1 0 0,3-9 0,-1-11 0,0 1 0,-2-1 0,-1 0 0,-3-31 0,1 21 0,1 27 0,0-1 0,-1 1 0,0-1 0,-1 1 0,0-1 0,-5-14 0,6 21 0,-1 0 0,1 0 0,-1 0 0,0 0 0,0 0 0,0 1 0,-1-1 0,1 1 0,0-1 0,-1 1 0,0 0 0,0 0 0,0 0 0,1 0 0,-2 0 0,1 1 0,0 0 0,0-1 0,0 1 0,-1 0 0,-5-1 0,-20-1 0,0 1 0,-1 1 0,1 1 0,-32 5 0,-17-1 0,58-3 0,-29 0 0,-93 13 0,82-4 0,-97 3 0,-62-12 0,102-3 0,95 4 0,1 0 0,0 1 0,-30 9 0,26-6 0,-1-1 0,-26 2 0,-334-4 0,200-6 0,151 6 0,1 1 0,0 1 0,-63 18 0,-41 7 0,-9-20 0,93-8 0,-64 10 0,43-1 0,-99 1 0,-77-13 0,95-1 0,101 4 0,28-1 0,0 0 0,-47-7 0,58 3 0,0-2 0,0 0 0,-26-13 0,26 10 0,0 1 0,-1 1 0,-25-6 0,-16 5 0,1 2 0,-1 3 0,-59 5 0,7 0 0,-69-2-1365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16:39.332"/>
    </inkml:context>
    <inkml:brush xml:id="br0">
      <inkml:brushProperty name="width" value="0.35" units="cm"/>
      <inkml:brushProperty name="height" value="0.35" units="cm"/>
      <inkml:brushProperty name="color" value="#CCFFCC"/>
    </inkml:brush>
  </inkml:definitions>
  <inkml:trace contextRef="#ctx0" brushRef="#br0">1 110 24575,'767'0'0,"-723"-3"0,70-11 0,-1-1 0,330 9 0,-251 9 0,701-3 0,-867-2 0,-1 0 0,0-2 0,25-7 0,-20 4 0,47-4 0,169 10 0,-4 1 0,-112-17 0,6 0 0,274 15 0,-210 4 0,81-2-1365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3:48.292"/>
    </inkml:context>
    <inkml:brush xml:id="br0">
      <inkml:brushProperty name="width" value="0.35" units="cm"/>
      <inkml:brushProperty name="height" value="0.35" units="cm"/>
      <inkml:brushProperty name="color" value="#CCFFCC"/>
    </inkml:brush>
  </inkml:definitions>
  <inkml:trace contextRef="#ctx0" brushRef="#br0">844 438 24575,'264'-27'0,"-148"19"0,167-14 0,193-18 0,-82 6 0,-200 20 0,92-12-139,397-23-374,-656 48 513,-8 2 0,1-2 0,-1-1 0,24-4 0,-42 6 2,0 0 0,0 0 1,-1 0-1,1-1 0,0 1 0,0 0 0,0-1 0,0 1 0,0 0 0,0-1 0,-1 1 0,1-1 0,0 0 1,0 1-1,-1-1 0,1 1 0,0-1 0,-1 0 0,1 0 0,0 1 0,-1-1 0,1 0 0,-1 0 0,0 0 1,1-1-1,-1 1 6,0 0 0,0 0 0,0 0 0,-1-1 0,1 1 0,0 0 0,-1 0 0,1 0 0,-1 0 0,1 0 0,-1 0 0,1 0 0,-1 0 0,0 0-1,1 0 1,-3-2 0,-3-3 63,0 0 0,-1 1-1,0 0 1,-11-7 0,-5 0-49,0 1 1,-1 1 0,0 2-1,0 0 1,-30-6-1,-136-11-49,-441 10-1278,249 51 732,2 28-620,329-55 1068,-742 152-130,353-69-261,422-88 484,-184 30-33,191-33 79,6 0 50,0 0 1,0 0-1,0-1 0,-1 1 1,1-1-1,0-1 1,0 1-1,0-1 1,0 0-1,0 0 0,0 0 1,-6-3-1,11 4-54,0 0-1,-1 0 0,1 0 0,0-1 1,0 1-1,0 0 0,0 0 1,-1 0-1,1 0 0,0-1 1,0 1-1,0 0 0,0 0 1,0-1-1,0 1 0,0 0 1,0 0-1,0 0 0,0-1 1,0 1-1,0 0 0,0 0 1,0-1-1,0 1 0,0 0 1,0 0-1,0-1 0,0 1 1,0 0-1,0 0 0,0 0 1,0-1-1,0 1 0,0 0 0,0 0 1,1 0-1,-1-1 0,0 1 1,0 0-1,0 0 0,0 0 1,1 0-1,-1-1 0,0 1 1,0 0-1,0 0 0,1 0 1,-1 0-1,4-3 164,0-1-1,0 2 1,0-1 0,0 0-1,1 1 1,-1 0-1,1 0 1,7-3 0,46-8 731,-44 10-759,530-60 11,-496 59-159,55-5 3,385-28 0,-3 22 0,-474 15 0,-13 1 0,-21-1 0,-940-21 0,668 7 0,254 11 0,41 3 0,0 0 0,-1 0 0,1 0 0,0 0 0,-1-1 0,1 1 0,0 0 0,-1 0 0,1 0 0,0 0 0,0 0 0,-1 0 0,1 0 0,0-1 0,-1 1 0,1 0 0,0 0 0,0 0 0,0-1 0,-1 1 0,1 0 0,0 0 0,0-1 0,0 1 0,-1 0 0,1-1 0,0 1 0,0 0 0,0 0 0,0-1 0,0 1 0,0 0 0,0-1 0,-1 1 0,1 0 0,0-1 0,0 1 0,0 0 0,0-1 0,1 1 0,-1 0 0,0-1 0,0 1 0,0 0 0,0 0 0,0-1 0,0 1 0,0 0 0,0-1 0,1 1 0,-1 0 0,0 0 0,0-1 0,0 1 0,1 0 0,-1 0 0,0-1 0,0 1 0,1 0 0,-1 0 0,0 0 0,1 0 0,-1-1 0,22-11 0,-1 5 0,0 1 0,0 2 0,37-5 0,-35 7 0,692-60-1310,-433 43 764,-44 4 228,202-18 200,-423 31 118,20-2 0,44-10 0,-70 10 0,-11 1 0,-18 0 0,-24 1 443,0 2 1,-49 7-1,21-1 84,-178 11-43,-313 21-1340,16-2 856,524-35 0,-27 3 0,45-4 0,1 0 0,-1 1 0,1-1 0,-1 1 0,1 0 0,0 0 0,-1-1 0,1 2 0,0-1 0,0 0 0,-1 0 0,1 1 0,-2 2 0,3-4 0,1 0 0,0 1 0,0-1 0,0 0 0,-1 0 0,1 1 0,0-1 0,0 0 0,0 0 0,0 1 0,0-1 0,0 0 0,0 1 0,0-1 0,0 0 0,-1 1 0,1-1 0,0 0 0,0 0 0,1 1 0,-1-1 0,0 0 0,0 1 0,0-1 0,0 0 0,0 1 0,0-1 0,11 9 0,5-3 0,1-1 0,0-1 0,0 0 0,0-1 0,29 1 0,-18-1 0,537 34-575,1-27-666,-473-9 1020,934 1-1710,-480-4 5539,-353 15-2632,-81-3-785,660 5-191,-1127-14 0,157-2 0,73-1 0,1-5 0,0-5 0,-122-29 0,190 28 0,-199-38 0,185 40 0,-120-2 0,-860 17 0,824-5 0,207 2 0,1 1 0,-1 1 0,1 0 0,-29 10 0,14-4 0,-494 111 0,118-50 0,403-70 0,0 1 0,1 0 0,-1 1 0,0-1 0,1 1 0,0 0 0,-1 0 0,1 0 0,0 0 0,0 1 0,0-1 0,-6 7 0,9-8 0,-1 1 0,1-1 0,0 1 0,0-1 0,1 1 0,-1-1 0,0 1 0,0 0 0,1 0 0,-1-1 0,1 1 0,0 0 0,-1 0 0,1 0 0,0-1 0,0 1 0,0 0 0,0 0 0,1 0 0,-1 0 0,0-1 0,1 1 0,-1 0 0,1 0 0,0-1 0,-1 1 0,1 0 0,0-1 0,0 1 0,0-1 0,0 1 0,0-1 0,1 0 0,2 3 0,0 1 0,1-1 0,0 1 0,0-1 0,0 0 0,0-1 0,1 1 0,0-1 0,-1 0 0,1 0 0,0-1 0,12 3 0,5 1 0,47 3 0,-27-4 0,124 25 0,-2 7 0,167 60 0,-215-48 0,-3-3 0,-96-40 0,0 0 0,1-2 0,0 0 0,28 1 0,282-5 0,-163-3 0,429-21 0,-342-6 0,239-51 0,-340 63 0,31-6 0,103-40 0,-248 55 0,-34 8 0,1 0 0,0 0 0,0 0 0,0-1 0,0 1 0,0-1 0,0 0 0,0-1 0,8-5 0,-12 8 0,-1 0 0,0-1 0,0 1 0,0 0 0,0 0 0,1 0 0,-1-1 0,0 1 0,0 0 0,0 0 0,0 0 0,0-1 0,0 1 0,1 0 0,-1 0 0,0 0 0,0-1 0,0 1 0,0 0 0,0 0 0,0-1 0,0 1 0,0 0 0,0 0 0,0-1 0,0 1 0,0 0 0,0 0 0,0-1 0,-1 1 0,1 0 0,0 0 0,0 0 0,0-1 0,0 1 0,0 0 0,0 0 0,-1 0 0,1-1 0,0 1 0,0 0 0,0 0 0,0 0 0,-1 0 0,1 0 0,0-1 0,-1 1 0,-5-4 0,-1 1 0,0 0 0,-1 1 0,1-1 0,0 1 0,-1 0 0,1 1 0,-9-1 0,7 1 0,-54-7 0,-110-1 0,-67 18 0,150-4 0,-732 45-841,579-16 819,54-6 745,67-14-613,-476 70-80,467-46-30,5-2 0,-174 9 0,150-26 0,-471 71 0,510-79 0,-206-7 0,169-6 0,110 2 0,22 1 0,0 0 0,0-2 0,-1 0 0,1-1 0,-19-4 0,15-5 0,20 11 0,-1 0 0,1 0 0,0-1 0,-1 1 0,1 0 0,0-1 0,0 1 0,-1 0 0,1-1 0,0 1 0,0-1 0,0 1 0,-1 0 0,1-1 0,0 1 0,0-1 0,0 1 0,0 0 0,0-1 0,0 1 0,0-1 0,0 1 0,0-1 0,0 1 0,0 0 0,0-1 0,0 1 0,1-1 0,-1 1 0,0-1 0,0 1 0,0 0 0,1-1 0,-1 1 0,0 0 0,0-1 0,1 1 0,-1 0 0,0-1 0,0 1 0,1 0 0,-1 0 0,1-1 0,-1 1 0,0 0 0,1 0 0,-1 0 0,0-1 0,1 1 0,-1 0 0,1 0 0,0 0 0,12-5 0,0 1 0,1 0 0,0 1 0,0 0 0,0 1 0,0 1 0,14 0 0,-2-1 0,580-15-711,155-14-401,-443-8 924,207-20-5,-5 46 1307,-9 1-24,35-10-1090,-231 8 0,-97-3 0,-105 9 0,-87 4 0,0-1 0,0-1 0,-1-1 0,0-2 0,27-12 0,30-11 0,-10 12 0,1 3 0,75-7 0,-146 24 0,6-1 0,1-1 0,-1 0 0,15-5 0,-22 7 0,-1 0 0,1 0 0,0 0 0,0-1 0,0 1 0,0 0 0,-1-1 0,1 1 0,0 0 0,0-1 0,-1 1 0,1-1 0,0 0 0,-1 1 0,1-1 0,-1 1 0,1-1 0,-1 0 0,1 1 0,-1-1 0,1 0 0,-1 0 0,1 0 0,-1 1 0,0-1 0,0 0 0,1 0 0,-1 0 0,0 0 0,0 1 0,0-1 0,0 0 0,0 0 0,0 0 0,0 0 0,0 0 0,0 1 0,0-1 0,-1 0 0,1 0 0,0 0 0,-1 0 0,1 1 0,0-1 0,-1 0 0,1 0 0,-1 1 0,1-1 0,-2-1 0,-8-7 0,0 0 0,0 0 0,-1 1 0,0 0 0,0 1 0,-23-11 0,-14-9 0,-154-109 0,46 29 0,142 99 0,0 0 0,0 1 0,0 1 0,-1 1 0,1 0 0,-1 0 0,-1 2 0,1 0 0,-18-1 0,-17 1 0,-76 6 0,56 0 0,32-2 0,-253 15 0,111 8 315,-77 8-1995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5:55.242"/>
    </inkml:context>
    <inkml:brush xml:id="br0">
      <inkml:brushProperty name="width" value="0.35" units="cm"/>
      <inkml:brushProperty name="height" value="0.35" units="cm"/>
      <inkml:brushProperty name="color" value="#CCFFCC"/>
    </inkml:brush>
  </inkml:definitions>
  <inkml:trace contextRef="#ctx0" brushRef="#br0">0 0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9:24.933"/>
    </inkml:context>
    <inkml:brush xml:id="br0">
      <inkml:brushProperty name="width" value="0.05" units="cm"/>
      <inkml:brushProperty name="height" value="0.05" units="cm"/>
      <inkml:brushProperty name="color" value="#CCFFCC"/>
    </inkml:brush>
  </inkml:definitions>
  <inkml:trace contextRef="#ctx0" brushRef="#br0">982 5 24575,'52'-1'0,"1"3"0,64 11 0,-22-1 0,1-4 0,134-6 0,-4 0 0,-216-1 0,-4-2 0,-1 1 0,1 1 0,-1-1 0,1 1 0,-1 0 0,0 0 0,0 0 0,1 1 0,7 4 0,-12-6 0,-1 0 0,0 0 0,0 0 0,0 0 0,0 0 0,0 0 0,1 0 0,-1 1 0,0-1 0,0 0 0,0 0 0,0 0 0,0 0 0,0 1 0,0-1 0,0 0 0,1 0 0,-1 0 0,0 0 0,0 1 0,0-1 0,0 0 0,0 0 0,0 0 0,0 1 0,0-1 0,0 0 0,0 0 0,0 0 0,0 1 0,0-1 0,0 0 0,-1 0 0,1 0 0,0 0 0,0 1 0,0-1 0,0 0 0,0 0 0,0 0 0,0 0 0,0 1 0,-1-1 0,1 0 0,0 0 0,0 0 0,0 0 0,0 0 0,-1 0 0,1 0 0,0 1 0,0-1 0,0 0 0,0 0 0,-1 0 0,-6 4 0,0-1 0,0 0 0,-1 0 0,0 0 0,1-1 0,-1 0 0,-13 2 0,-289 32-136,0-21-155,157-9 145,-90 5 32,-375 18 113,613-28 1,-39 1 0,1 1 0,-68 16 0,101-15 0,8-1 0,15-1 0,63-12 574,556-44-1786,-153 17 729,607-64 483,-857 85 0,-360 18 444,92-1-7270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9:29.084"/>
    </inkml:context>
    <inkml:brush xml:id="br0">
      <inkml:brushProperty name="width" value="0.35" units="cm"/>
      <inkml:brushProperty name="height" value="0.35" units="cm"/>
      <inkml:brushProperty name="color" value="#CCFFCC"/>
    </inkml:brush>
  </inkml:definitions>
  <inkml:trace contextRef="#ctx0" brushRef="#br0">1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9:41.196"/>
    </inkml:context>
    <inkml:brush xml:id="br0">
      <inkml:brushProperty name="width" value="0.35" units="cm"/>
      <inkml:brushProperty name="height" value="0.35" units="cm"/>
      <inkml:brushProperty name="color" value="#CCFFCC"/>
    </inkml:brush>
  </inkml:definitions>
  <inkml:trace contextRef="#ctx0" brushRef="#br0">0 1054 24423,'3265'-1054'0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9:43.377"/>
    </inkml:context>
    <inkml:brush xml:id="br0">
      <inkml:brushProperty name="width" value="0.35" units="cm"/>
      <inkml:brushProperty name="height" value="0.35" units="cm"/>
      <inkml:brushProperty name="color" value="#CCFFCC"/>
    </inkml:brush>
  </inkml:definitions>
  <inkml:trace contextRef="#ctx0" brushRef="#br0">0 1 24575,'164'30'0,"-80"-17"0,576 135-1077,-616-136 1079,553 178 290,-358-109 66,-199-70-593,2-2 0,-1-2 0,81 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9:52.141"/>
    </inkml:context>
    <inkml:brush xml:id="br0">
      <inkml:brushProperty name="width" value="0.35" units="cm"/>
      <inkml:brushProperty name="height" value="0.35" units="cm"/>
      <inkml:brushProperty name="color" value="#CCFFCC"/>
    </inkml:brush>
  </inkml:definitions>
  <inkml:trace contextRef="#ctx0" brushRef="#br0">0 1 24575,'2367'0'0,"-2351"-1"0,1 2 0,-1 0 0,0 0 0,21 6 0,-33-6 0,0 0 0,0 1 0,-1-1 0,1 1 0,0 0 0,-1-1 0,1 2 0,-1-1 0,1 0 0,-1 1 0,0-1 0,0 1 0,0 0 0,-1 0 0,1 0 0,-1 0 0,0 1 0,1-1 0,-1 1 0,-1-1 0,1 1 0,2 7 0,0 10 0,-2 0 0,0 0 0,-1 0 0,-1-1 0,-3 25 0,1-4 0,1-22-455,0-1 0,-6 27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9:59.228"/>
    </inkml:context>
    <inkml:brush xml:id="br0">
      <inkml:brushProperty name="width" value="0.35" units="cm"/>
      <inkml:brushProperty name="height" value="0.35" units="cm"/>
      <inkml:brushProperty name="color" value="#CCFFCC"/>
    </inkml:brush>
  </inkml:definitions>
  <inkml:trace contextRef="#ctx0" brushRef="#br0">151 244 24575,'0'2'0,"0"0"0,0 1 0,0-1 0,0 1 0,-1-1 0,1 1 0,-1-1 0,1 1 0,-1-1 0,0 0 0,0 0 0,0 1 0,-1-1 0,-1 2 0,0 0 0,0-1 0,-1 0 0,1-1 0,-1 1 0,1 0 0,-9 3 0,11-6 0,-1 1 0,1 0 0,0-1 0,-1 1 0,1 0 0,0 0 0,0-1 0,-1 1 0,1 0 0,0 0 0,0 1 0,0-1 0,0 0 0,0 0 0,1 0 0,-1 1 0,0-1 0,1 0 0,-1 1 0,0 2 0,1-3 0,0 0 0,0 0 0,1 0 0,-1 0 0,0 0 0,1 0 0,-1 0 0,1 0 0,-1 0 0,1 0 0,0 0 0,-1 0 0,1 0 0,0 0 0,0-1 0,0 1 0,0 0 0,-1-1 0,1 1 0,0 0 0,1 0 0,9 4 0,0 0 0,1 0 0,-1-1 0,14 3 0,251 47 0,-139-31 0,-27-4 0,115 24 0,-169-32 0,83 5 0,-39-6 0,-64-6 0,365 38 0,-144-22 0,246 7 0,-501-27 0,44-1 0,0 2 0,65 11 0,296 71 0,-400-82 0,-1 0 0,1 0 0,-1 0 0,1-1 0,0 0 0,-1 0 0,1-1 0,7-1 0,-13 1 0,1 1 0,-1 0 0,1-1 0,-1 0 0,0 1 0,1-1 0,-1 0 0,0 0 0,0 0 0,1 0 0,-1 0 0,0 0 0,0 0 0,0 0 0,0 0 0,1-2 0,-1 1 0,-1 0 0,1-1 0,0 1 0,-1 0 0,0 0 0,1 0 0,-1 0 0,0 0 0,0 0 0,0-1 0,0 1 0,-1 0 0,1 0 0,-2-4 0,-3-10 0,-2 0 0,0 0 0,-1 1 0,0 0 0,-1 0 0,-15-17 0,-21-37 0,36 54 0,2 1 0,-1-1 0,2 0 0,0-1 0,1 0 0,1 0 0,0 0 0,1 0 0,-2-26 0,3-42 0,8-85 0,-5 164 0,0 0 0,0-1 0,1 1 0,0 0 0,0 0 0,4-8 0,-5 12 0,-1 0 0,1-1 0,0 1 0,0 0 0,0 0 0,0 0 0,0 0 0,0 0 0,0 0 0,0 0 0,0 0 0,3-1 0,-3 2 0,0 0 0,-1 0 0,1 0 0,0-1 0,0 1 0,-1 0 0,1 0 0,0 1 0,0-1 0,-1 0 0,1 0 0,0 0 0,0 0 0,-1 1 0,1-1 0,0 0 0,-1 1 0,1-1 0,0 0 0,-1 1 0,1-1 0,-1 1 0,1-1 0,-1 1 0,1-1 0,0 2 0,3 3 0,0 0 0,0 0 0,-1 1 0,1 0 0,-1 0 0,-1 0 0,4 9 0,11 47 0,-12-30 0,3 39 0,-6-42 0,11 55 0,-12-82 0,0 8 0,1-1 0,1 0 0,-1-1 0,1 1 0,1 0 0,0-1 0,0 0 0,1 0 0,0 0 0,10 12 0,-4-8 0,-2-3 0,0 1 0,0 1 0,-1-1 0,10 18 0,-16-24 0,0 0 0,-1 0 0,1 0 0,-1 0 0,0 0 0,0 0 0,0 0 0,-1 0 0,0 1 0,1-1 0,-1 0 0,-1 0 0,1 1 0,-1-1 0,1 0 0,-1 0 0,-1 0 0,-1 6 0,1-5 0,-1 1 0,1-1 0,-1 1 0,0-1 0,-1 0 0,1 0 0,-1-1 0,0 1 0,0-1 0,-1 0 0,1 0 0,-1 0 0,0 0 0,0-1 0,0 0 0,0 0 0,0 0 0,-7 1 0,5-1 0,-1-1 0,0-1 0,0 1 0,0-1 0,0-1 0,0 1 0,0-1 0,0-1 0,1 0 0,-1 0 0,0 0 0,0-1 0,-9-3 0,-75-33 0,65 26 0,-1 0 0,0 2 0,-46-11 0,11 12 14,0 2-1,-105 4 0,-135 21-147,252-13 64,-146 17-269,2 8-1,-347 102 0,514-123 332,12-4-2,0 0 0,-29 4 0,40-8 25,0-1-1,0 0 1,0 0-1,0 0 1,0-1-1,0 1 0,0-1 1,0 0-1,0-1 1,0 1-1,1-1 0,-1 0 1,-5-3-1,3 0 59,1 1 0,0 1 0,-1-1-1,0 1 1,0 0 0,0 1 0,0 0 0,0 0-1,-1 0 1,1 1 0,0 0 0,-1 1-1,-12 0 1,-78 6-73,-172 5 0,228-10 0,-67-3 0,93 1 0,-1-1 0,1-1 0,0-1 0,-24-8 0,37 11 0,0 0 0,0 0 0,0-1 0,0 1 0,0-1 0,1 0 0,-1 0 0,1 0 0,-1 0 0,1 0 0,0-1 0,0 1 0,0-1 0,0 0 0,0 1 0,-1-5 0,0-1 0,0 0 0,0-1 0,1 1 0,-2-13 0,3 11 0,-1 1 0,0 0 0,-1-1 0,-3-9 0,-2 6 0,0-1 0,-1 2 0,-1-1 0,0 1 0,-16-16 0,16 19 0,0-1 0,1 0 0,1-1 0,0 1 0,0-2 0,1 1 0,0-1 0,-6-16 0,8 6 0,0 0 0,2 0 0,1 0 0,1 0 0,2-41 0,0 33 0,-1 18 0,1 1 0,0 0 0,1 0 0,0 0 0,1 0 0,4-11 0,-5 16 0,1 0 0,-1 0 0,2 1 0,-1-1 0,1 1 0,-1 0 0,1 0 0,1 0 0,-1 1 0,1-1 0,9-6 0,-11 9 49,0 0 0,-1 0 0,1 0-1,-1 0 1,0-1 0,4-4 0,-6 7-56,0 0 1,0 0-1,1 0 1,-1 0-1,0 0 1,0 0 0,0-1-1,0 1 1,0 0-1,0 0 1,0 0-1,0 0 1,0 0-1,0 0 1,0 0 0,0-1-1,0 1 1,0 0-1,0 0 1,0 0-1,0 0 1,0 0-1,0 0 1,0 0 0,0-1-1,0 1 1,0 0-1,0 0 1,0 0-1,0 0 1,-1 0 0,1 0-1,0 0 1,0 0-1,0-1 1,0 1-1,0 0 1,0 0-1,0 0 1,0 0 0,0 0-1,-1 0 1,1 0-1,0 0 1,0 0-1,0 0 1,0 0-1,0 0 1,0 0 0,0 0-1,-1 0 1,1 0-1,-16 3-1358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3:48.292"/>
    </inkml:context>
    <inkml:brush xml:id="br0">
      <inkml:brushProperty name="width" value="0.35" units="cm"/>
      <inkml:brushProperty name="height" value="0.35" units="cm"/>
      <inkml:brushProperty name="color" value="#CCFFCC"/>
    </inkml:brush>
  </inkml:definitions>
  <inkml:trace contextRef="#ctx0" brushRef="#br0">844 438 24575,'264'-27'0,"-148"19"0,167-14 0,193-18 0,-82 6 0,-200 20 0,92-12-139,397-23-374,-656 48 513,-8 2 0,1-2 0,-1-1 0,24-4 0,-42 6 2,0 0 0,0 0 1,-1 0-1,1-1 0,0 1 0,0 0 0,0-1 0,0 1 0,0 0 0,0-1 0,-1 1 0,1-1 0,0 0 1,0 1-1,-1-1 0,1 1 0,0-1 0,-1 0 0,1 0 0,0 1 0,-1-1 0,1 0 0,-1 0 0,0 0 1,1-1-1,-1 1 6,0 0 0,0 0 0,0 0 0,-1-1 0,1 1 0,0 0 0,-1 0 0,1 0 0,-1 0 0,1 0 0,-1 0 0,1 0 0,-1 0 0,0 0-1,1 0 1,-3-2 0,-3-3 63,0 0 0,-1 1-1,0 0 1,-11-7 0,-5 0-49,0 1 1,-1 1 0,0 2-1,0 0 1,-30-6-1,-136-11-49,-441 10-1278,249 51 732,2 28-620,329-55 1068,-742 152-130,353-69-261,422-88 484,-184 30-33,191-33 79,6 0 50,0 0 1,0 0-1,0-1 0,-1 1 1,1-1-1,0-1 1,0 1-1,0-1 1,0 0-1,0 0 0,0 0 1,-6-3-1,11 4-54,0 0-1,-1 0 0,1 0 0,0-1 1,0 1-1,0 0 0,0 0 1,-1 0-1,1 0 0,0-1 1,0 1-1,0 0 0,0 0 1,0-1-1,0 1 0,0 0 1,0 0-1,0 0 0,0-1 1,0 1-1,0 0 0,0 0 1,0-1-1,0 1 0,0 0 1,0 0-1,0-1 0,0 1 1,0 0-1,0 0 0,0 0 1,0-1-1,0 1 0,0 0 0,0 0 1,1 0-1,-1-1 0,0 1 1,0 0-1,0 0 0,0 0 1,1 0-1,-1-1 0,0 1 1,0 0-1,0 0 0,1 0 1,-1 0-1,4-3 164,0-1-1,0 2 1,0-1 0,0 0-1,1 1 1,-1 0-1,1 0 1,7-3 0,46-8 731,-44 10-759,530-60 11,-496 59-159,55-5 3,385-28 0,-3 22 0,-474 15 0,-13 1 0,-21-1 0,-940-21 0,668 7 0,254 11 0,41 3 0,0 0 0,-1 0 0,1 0 0,0 0 0,-1-1 0,1 1 0,0 0 0,-1 0 0,1 0 0,0 0 0,0 0 0,-1 0 0,1 0 0,0-1 0,-1 1 0,1 0 0,0 0 0,0 0 0,0-1 0,-1 1 0,1 0 0,0 0 0,0-1 0,0 1 0,-1 0 0,1-1 0,0 1 0,0 0 0,0 0 0,0-1 0,0 1 0,0 0 0,0-1 0,-1 1 0,1 0 0,0-1 0,0 1 0,0 0 0,0-1 0,1 1 0,-1 0 0,0-1 0,0 1 0,0 0 0,0 0 0,0-1 0,0 1 0,0 0 0,0-1 0,1 1 0,-1 0 0,0 0 0,0-1 0,0 1 0,1 0 0,-1 0 0,0-1 0,0 1 0,1 0 0,-1 0 0,0 0 0,1 0 0,-1-1 0,22-11 0,-1 5 0,0 1 0,0 2 0,37-5 0,-35 7 0,692-60-1310,-433 43 764,-44 4 228,202-18 200,-423 31 118,20-2 0,44-10 0,-70 10 0,-11 1 0,-18 0 0,-24 1 443,0 2 1,-49 7-1,21-1 84,-178 11-43,-313 21-1340,16-2 856,524-35 0,-27 3 0,45-4 0,1 0 0,-1 1 0,1-1 0,-1 1 0,1 0 0,0 0 0,-1-1 0,1 2 0,0-1 0,0 0 0,-1 0 0,1 1 0,-2 2 0,3-4 0,1 0 0,0 1 0,0-1 0,0 0 0,-1 0 0,1 1 0,0-1 0,0 0 0,0 0 0,0 1 0,0-1 0,0 0 0,0 1 0,0-1 0,0 0 0,-1 1 0,1-1 0,0 0 0,0 0 0,1 1 0,-1-1 0,0 0 0,0 1 0,0-1 0,0 0 0,0 1 0,0-1 0,11 9 0,5-3 0,1-1 0,0-1 0,0 0 0,0-1 0,29 1 0,-18-1 0,537 34-575,1-27-666,-473-9 1020,934 1-1710,-480-4 5539,-353 15-2632,-81-3-785,660 5-191,-1127-14 0,157-2 0,73-1 0,1-5 0,0-5 0,-122-29 0,190 28 0,-199-38 0,185 40 0,-120-2 0,-860 17 0,824-5 0,207 2 0,1 1 0,-1 1 0,1 0 0,-29 10 0,14-4 0,-494 111 0,118-50 0,403-70 0,0 1 0,1 0 0,-1 1 0,0-1 0,1 1 0,0 0 0,-1 0 0,1 0 0,0 0 0,0 1 0,0-1 0,-6 7 0,9-8 0,-1 1 0,1-1 0,0 1 0,0-1 0,1 1 0,-1-1 0,0 1 0,0 0 0,1 0 0,-1-1 0,1 1 0,0 0 0,-1 0 0,1 0 0,0-1 0,0 1 0,0 0 0,0 0 0,1 0 0,-1 0 0,0-1 0,1 1 0,-1 0 0,1 0 0,0-1 0,-1 1 0,1 0 0,0-1 0,0 1 0,0-1 0,0 1 0,0-1 0,1 0 0,2 3 0,0 1 0,1-1 0,0 1 0,0-1 0,0 0 0,0-1 0,1 1 0,0-1 0,-1 0 0,1 0 0,0-1 0,12 3 0,5 1 0,47 3 0,-27-4 0,124 25 0,-2 7 0,167 60 0,-215-48 0,-3-3 0,-96-40 0,0 0 0,1-2 0,0 0 0,28 1 0,282-5 0,-163-3 0,429-21 0,-342-6 0,239-51 0,-340 63 0,31-6 0,103-40 0,-248 55 0,-34 8 0,1 0 0,0 0 0,0 0 0,0-1 0,0 1 0,0-1 0,0 0 0,0-1 0,8-5 0,-12 8 0,-1 0 0,0-1 0,0 1 0,0 0 0,0 0 0,1 0 0,-1-1 0,0 1 0,0 0 0,0 0 0,0 0 0,0-1 0,0 1 0,1 0 0,-1 0 0,0 0 0,0-1 0,0 1 0,0 0 0,0 0 0,0-1 0,0 1 0,0 0 0,0 0 0,0-1 0,0 1 0,0 0 0,0 0 0,0-1 0,-1 1 0,1 0 0,0 0 0,0 0 0,0-1 0,0 1 0,0 0 0,0 0 0,-1 0 0,1-1 0,0 1 0,0 0 0,0 0 0,0 0 0,-1 0 0,1 0 0,0-1 0,-1 1 0,-5-4 0,-1 1 0,0 0 0,-1 1 0,1-1 0,0 1 0,-1 0 0,1 1 0,-9-1 0,7 1 0,-54-7 0,-110-1 0,-67 18 0,150-4 0,-732 45-841,579-16 819,54-6 745,67-14-613,-476 70-80,467-46-30,5-2 0,-174 9 0,150-26 0,-471 71 0,510-79 0,-206-7 0,169-6 0,110 2 0,22 1 0,0 0 0,0-2 0,-1 0 0,1-1 0,-19-4 0,15-5 0,20 11 0,-1 0 0,1 0 0,0-1 0,-1 1 0,1 0 0,0-1 0,0 1 0,-1 0 0,1-1 0,0 1 0,0-1 0,0 1 0,-1 0 0,1-1 0,0 1 0,0-1 0,0 1 0,0 0 0,0-1 0,0 1 0,0-1 0,0 1 0,0-1 0,0 1 0,0 0 0,0-1 0,0 1 0,1-1 0,-1 1 0,0-1 0,0 1 0,0 0 0,1-1 0,-1 1 0,0 0 0,0-1 0,1 1 0,-1 0 0,0-1 0,0 1 0,1 0 0,-1 0 0,1-1 0,-1 1 0,0 0 0,1 0 0,-1 0 0,0-1 0,1 1 0,-1 0 0,1 0 0,0 0 0,12-5 0,0 1 0,1 0 0,0 1 0,0 0 0,0 1 0,0 1 0,14 0 0,-2-1 0,580-15-711,155-14-401,-443-8 924,207-20-5,-5 46 1307,-9 1-24,35-10-1090,-231 8 0,-97-3 0,-105 9 0,-87 4 0,0-1 0,0-1 0,-1-1 0,0-2 0,27-12 0,30-11 0,-10 12 0,1 3 0,75-7 0,-146 24 0,6-1 0,1-1 0,-1 0 0,15-5 0,-22 7 0,-1 0 0,1 0 0,0 0 0,0-1 0,0 1 0,0 0 0,-1-1 0,1 1 0,0 0 0,0-1 0,-1 1 0,1-1 0,0 0 0,-1 1 0,1-1 0,-1 1 0,1-1 0,-1 0 0,1 1 0,-1-1 0,1 0 0,-1 0 0,1 0 0,-1 1 0,0-1 0,0 0 0,1 0 0,-1 0 0,0 0 0,0 1 0,0-1 0,0 0 0,0 0 0,0 0 0,0 0 0,0 0 0,0 1 0,0-1 0,-1 0 0,1 0 0,0 0 0,-1 0 0,1 1 0,0-1 0,-1 0 0,1 0 0,-1 1 0,1-1 0,-2-1 0,-8-7 0,0 0 0,0 0 0,-1 1 0,0 0 0,0 1 0,-23-11 0,-14-9 0,-154-109 0,46 29 0,142 99 0,0 0 0,0 1 0,0 1 0,-1 1 0,1 0 0,-1 0 0,-1 2 0,1 0 0,-18-1 0,-17 1 0,-76 6 0,56 0 0,32-2 0,-253 15 0,111 8 315,-77 8-1995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8T09:23:48.292"/>
    </inkml:context>
    <inkml:brush xml:id="br0">
      <inkml:brushProperty name="width" value="0.35" units="cm"/>
      <inkml:brushProperty name="height" value="0.35" units="cm"/>
      <inkml:brushProperty name="color" value="#CCFFCC"/>
    </inkml:brush>
  </inkml:definitions>
  <inkml:trace contextRef="#ctx0" brushRef="#br0">844 438 24575,'264'-27'0,"-148"19"0,167-14 0,193-18 0,-82 6 0,-200 20 0,92-12-139,397-23-374,-656 48 513,-8 2 0,1-2 0,-1-1 0,24-4 0,-42 6 2,0 0 0,0 0 1,-1 0-1,1-1 0,0 1 0,0 0 0,0-1 0,0 1 0,0 0 0,0-1 0,-1 1 0,1-1 0,0 0 1,0 1-1,-1-1 0,1 1 0,0-1 0,-1 0 0,1 0 0,0 1 0,-1-1 0,1 0 0,-1 0 0,0 0 1,1-1-1,-1 1 6,0 0 0,0 0 0,0 0 0,-1-1 0,1 1 0,0 0 0,-1 0 0,1 0 0,-1 0 0,1 0 0,-1 0 0,1 0 0,-1 0 0,0 0-1,1 0 1,-3-2 0,-3-3 63,0 0 0,-1 1-1,0 0 1,-11-7 0,-5 0-49,0 1 1,-1 1 0,0 2-1,0 0 1,-30-6-1,-136-11-49,-441 10-1278,249 51 732,2 28-620,329-55 1068,-742 152-130,353-69-261,422-88 484,-184 30-33,191-33 79,6 0 50,0 0 1,0 0-1,0-1 0,-1 1 1,1-1-1,0-1 1,0 1-1,0-1 1,0 0-1,0 0 0,0 0 1,-6-3-1,11 4-54,0 0-1,-1 0 0,1 0 0,0-1 1,0 1-1,0 0 0,0 0 1,-1 0-1,1 0 0,0-1 1,0 1-1,0 0 0,0 0 1,0-1-1,0 1 0,0 0 1,0 0-1,0 0 0,0-1 1,0 1-1,0 0 0,0 0 1,0-1-1,0 1 0,0 0 1,0 0-1,0-1 0,0 1 1,0 0-1,0 0 0,0 0 1,0-1-1,0 1 0,0 0 0,0 0 1,1 0-1,-1-1 0,0 1 1,0 0-1,0 0 0,0 0 1,1 0-1,-1-1 0,0 1 1,0 0-1,0 0 0,1 0 1,-1 0-1,4-3 164,0-1-1,0 2 1,0-1 0,0 0-1,1 1 1,-1 0-1,1 0 1,7-3 0,46-8 731,-44 10-759,530-60 11,-496 59-159,55-5 3,385-28 0,-3 22 0,-474 15 0,-13 1 0,-21-1 0,-940-21 0,668 7 0,254 11 0,41 3 0,0 0 0,-1 0 0,1 0 0,0 0 0,-1-1 0,1 1 0,0 0 0,-1 0 0,1 0 0,0 0 0,0 0 0,-1 0 0,1 0 0,0-1 0,-1 1 0,1 0 0,0 0 0,0 0 0,0-1 0,-1 1 0,1 0 0,0 0 0,0-1 0,0 1 0,-1 0 0,1-1 0,0 1 0,0 0 0,0 0 0,0-1 0,0 1 0,0 0 0,0-1 0,-1 1 0,1 0 0,0-1 0,0 1 0,0 0 0,0-1 0,1 1 0,-1 0 0,0-1 0,0 1 0,0 0 0,0 0 0,0-1 0,0 1 0,0 0 0,0-1 0,1 1 0,-1 0 0,0 0 0,0-1 0,0 1 0,1 0 0,-1 0 0,0-1 0,0 1 0,1 0 0,-1 0 0,0 0 0,1 0 0,-1-1 0,22-11 0,-1 5 0,0 1 0,0 2 0,37-5 0,-35 7 0,692-60-1310,-433 43 764,-44 4 228,202-18 200,-423 31 118,20-2 0,44-10 0,-70 10 0,-11 1 0,-18 0 0,-24 1 443,0 2 1,-49 7-1,21-1 84,-178 11-43,-313 21-1340,16-2 856,524-35 0,-27 3 0,45-4 0,1 0 0,-1 1 0,1-1 0,-1 1 0,1 0 0,0 0 0,-1-1 0,1 2 0,0-1 0,0 0 0,-1 0 0,1 1 0,-2 2 0,3-4 0,1 0 0,0 1 0,0-1 0,0 0 0,-1 0 0,1 1 0,0-1 0,0 0 0,0 0 0,0 1 0,0-1 0,0 0 0,0 1 0,0-1 0,0 0 0,-1 1 0,1-1 0,0 0 0,0 0 0,1 1 0,-1-1 0,0 0 0,0 1 0,0-1 0,0 0 0,0 1 0,0-1 0,11 9 0,5-3 0,1-1 0,0-1 0,0 0 0,0-1 0,29 1 0,-18-1 0,537 34-575,1-27-666,-473-9 1020,934 1-1710,-480-4 5539,-353 15-2632,-81-3-785,660 5-191,-1127-14 0,157-2 0,73-1 0,1-5 0,0-5 0,-122-29 0,190 28 0,-199-38 0,185 40 0,-120-2 0,-860 17 0,824-5 0,207 2 0,1 1 0,-1 1 0,1 0 0,-29 10 0,14-4 0,-494 111 0,118-50 0,403-70 0,0 1 0,1 0 0,-1 1 0,0-1 0,1 1 0,0 0 0,-1 0 0,1 0 0,0 0 0,0 1 0,0-1 0,-6 7 0,9-8 0,-1 1 0,1-1 0,0 1 0,0-1 0,1 1 0,-1-1 0,0 1 0,0 0 0,1 0 0,-1-1 0,1 1 0,0 0 0,-1 0 0,1 0 0,0-1 0,0 1 0,0 0 0,0 0 0,1 0 0,-1 0 0,0-1 0,1 1 0,-1 0 0,1 0 0,0-1 0,-1 1 0,1 0 0,0-1 0,0 1 0,0-1 0,0 1 0,0-1 0,1 0 0,2 3 0,0 1 0,1-1 0,0 1 0,0-1 0,0 0 0,0-1 0,1 1 0,0-1 0,-1 0 0,1 0 0,0-1 0,12 3 0,5 1 0,47 3 0,-27-4 0,124 25 0,-2 7 0,167 60 0,-215-48 0,-3-3 0,-96-40 0,0 0 0,1-2 0,0 0 0,28 1 0,282-5 0,-163-3 0,429-21 0,-342-6 0,239-51 0,-340 63 0,31-6 0,103-40 0,-248 55 0,-34 8 0,1 0 0,0 0 0,0 0 0,0-1 0,0 1 0,0-1 0,0 0 0,0-1 0,8-5 0,-12 8 0,-1 0 0,0-1 0,0 1 0,0 0 0,0 0 0,1 0 0,-1-1 0,0 1 0,0 0 0,0 0 0,0 0 0,0-1 0,0 1 0,1 0 0,-1 0 0,0 0 0,0-1 0,0 1 0,0 0 0,0 0 0,0-1 0,0 1 0,0 0 0,0 0 0,0-1 0,0 1 0,0 0 0,0 0 0,0-1 0,-1 1 0,1 0 0,0 0 0,0 0 0,0-1 0,0 1 0,0 0 0,0 0 0,-1 0 0,1-1 0,0 1 0,0 0 0,0 0 0,0 0 0,-1 0 0,1 0 0,0-1 0,-1 1 0,-5-4 0,-1 1 0,0 0 0,-1 1 0,1-1 0,0 1 0,-1 0 0,1 1 0,-9-1 0,7 1 0,-54-7 0,-110-1 0,-67 18 0,150-4 0,-732 45-841,579-16 819,54-6 745,67-14-613,-476 70-80,467-46-30,5-2 0,-174 9 0,150-26 0,-471 71 0,510-79 0,-206-7 0,169-6 0,110 2 0,22 1 0,0 0 0,0-2 0,-1 0 0,1-1 0,-19-4 0,15-5 0,20 11 0,-1 0 0,1 0 0,0-1 0,-1 1 0,1 0 0,0-1 0,0 1 0,-1 0 0,1-1 0,0 1 0,0-1 0,0 1 0,-1 0 0,1-1 0,0 1 0,0-1 0,0 1 0,0 0 0,0-1 0,0 1 0,0-1 0,0 1 0,0-1 0,0 1 0,0 0 0,0-1 0,0 1 0,1-1 0,-1 1 0,0-1 0,0 1 0,0 0 0,1-1 0,-1 1 0,0 0 0,0-1 0,1 1 0,-1 0 0,0-1 0,0 1 0,1 0 0,-1 0 0,1-1 0,-1 1 0,0 0 0,1 0 0,-1 0 0,0-1 0,1 1 0,-1 0 0,1 0 0,0 0 0,12-5 0,0 1 0,1 0 0,0 1 0,0 0 0,0 1 0,0 1 0,14 0 0,-2-1 0,580-15-711,155-14-401,-443-8 924,207-20-5,-5 46 1307,-9 1-24,35-10-1090,-231 8 0,-97-3 0,-105 9 0,-87 4 0,0-1 0,0-1 0,-1-1 0,0-2 0,27-12 0,30-11 0,-10 12 0,1 3 0,75-7 0,-146 24 0,6-1 0,1-1 0,-1 0 0,15-5 0,-22 7 0,-1 0 0,1 0 0,0 0 0,0-1 0,0 1 0,0 0 0,-1-1 0,1 1 0,0 0 0,0-1 0,-1 1 0,1-1 0,0 0 0,-1 1 0,1-1 0,-1 1 0,1-1 0,-1 0 0,1 1 0,-1-1 0,1 0 0,-1 0 0,1 0 0,-1 1 0,0-1 0,0 0 0,1 0 0,-1 0 0,0 0 0,0 1 0,0-1 0,0 0 0,0 0 0,0 0 0,0 0 0,0 0 0,0 1 0,0-1 0,-1 0 0,1 0 0,0 0 0,-1 0 0,1 1 0,0-1 0,-1 0 0,1 0 0,-1 1 0,1-1 0,-2-1 0,-8-7 0,0 0 0,0 0 0,-1 1 0,0 0 0,0 1 0,-23-11 0,-14-9 0,-154-109 0,46 29 0,142 99 0,0 0 0,0 1 0,0 1 0,-1 1 0,1 0 0,-1 0 0,-1 2 0,1 0 0,-18-1 0,-17 1 0,-76 6 0,56 0 0,32-2 0,-253 15 0,111 8 315,-77 8-1995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5:12.049"/>
    </inkml:context>
    <inkml:brush xml:id="br0">
      <inkml:brushProperty name="width" value="0.35" units="cm"/>
      <inkml:brushProperty name="height" value="0.35" units="cm"/>
      <inkml:brushProperty name="color" value="#CCFFCC"/>
    </inkml:brush>
  </inkml:definitions>
  <inkml:trace contextRef="#ctx0" brushRef="#br0">38 550 24575,'62'0'0,"41"1"0,144-18 0,-67-10 0,216-27 0,217-6 0,-458 46 0,216 0 0,-325 12 0,78-13 0,28-2 0,142 17 0,-132 1 0,-130-3 0,1-1 0,41-10 0,27-3 0,28 9 0,-110 8 0,1 0 0,-1 1 0,0 0 0,30 9 0,-13-2 0,0-3 0,1 0 0,0-3 0,65-2 0,-55-1 0,-1 2 0,58 9 0,-18 0 0,-60-9 0,1 2 0,-1 0 0,38 13 0,-61-16 0,0 0 0,0 0 0,1 1 0,-1-1 0,0 1 0,-1 0 0,1 0 0,0 0 0,-1 0 0,1 0 0,-1 1 0,1-1 0,2 5 0,-4-5 0,-1-1 0,1 1 0,-1-1 0,1 1 0,-1-1 0,0 1 0,1-1 0,-1 1 0,0 0 0,0-1 0,0 1 0,0-1 0,0 1 0,-1-1 0,1 1 0,0-1 0,-1 1 0,1-1 0,-1 1 0,0-1 0,1 1 0,-1-1 0,0 0 0,0 1 0,0-1 0,0 0 0,0 0 0,0 0 0,0 0 0,-2 2 0,-21 17 0,0-1 0,-1-1 0,0-2 0,-2 0 0,0-2 0,-45 18 0,-33-2 0,51-17 0,25-6 0,0-1 0,0-2 0,-32 0 0,-88-4 0,78-1 0,-1480-1 0,869 3 0,635-4 0,-71-11 0,6-1 0,-13-4 0,83 10 0,-59-3 0,78 11 0,-1-2 0,1 0 0,0-1 0,-23-8 0,33 8 0,1-1 0,-1 0 0,1-1 0,0-1 0,1 0 0,0 0 0,0-1 0,-15-14 0,20 16 0,-1 0 0,2-1 0,-1 0 0,1 0 0,0-1 0,0 1 0,1-1 0,0 0 0,0 0 0,1-1 0,0 1 0,0-1 0,1 1 0,0-1 0,1 0 0,0 0 0,0 0 0,1-10 0,0-5 0,0 1 0,2-1 0,0 1 0,9-34 0,-8 44 0,1 1 0,1-1 0,0 1 0,0 0 0,1 0 0,1 1 0,0-1 0,0 2 0,15-17 0,-17 23 0,-1 0 0,2 0 0,-1 0 0,0 1 0,1 0 0,0 0 0,0 0 0,0 0 0,0 1 0,0 0 0,0 1 0,0-1 0,7 0 0,13-1 0,49 1 0,-58 3 0,3292 2 0,-3299-3 0,0 1 0,0 0 0,-1 0 0,17 4 0,-22-4 0,0 1 0,0-1 0,0 1 0,-1 0 0,1 0 0,0 0 0,-1 0 0,1 1 0,-1 0 0,0 0 0,0 0 0,0 0 0,3 4 0,5 8 0,41 61 0,-47-66 0,1 0 0,-1 1 0,-1 0 0,0-1 0,4 24 0,21 87 0,-28-118 0,-1 0 0,1 0 0,-1 0 0,1 0 0,-1 0 0,0 0 0,0 0 0,0 0 0,-1 0 0,1 0 0,-1 0 0,0 0 0,0 0 0,0 0 0,0-1 0,0 1 0,0 0 0,-1-1 0,0 1 0,1 0 0,-1-1 0,0 0 0,0 1 0,0-1 0,0 0 0,-1 0 0,1 0 0,0-1 0,-1 1 0,0 0 0,1-1 0,-1 0 0,0 0 0,0 0 0,0 0 0,-3 1 0,-10 2 0,1 0 0,-1-1 0,0-1 0,-24 0 0,-68-5 0,41-1 0,-13 3 0,-245-14 0,131-2 0,63 8 0,-148-31 0,132 6 0,-61-12 0,148 35 0,-91-3 0,129 11 0,0 0 0,1-1 0,-1-1 0,-36-14 0,31 10 0,-52-11 0,28 14 0,-62 1 0,61 4 0,-53-8 0,-11-4 0,-192 5 0,302 8 0,-11 2 0,-1 0 0,1 1 0,0 1 0,1 0 0,-1 1 0,-20 10 0,13-6 0,1-1 0,-28 5 0,22-8 0,-1-2 0,1-1 0,-1-1 0,-34-4 0,13-2 0,-77-20 0,70 8 0,38 11 0,0 0 0,0 1 0,-23-2 0,23 5 0,-1 1 0,1 1 0,-23 3 0,37-3 0,0 1 0,1 0 0,-1 1 0,0-1 0,1 1 0,-1 1 0,1-1 0,0 1 0,-1-1 0,1 1 0,1 1 0,-1-1 0,0 1 0,1 0 0,-7 7 0,0 4 0,1 0 0,-10 21 0,13-24 0,1 0 0,-2 0 0,0-1 0,0 0 0,-12 13 0,-76 81 0,34-33 0,52-58 0,10-13 0,0-1 0,0 0 0,0 0 0,0 1 0,0-1 0,0 0 0,0 0 0,0 0 0,1 1 0,-1-1 0,0 0 0,0 0 0,0 1 0,0-1 0,0 0 0,0 0 0,0 0 0,1 0 0,-1 1 0,0-1 0,0 0 0,0 0 0,1 0 0,-1 0 0,0 0 0,0 1 0,0-1 0,1 0 0,-1 0 0,0 0 0,0 0 0,0 0 0,1 0 0,-1 0 0,0 0 0,1 0 0,2 0 0,0 0 0,0 0 0,0 0 0,1-1 0,-1 0 0,0 1 0,0-1 0,3-2 0,30-10 0,-11 3 0,0 1 0,0 1 0,1 1 0,0 1 0,31-3 0,8 7 0,1 2 0,116 16 0,284 44 0,-177-24 0,-141-16 0,298 31 0,-289-48 0,-92-3 0,107 13 0,-91-3 0,1-3 0,84-3 0,161-25 0,-203 11 0,92-11 0,-111 8 0,52-9 0,-96 12 0,-19 4 0,50-15 0,3 1 0,-4 0 0,-79 17 0,-1-1 0,0-1 0,0 0 0,0-1 0,-1 0 0,11-8 0,-7 3 0,23-26 0,-28 27 0,1 0 0,1 0 0,0 1 0,13-9 0,0 5 0,2 2 0,-1 0 0,1 2 0,29-7 0,37-13 0,-62 19-682,41-8-1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5:27.724"/>
    </inkml:context>
    <inkml:brush xml:id="br0">
      <inkml:brushProperty name="width" value="0.35" units="cm"/>
      <inkml:brushProperty name="height" value="0.35" units="cm"/>
      <inkml:brushProperty name="color" value="#CCFFCC"/>
    </inkml:brush>
  </inkml:definitions>
  <inkml:trace contextRef="#ctx0" brushRef="#br0">4454 764 24575,'-1533'0'-1082,"960"-25"1122,456 17 83,-376-30 782,310 22-888,-155-6-20,-759 24 3,1085-2 0,1 0 0,-1-1 0,1-1 0,-1 1 0,-12-5 0,22 6 0,0-1 0,0 1 0,0-1 0,0 0 0,0 0 0,1 0 0,-1 0 0,0 0 0,1 0 0,-1 0 0,0-1 0,1 1 0,-1 0 0,1-1 0,0 1 0,-1-1 0,1 0 0,0 1 0,0-1 0,0 0 0,0 0 0,1 0 0,-1 0 0,0 1 0,1-1 0,-1 0 0,1 0 0,0 0 0,-1-1 0,1 1 0,0 0 0,0 0 0,1 0 0,-1 0 0,0 0 0,1 0 0,0-3 0,4-6 0,-1 1 0,2 0 0,-1 0 0,1 0 0,1 1 0,0 0 0,0 0 0,11-9 0,6-10 0,-9 10 0,1 0 0,0 0 0,1 2 0,1 0 0,0 1 0,2 1 0,-1 0 0,31-14 0,-13 10 0,-5 2 0,61-22 0,-59 30 0,-26 7 0,-1-1 0,0 1 0,0-2 0,0 1 0,0-1 0,0 0 0,0 0 0,-1-1 0,11-7 0,4-6 0,-1 1 0,2 2 0,39-22 0,-45 29 0,-1 1 0,1 0 0,0 1 0,1 1 0,-1 1 0,32-3 0,-42 5 0,-1 1 0,1 0 0,0 0 0,-1 1 0,1 0 0,-1 0 0,1 0 0,-1 1 0,0-1 0,0 1 0,0 1 0,0-1 0,0 1 0,0-1 0,0 2 0,-1-1 0,1 0 0,-1 1 0,4 4 0,-3-2 0,0 0 0,-1 1 0,1-1 0,-2 1 0,1 0 0,-1 0 0,0 1 0,0-1 0,-1 1 0,0-1 0,0 1 0,1 15 0,-2-12 0,0 1 0,-1-1 0,0 0 0,-1 0 0,-3 17 0,2-22 0,0 1 0,0-1 0,0-1 0,-1 1 0,0 0 0,0-1 0,0 1 0,-1-1 0,0 0 0,0 0 0,-7 6 0,-9 8 0,-1-1 0,-1-1 0,-26 15 0,39-25 0,-2-2 0,1 1 0,-1-1 0,1-1 0,-1 0 0,-1 0 0,1-1 0,0-1 0,-24 2 0,32-4 0,0 0 0,0 0 0,0-1 0,0 1 0,0-1 0,0 0 0,0 0 0,0 0 0,0 0 0,1 0 0,-1-1 0,0 1 0,1-1 0,-1 0 0,1 0 0,-1 0 0,-2-3 0,4 4 0,0-1 0,0 1 0,0-1 0,0 1 0,0-1 0,1 1 0,-1-1 0,0 1 0,1-1 0,-1 0 0,1 1 0,-1-1 0,1 0 0,0 0 0,0 1 0,0-1 0,0 0 0,0 0 0,0 1 0,1-1 0,-1 0 0,0 0 0,1 1 0,-1-1 0,1 1 0,0-1 0,0 0 0,-1 1 0,1-1 0,0 1 0,1-2 0,5-5 0,-1 1 0,2-1 0,-1 2 0,0-1 0,1 1 0,15-9 0,57-27 0,-34 19 0,-27 14 0,0 1 0,0 1 0,1 0 0,-1 1 0,1 2 0,1 0 0,-1 1 0,1 1 0,-1 1 0,1 0 0,-1 2 0,1 0 0,-1 2 0,26 5 0,50 16 0,-57-12 0,1-3 0,76 8 0,-66-12 0,-1 3 0,53 13 0,1 2 0,-88-20 0,1 0 0,-2 2 0,1 0 0,0 0 0,-1 1 0,17 11 0,-8-6 0,1-1 0,0-1 0,0-1 0,39 7 0,-33-8 0,99 21 0,54 15 0,-15-6 0,-129-29 0,1-1 0,70 2 0,84-10 0,-74-1 0,720 2 0,-815-2 0,0 0 0,40-10 0,7-1 0,-34 8 0,0-1 0,0-3 0,57-19 0,-92 27 0,1-1 0,-1 0 0,0 1 0,0-1 0,1-1 0,-1 1 0,-1 0 0,1-1 0,0 1 0,0-1 0,-1 0 0,0 0 0,1 0 0,-1 0 0,0 0 0,2-7 0,-3 8 0,0 0 0,-1-1 0,1 1 0,-1-1 0,0 1 0,0-1 0,1 1 0,-2 0 0,1-1 0,0 1 0,0-1 0,-1 1 0,1-1 0,-1 1 0,0 0 0,0-1 0,0 1 0,0 0 0,0 0 0,0 0 0,-1 0 0,1 0 0,-1 0 0,1 0 0,-1 0 0,-3-2 0,0 0 0,0 0 0,0 1 0,0 0 0,-1 0 0,1 1 0,-1-1 0,1 1 0,-1 1 0,0-1 0,-12-1 0,-6 0 0,-33 1 0,41 1 0,-294 4 0,84 0 0,216-3 0,-555-23 0,204-41 0,216 44 0,11 2 0,76 8 0,0 3 0,0 2 0,0 3 0,-74 7 0,70 3 0,-90 24 0,76-14 0,19-10 0,0-2 0,0-2 0,-89-6 0,49 0 0,-14 3 0,-104-4 0,209 3 0,0-1 0,-1 0 0,1 0 0,0 0 0,0-1 0,-10-5 0,15 7 0,0-1 0,0 1 0,0-1 0,0 1 0,0-1 0,0 0 0,0 1 0,0-1 0,0 0 0,0 0 0,0 0 0,1 0 0,-1 0 0,0 0 0,1 0 0,-1 0 0,1 0 0,-1 0 0,1 0 0,-1 0 0,1 0 0,0 0 0,0 0 0,-1-1 0,1 1 0,0 0 0,0 0 0,0 0 0,0 0 0,0-1 0,1 1 0,-1 0 0,0 0 0,0 0 0,1 0 0,-1 0 0,1 0 0,-1-1 0,1 1 0,-1 0 0,2-1 0,1-2 0,1 0 0,-1 0 0,1 1 0,0-1 0,0 1 0,0 0 0,0 0 0,0 0 0,1 0 0,6-2 0,14-9 0,18-15 0,-18 11 0,2 1 0,0 1 0,54-22 0,2 13 0,2 4 0,0 3 0,91-6 0,1 12 0,194 10 0,-168 5 0,-96-5 0,117 5 0,-134 11 0,-19-1 0,33 4 0,39 3 0,-86-12 0,89 22 0,38 7 0,-81-31 0,124-6 0,45 0 0,-252 2 0,0 0 0,0 1 0,-1 1 0,1 1 0,26 10 0,-32-9 0,-1 1 0,0 0 0,0 1 0,0 0 0,-1 0 0,-1 2 0,0-1 0,11 13 0,13 10 0,-29-27 0,1 1 0,-1-1 0,0 1 0,-1 0 0,1 0 0,-1 1 0,0-1 0,-1 1 0,0 0 0,7 14 0,10 52-1365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5:50.621"/>
    </inkml:context>
    <inkml:brush xml:id="br0">
      <inkml:brushProperty name="width" value="0.35" units="cm"/>
      <inkml:brushProperty name="height" value="0.35" units="cm"/>
      <inkml:brushProperty name="color" value="#CCFFCC"/>
    </inkml:brush>
  </inkml:definitions>
  <inkml:trace contextRef="#ctx0" brushRef="#br0">262 695 24575,'1049'0'0,"-682"19"0,-39-1 0,542-17 0,-413-2 0,458 1 0,-906 0 0,-1 0 0,1-1 0,-1 0 0,0 0 0,1-1 0,-1 1 0,9-5 0,-14 5 0,0 0 0,-1-1 0,1 1 0,-1-1 0,0 0 0,1 1 0,-1-1 0,0 0 0,0 0 0,0-1 0,0 1 0,-1 0 0,1-1 0,-1 1 0,1-1 0,-1 1 0,0-1 0,0 1 0,0-1 0,0 0 0,0 0 0,-1 0 0,1 1 0,-1-6 0,0 2 0,0 0 0,-1 0 0,0-1 0,0 1 0,0 0 0,-1 0 0,0 0 0,0 0 0,0 0 0,-1 1 0,0-1 0,0 1 0,-1 0 0,1-1 0,-1 1 0,0 1 0,-1-1 0,1 1 0,-9-7 0,-6-4 0,-1 0 0,-1 1 0,-35-17 0,35 20 0,0 2 0,0 0 0,-1 1 0,0 0 0,0 2 0,-1 1 0,-31-3 0,7 6 0,-1 2 0,1 2 0,-1 2 0,1 2 0,-73 19 0,107-22 0,-419 92 0,273-82 0,77-9 0,39 2 0,1 2 0,1 2 0,-76 28 0,24-7 0,28-11 0,-86 23 0,117-36 0,0 0 0,-53 1 0,-90 8 0,71-5 0,-402-1 0,310-12 0,-716 2 0,906 0 0,0 0 0,0 0 0,0 0 0,0-1 0,0-1 0,0 1 0,0-1 0,1 0 0,-1-1 0,1 0 0,-1 0 0,1-1 0,-7-4 0,-16-15 0,1 2 0,-47-47 0,68 60 0,1-1 0,0 1 0,0-1 0,1-1 0,0 1 0,1-1 0,0 0 0,1-1 0,0 1 0,-4-14 0,2-9 0,2 0 0,1 0 0,2 0 0,1 0 0,6-52 0,-6 80 0,1 0 0,0 0 0,0 0 0,0 0 0,0 1 0,1-1 0,0 0 0,0 1 0,0-1 0,0 1 0,1 0 0,0 0 0,0-1 0,0 2 0,0-1 0,0 0 0,1 1 0,0 0 0,-1-1 0,1 2 0,1-1 0,-1 0 0,5-1 0,63-41 0,37-20 0,-93 57 0,1 1 0,0 0 0,0 1 0,35-7 0,-3 7 0,0 3 0,89 5 0,-41 1 0,-12-3 0,-31-2 0,1 3 0,106 15 0,-141-12 0,-10-2 0,1-1 0,-1 2 0,0 0 0,0 0 0,0 1 0,15 8 0,-5-1 0,29 12 0,14 8 0,-59-29 0,0 0 0,-1 1 0,1-1 0,-1 1 0,0 0 0,0 0 0,5 7 0,-7-9 0,0 0 0,0 0 0,-1 1 0,1-1 0,-1 0 0,1 0 0,-1 1 0,1-1 0,-1 0 0,0 1 0,0-1 0,1 0 0,-1 1 0,0-1 0,0 1 0,-1-1 0,1 0 0,0 1 0,0-1 0,-1 0 0,1 1 0,-1-1 0,1 0 0,-1 1 0,1-1 0,-1 0 0,0 0 0,-1 2 0,-5 5 0,-1 1 0,0-1 0,0 0 0,-1-1 0,0 0 0,0-1 0,-1 0 0,-12 6 0,-87 36 0,106-47 0,-35 13 0,0-1 0,-1-2 0,0-2 0,-1-1 0,0-3 0,0-1 0,-50-1 0,27-6 0,33 1 0,0 1 0,-56 6 0,77-3 0,0 0 0,0 1 0,1 0 0,-1 1 0,1 0 0,-14 9 0,2-1 0,-25 24 0,42-33 0,1-1 0,-1 1 0,0 0 0,1 0 0,0 0 0,0 0 0,0 0 0,-2 5 0,4-7 0,-1-1 0,1 1 0,0 0 0,0-1 0,0 1 0,0 0 0,-1-1 0,1 1 0,0 0 0,0-1 0,0 1 0,1 0 0,-1-1 0,0 1 0,0 0 0,0-1 0,0 1 0,0 0 0,1-1 0,0 2 0,-1-1 0,1-1 0,0 1 0,0-1 0,0 1 0,0-1 0,0 1 0,-1-1 0,1 1 0,0-1 0,0 0 0,0 1 0,0-1 0,0 0 0,0 0 0,0 0 0,0 0 0,0 0 0,2 0 0,2 0 0,1-1 0,-1 0 0,0 0 0,0 0 0,0-1 0,0 1 0,0-1 0,7-4 0,40-25 0,-18 10 0,-10 8 0,1 2 0,0 1 0,0 1 0,1 1 0,0 1 0,42-6 0,592-55 0,-548 66 0,248-10 0,249-9 0,-573 19 0,0-1 0,66-16 0,-54 9 0,11-2 0,-16 2 0,62-5 0,39 9 0,61-5 0,23-4 0,-91 7 0,-5-8 0,17-2 0,-134 17 0,46-1 0,74 5 0,-125-2 0,-1 0 0,1 1 0,16 6 0,-23-7 0,0 1 0,0-1 0,0 0 0,-1 1 0,1 0 0,-1-1 0,4 4 0,-6-4 0,1-1 0,0 1 0,-1 0 0,1 0 0,0 0 0,-1 0 0,1-1 0,-1 1 0,0 0 0,1 0 0,-1 0 0,0 0 0,1 0 0,-1 0 0,0 0 0,0 0 0,0 0 0,0 0 0,0 0 0,0 0 0,0 2 0,-1-2 0,1 1 0,-1-1 0,0 1 0,1-1 0,-1 1 0,0-1 0,0 0 0,0 1 0,0-1 0,0 0 0,-1 0 0,1 0 0,0 0 0,0 0 0,-1 0 0,1 0 0,-1 0 0,-1 0 0,-33 12 0,-28 2 0,-112 11 0,-68-11 0,241-15 0,-714 7 0,428-10 0,204-1 0,-161-30 0,123 14 0,-142-19 0,211 32-682,-108 1-1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6:20.576"/>
    </inkml:context>
    <inkml:brush xml:id="br0">
      <inkml:brushProperty name="width" value="0.35" units="cm"/>
      <inkml:brushProperty name="height" value="0.35" units="cm"/>
      <inkml:brushProperty name="color" value="#CCFFCC"/>
    </inkml:brush>
  </inkml:definitions>
  <inkml:trace contextRef="#ctx0" brushRef="#br0">99 641 24575,'356'17'0,"-107"-1"0,423-11 0,-412-6 0,-207-2 0,1-3 0,95-22 0,-90 15 0,116-10 0,285 22 0,-223 3 0,569-2 0,-767-3 0,0-1 0,75-19 0,-93 18 0,31-10 0,9-3 0,18 0 0,-51 11 0,-1 1 0,49-5 0,-4 11 0,-50 1 0,0 0 0,1-2 0,39-7 0,-47 1 0,-14 7 0,-1 0 0,0 0 0,0-1 0,0 1 0,0 0 0,0 0 0,0-1 0,0 1 0,0 0 0,0 0 0,0 0 0,0-1 0,0 1 0,0 0 0,0 0 0,0-1 0,0 1 0,0 0 0,0 0 0,0 0 0,0-1 0,-1 1 0,1 0 0,0 0 0,0 0 0,0-1 0,0 1 0,0 0 0,0 0 0,-1 0 0,1 0 0,0-1 0,0 1 0,0 0 0,-1 0 0,1 0 0,-29-14 0,28 14 0,-29-9 0,0 0 0,-1 2 0,0 2 0,-43-3 0,-130 5 0,165 4 0,8 1 0,-1 3 0,1 0 0,0 2 0,0 1 0,-49 20 0,37-12 0,-89 19 0,-333 8 0,459-42 0,-280 20 0,149-9 0,-147 19 0,88 6 0,145-21 0,34-11 0,0 0 0,-21 4 0,-152 25 0,13-2 0,68-21 0,-209-6 0,182-7 0,67-2 0,0-3 0,-87-20 0,85 13 0,-141-10 0,188 24 0,-1-2 0,1 0 0,-33-7 0,49 7 0,1 0 0,-1-1 0,0 0 0,1 0 0,0-1 0,-1 0 0,1 0 0,1-1 0,-1 0 0,1 0 0,0 0 0,0-1 0,-10-12 0,0 0 0,-1 0 0,0 1 0,-1 1 0,-1 1 0,-39-24 0,22 14 0,29 20 0,0-1 0,1 0 0,0 0 0,0 0 0,1-1 0,0 0 0,0 0 0,-5-10 0,7 12 0,0-1 0,1 1 0,0-1 0,0 1 0,0-1 0,0 0 0,1 1 0,0-1 0,1 0 0,-1 0 0,1 0 0,1-9 0,-1 12 0,1 0 0,0 0 0,0 0 0,1 0 0,-1 1 0,1-1 0,-1 0 0,1 1 0,0-1 0,0 1 0,0 0 0,0 0 0,0 0 0,0 0 0,1 0 0,-1 0 0,1 0 0,-1 1 0,1 0 0,0-1 0,0 1 0,-1 0 0,1 0 0,0 0 0,0 1 0,5-2 0,8 0 0,1 0 0,0 1 0,26 1 0,-31 0 0,2016 8 0,-1240-9 0,575 1 0,-1339-3 0,-18-1 0,-14-4 0,-70-31 0,55 26 0,0 2 0,0 1 0,-47-14 0,46 17 0,1-1 0,0-1 0,0-1 0,-36-21 0,21 3 0,22 15 0,0 1 0,-1 1 0,-30-15 0,42 24 0,0 0 0,0 0 0,0 1 0,0 0 0,-1-1 0,1 2 0,0-1 0,0 0 0,-1 1 0,1 0 0,0 1 0,0-1 0,-1 1 0,1 0 0,0 0 0,0 0 0,0 1 0,-9 4 0,-72 46-758,79-47 151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7T09:40:59.597"/>
    </inkml:context>
    <inkml:brush xml:id="br0">
      <inkml:brushProperty name="width" value="0.35" units="cm"/>
      <inkml:brushProperty name="height" value="0.35" units="cm"/>
      <inkml:brushProperty name="color" value="#CCFFCC"/>
    </inkml:brush>
  </inkml:definitions>
  <inkml:trace contextRef="#ctx0" brushRef="#br0">98 1010 24575,'325'-23'0,"-6"-28"0,-125 19 0,147-17 0,-1 24 0,-3 26 0,-203 0 0,-67-4 0,-1-2 0,96-22 0,-70 4 0,-60 14 0,-1 1 0,41-4 0,5 7 0,-37 3 0,77-13 0,-42 4 0,0 2 0,150 3 0,-158 6 0,410 2 0,-431 0 0,0 1 0,69 15 0,90 33 0,-122-29 0,69 8 0,-106-22 0,-40-7 0,1 0 0,-1 1 0,1-1 0,-1 2 0,1-1 0,-1 1 0,0 0 0,0 0 0,7 5 0,-10-5 0,0 0 0,0 0 0,0 0 0,0 0 0,-1 1 0,1-1 0,-1 1 0,0 0 0,0-1 0,0 1 0,-1 0 0,1 0 0,-1 0 0,0 0 0,1 7 0,-1-5 0,-1-1 0,1 1 0,-1-1 0,0 1 0,0-1 0,-1 1 0,0-1 0,0 0 0,0 1 0,0-1 0,-1 0 0,0 0 0,0 1 0,0-1 0,-1-1 0,0 1 0,-3 5 0,0-4 0,1 0 0,-1-1 0,0 1 0,0-1 0,0 0 0,-1-1 0,0 0 0,0 0 0,0 0 0,0-1 0,-10 3 0,-166 46 0,11-4 0,118-33 0,0-2 0,-1-3 0,-89 7 0,-43 8 0,146-17 0,1 2 0,0 1 0,0 3 0,-46 22 0,-45 15 0,15-17 0,-164 28 0,191-52 0,0-5 0,-94-5 0,99-1 0,-1340-1-589,1414 2 589,-33-2 0,42 2 0,0 0 0,-1-1 0,1 1 0,0 0 0,0 0 0,0-1 0,-1 1 0,1-1 0,0 1 0,0-1 0,0 0 0,0 1 0,0-1 0,0 0 0,0 0 0,0 1 0,0-1 0,1 0 0,-1 0 0,0 0 0,0 0 0,1 0 0,-1 0 0,1 0 0,-1-1 0,1 1 0,-1-2 0,1 1 0,0 0 0,0 0 0,0 0 0,1 0 0,-1 1 0,1-1 0,-1 0 0,1 0 0,0 0 0,0 1 0,0-1 0,0 0 0,0 1 0,0-1 0,0 1 0,1-1 0,-1 1 0,0 0 0,3-2 0,34-25 0,-34 25 0,26-15 43,0 2 0,1 1 0,1 1 0,60-17 0,146-22 280,-134 32-272,123-37-51,-9 1 0,-163 46 0,0 2 0,58-1 0,-15 10 0,14 0 0,-89-3 0,-1-1 0,0-1 0,0-1 0,-1-1 0,0-1 0,40-20 0,-30 13 0,57-19 0,-18 15 0,0 4 0,77-7 0,149 10 0,-238 12 0,6 0 0,-1 2 0,101 16 0,-117-10 0,25 6 0,-65-12 0,0 1 0,0-1 0,0 1 0,0 0 0,0 1 0,-1-1 0,8 7 0,-13-9 0,1 0 0,-1-1 0,0 1 0,0 0 0,0 0 0,0 0 0,0 0 0,0 0 0,-1 0 0,1 0 0,0 1 0,0-1 0,-1 0 0,1 0 0,-1 1 0,1-1 0,-1 0 0,0 0 0,1 1 0,-1-1 0,0 0 0,0 1 0,0 2 0,0-3 0,-1 1 0,0 0 0,0-1 0,0 1 0,0-1 0,0 1 0,0-1 0,0 1 0,0-1 0,0 0 0,-1 1 0,1-1 0,0 0 0,-1 0 0,-2 1 0,-7 5 0,-1-2 0,0 0 0,-23 7 0,31-10 0,-23 5 0,-1-1 0,1-1 0,-32 1 0,-85-1 0,128-5 0,-77-5 0,-182-32 0,215 27 0,-424-40 0,333 39 0,-565-15 0,638 23 0,-95-16 0,-49-3 0,170 21 0,-98-7 0,-6-11 0,-173-26 0,293 38 0,36 7 0,0 0 0,-1 0 0,1 0 0,0 0 0,0 0 0,-1 0 0,1 0 0,0 0 0,0 0 0,-1-1 0,1 1 0,0 0 0,0 0 0,-1 0 0,1 0 0,0 0 0,0 0 0,-1-1 0,1 1 0,0 0 0,0 0 0,0 0 0,0-1 0,-1 1 0,1 0 0,0 0 0,0 0 0,0-1 0,0 1 0,0 0 0,0 0 0,0-1 0,-1 1 0,1 0 0,0 0 0,0-1 0,0 1 0,0 0 0,0-1 0,10-7 0,21-5 0,-29 12 0,40-12 0,0 2 0,79-11 0,-37 9 0,759-130-1070,-565 97 1070,197-28 0,-455 72 0,6-2 0,1 1 0,0 1 0,0 1 0,28 4 0,-52-3 0,0 1 0,-1-1 0,1 1 0,0 0 0,-1 0 0,1 0 0,-1 0 0,1 0 0,-1 0 0,1 1 0,-1-1 0,0 1 0,0-1 0,0 1 0,0 0 0,4 4 0,-6-4 0,1-1 0,0 0 0,-1 1 0,1-1 0,-1 1 0,1-1 0,-1 1 0,0-1 0,0 1 0,0-1 0,0 1 0,0-1 0,0 1 0,0-1 0,0 1 0,0-1 0,-1 1 0,1-1 0,-1 0 0,1 1 0,-1-1 0,1 1 0,-1-1 0,0 0 0,0 0 0,0 1 0,0-1 0,0 0 0,-2 2 0,-7 6 54,0-1 0,-1 1 0,-1-2 0,0 0 0,0 0 0,0-1 0,-20 7 1,-2 2 346,-279 101-157,147-59-416,-223 77-966,-31 12 1050,-224 108-235,615-242 312,2 1 1,-1 1-1,2 2 0,0 0 0,-42 36 1,56-37-11,12-15 20,0 0 1,-1 1-1,1-1 0,0 0 0,0 1 0,0-1 1,0 0-1,0 1 0,-1-1 0,1 1 1,0-1-1,0 0 0,0 1 0,0-1 0,0 0 1,0 1-1,0-1 0,1 0 0,-1 1 0,0-1 1,0 1-1,0-1 0,0 0 0,0 1 0,1-1 1,0 1 11,1 0 0,-1-1 1,1 1-1,-1 0 1,1-1-1,0 0 0,-1 1 1,1-1-1,0 0 0,-1 0 1,1 0-1,0 0 1,0 0-1,-1 0 0,1 0 1,0-1-1,2 0 0,31-7 463,51-18 0,-11 2-287,532-114-908,11 44-64,-395 63 984,-22 5-199,249-46 0,-428 65 4,-21 6-4,-1 1 0,0 0 0,0 0 0,0 0-1,0 0 1,0-1 0,0 1 0,0 0 0,0 0-1,0 0 1,0 0 0,0-1 0,0 1 0,0 0-1,0 0 1,-1 0 0,1 0 0,0-1 0,0 1-1,0 0 1,0 0 0,0 0 0,0 0 0,0 0-1,0-1 1,0 1 0,-1 0 0,1 0 0,0 0-1,0 0 1,0 0 0,0 0 0,0 0 0,-1 0-1,1-1 1,0 1 0,0 0 0,0 0 0,0 0-1,-1 0 1,1 0 0,0 0 0,0 0 0,0 0-1,0 0 1,-1 0 0,1 0 0,0 0 0,0 0-1,0 0 1,0 0 0,-1 0 0,1 1 0,-45-5 170,-520 4 1424,271 3-2425,-643-3 248,919 1 583,-5-1 0,1 0 0,-1-2 0,-36-6 0,56 8 9,1-1 0,0 1 0,0-1-1,0 1 1,0-1 0,0 0 0,0 0 0,0 0 0,0 0-1,0 0 1,0-1 0,0 1 0,1-1 0,-1 1 0,1-1-1,-1 1 1,1-1 0,-3-3 0,4 3 10,-1 1 0,1-1 0,0 0 0,0 1 0,0-1 0,-1 1 0,2-1 0,-1 0 0,0 1 0,0-1 0,0 1 0,1-1 0,-1 0 0,1 1 0,-1-1 0,1 1 0,0 0 0,0-1 0,1-2 0,5-5 76,0 1 0,1-1 0,0 1-1,1 0 1,0 1 0,9-7-1,22-12-56,1 1 0,1 2 0,53-21 0,144-44 34,-143 55-65,202-66-7,-266 86 0,-25 8 0,-12 4 0,-17 4 0,-215 71 0,73-20 0,-301 120 0,328-117 0,124-52 0,-7 4 0,-29 7 0,48-16 0,1 0 0,-1 1 0,0-1 0,1 0 0,-1 0 0,0 0 0,0 0 0,1 1 0,-1-1 0,0 0 0,0 0 0,1 0 0,-1-1 0,0 1 0,0 0 0,1 0 0,-1 0 0,0 0 0,1-1 0,-1 1 0,-1-1 0,2 0 0,0 1 0,0-1 0,0 1 0,0-1 0,0 1 0,0-1 0,0 1 0,0-1 0,0 1 0,0-1 0,0 1 0,0-1 0,0 1 0,0-1 0,0 1 0,1-1 0,-1 1 0,0-1 0,0 1 0,1-1 0,-1 1 0,1-1 0,23-27 0,-23 27 0,7-9 0,1 1 0,1 1 0,-1 0 0,1 0 0,1 1 0,-1 0 0,24-10 0,-34 16 0,0 1 0,1 0 0,-1 0 0,0 0 0,1-1 0,-1 1 0,0 0 0,1 0 0,-1 0 0,1 0 0,-1 0 0,0-1 0,1 1 0,-1 0 0,1 0 0,-1 0 0,0 0 0,1 0 0,-1 0 0,1 0 0,-1 1 0,0-1 0,1 0 0,-1 0 0,1 0 0,-1 0 0,0 0 0,1 1 0,-1-1 0,1 0 0,-5 12 0,-20 14 0,-11-1 0,-1-2 0,0-2 0,-2-1 0,-1-2 0,0-1 0,-52 14 0,68-25 0,0 0 0,0-1 0,-30 2 0,46-7 0,1 0 0,-1 0 0,0-1 0,0 1 0,1-2 0,-1 1 0,-6-3 0,10 3 0,0 0 0,0-1 0,0 1 0,0-1 0,1 1 0,-1-1 0,1 0 0,-1 0 0,1 0 0,-1-1 0,1 1 0,0-1 0,0 1 0,0-1 0,-2-4 0,3 3 0,-1-1 0,1 1 0,-1-1 0,1 1 0,1-1 0,-1 0 0,1 0 0,0 1 0,0-1 0,0 0 0,0 0 0,1 1 0,0-1 0,0 0 0,0 1 0,1-1 0,-1 1 0,3-5 0,6-11 0,0 0 0,22-28 0,-22 33 0,114-201 0,-63 104 0,-7 12 0,44-74 0,-68 127 0,57-69 0,-82 109 0,1 1 0,0-1 0,1 1 0,0 0 0,0 1 0,11-7 0,-17 11 0,1 0 0,-1 1 0,1-1 0,0 0 0,-1 0 0,1 1 0,0-1 0,0 1 0,0 0 0,-1 0 0,1-1 0,0 1 0,0 0 0,0 1 0,-1-1 0,1 0 0,0 0 0,0 1 0,0-1 0,-1 1 0,1-1 0,0 1 0,-1 0 0,1 0 0,0 0 0,-1 0 0,1 0 0,-1 0 0,0 0 0,1 0 0,-1 1 0,0-1 0,0 0 0,0 1 0,0-1 0,2 3 0,1 5 0,1 0 0,-2 0 0,1 0 0,-1 0 0,-1 0 0,1 1 0,-2-1 0,1 1 0,-1 12 0,0-6 0,-1 1 0,-1-1 0,-1 1 0,-5 27 0,4-36 0,0 1 0,0-1 0,-1 1 0,0-1 0,0 0 0,-1 0 0,0-1 0,0 0 0,-1 0 0,0 0 0,0 0 0,0-1 0,-1 0 0,0 0 0,-10 5 0,5-2 0,2 0 0,-1 1 0,1 0 0,0 0 0,1 1 0,0 0 0,1 1 0,0 0 0,1 0 0,1 1 0,-1-1 0,2 1 0,0 1 0,1-1 0,0 1 0,1 0 0,0 0 0,0 20 0,0 76 0,4-76 0,-2 1 0,-1 0 0,-9 43 0,3-46 0,-2-1 0,-2 1 0,0-2 0,-3 1 0,0-2 0,-1 0 0,-2-1 0,-1-1 0,-2 0 0,0-2 0,-28 26 0,-154 149 0,202-199 0,-1 0 0,1 1 0,0-1 0,-1 1 0,1-1 0,0 1 0,0 0 0,0-1 0,-1 5 0,2-6 0,0 0 0,0 0 0,0 1 0,0-1 0,0 0 0,0 1 0,0-1 0,0 0 0,0 0 0,0 1 0,0-1 0,0 0 0,0 0 0,0 1 0,0-1 0,0 0 0,0 0 0,1 0 0,-1 1 0,0-1 0,0 0 0,0 0 0,0 0 0,1 1 0,-1-1 0,0 0 0,0 0 0,1 0 0,-1 0 0,0 0 0,0 0 0,0 1 0,1-1 0,-1 0 0,0 0 0,1 0 0,-1 0 0,0 0 0,0 0 0,1 0 0,3 0 0,0 0 0,1-1 0,-1 1 0,0-1 0,0 0 0,1 0 0,5-3 0,56-21 0,-16 5 0,97-26 0,-62 32 0,103-5 0,-111 13 0,704-31-669,2 35-244,-552 3 837,768 1 76,-935-5 547,76-13-1,-10 0 19,128 4-1930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7:05.746"/>
    </inkml:context>
    <inkml:brush xml:id="br0">
      <inkml:brushProperty name="width" value="0.35" units="cm"/>
      <inkml:brushProperty name="height" value="0.35" units="cm"/>
      <inkml:brushProperty name="color" value="#CCFFCC"/>
    </inkml:brush>
  </inkml:definitions>
  <inkml:trace contextRef="#ctx0" brushRef="#br0">411 947 24575,'870'0'0,"-590"-19"0,-55 1 0,-113 17 0,-39 0 0,103-13 0,-66 2 0,188 1 0,-272 10 0,0-2 0,0-1 0,-1-1 0,50-16 0,-43 11 0,0 1 0,55-7 0,231 12 0,-180 7 0,-4-2 0,178-3 0,-194-13 0,-34 3 0,-55 9 0,-1-2 0,1 0 0,-1-2 0,31-13 0,-46 14 0,-1-1 0,0 0 0,0-1 0,-1 0 0,0-1 0,16-16 0,-24 22 0,0 0 0,-1 0 0,1 0 0,-1 0 0,0 0 0,0-1 0,0 1 0,-1-1 0,1 0 0,-1 1 0,0-1 0,0 0 0,0 0 0,0 1 0,-1-1 0,0 0 0,1 0 0,-1 0 0,-1 0 0,1 0 0,-2-6 0,0 3 0,-1 0 0,0 0 0,0 0 0,0 0 0,-1 0 0,0 1 0,-1 0 0,1 0 0,-1 0 0,-7-6 0,7 6 0,0 0 0,0 0 0,1-1 0,-1 1 0,2-1 0,-1 0 0,-3-8 0,6 12 0,0-1 0,0 1 0,0-1 0,0 1 0,0 0 0,1-1 0,-1 1 0,1-1 0,0 0 0,0 1 0,1-1 0,-1 1 0,1-1 0,-1 1 0,1-1 0,0 1 0,3-6 0,-4 8 0,1 0 0,-1 1 0,0-1 0,1 0 0,0 0 0,-1 1 0,1-1 0,-1 0 0,1 1 0,0-1 0,-1 1 0,1-1 0,0 1 0,0-1 0,-1 1 0,1-1 0,0 1 0,0 0 0,0-1 0,0 1 0,0 0 0,-1 0 0,1 0 0,2-1 0,-1 2 0,0-1 0,-1 0 0,1 1 0,0-1 0,0 1 0,-1 0 0,1-1 0,0 1 0,-1 0 0,1 0 0,2 2 0,0 0 0,0 1 0,0 0 0,0 0 0,0 0 0,-1 0 0,0 0 0,5 9 0,25 43 0,-24-43 0,-1 0 0,-1 0 0,0 1 0,8 22 0,1 23 0,-7-25 0,16 38 0,-20-60 0,1 0 0,0 0 0,1 0 0,0-1 0,1-1 0,15 18 0,-20-25 0,0 0 0,0 1 0,0 0 0,0 0 0,0-1 0,-1 1 0,0 1 0,0-1 0,0 0 0,-1 0 0,1 1 0,1 8 0,-3-10 0,0-1 0,0 1 0,0-1 0,-1 0 0,1 1 0,0-1 0,-1 1 0,0-1 0,0 0 0,0 1 0,0-1 0,0 0 0,0 0 0,0 1 0,-1-1 0,1 0 0,-1 0 0,1-1 0,-1 1 0,0 0 0,0-1 0,0 1 0,0-1 0,0 1 0,0-1 0,-3 2 0,-12 5 0,-1 0 0,0-1 0,-1-1 0,1 0 0,-1-1 0,0-2 0,-32 3 0,-143-3 0,127-5 0,-340 1 0,333 4 0,1 4 0,-87 20 0,-89 8 0,33-33 0,9-1 0,81 14 0,-1 0 0,-104-12 0,14-1 0,79 15 0,0 1 0,-194-16 0,175-3 0,125-2 0,1 0 0,-1-2 0,-40-12 0,63 15 0,1 0 0,0 0 0,0 0 0,0-1 0,0 0 0,1 0 0,-1-1 0,1 0 0,0-1 0,0 1 0,0-1 0,1 0 0,-1-1 0,1 0 0,1 0 0,-1 0 0,-8-13 0,-142-193 0,68 96 0,77 103 0,1 1 0,-2 0 0,0 0 0,0 1 0,-1 1 0,0 0 0,-20-11 0,-10-2 0,-52-20 0,10 7 0,31 12 0,27 12 0,-41-23 0,57 28 0,2 1 0,0 0 0,-1 1 0,1 0 0,-20-7 0,27 11 0,1 1 0,-1-1 0,1 1 0,-1 0 0,0-1 0,1 1 0,-1 0 0,1 0 0,-1 0 0,0 0 0,1 0 0,-1 1 0,1-1 0,-1 0 0,1 1 0,-1-1 0,1 1 0,-1-1 0,1 1 0,-1 0 0,1 0 0,0 0 0,-1 0 0,1 0 0,0 0 0,0 0 0,0 0 0,0 0 0,0 0 0,0 1 0,0-1 0,0 0 0,0 1 0,0-1 0,1 1 0,-1-1 0,1 1 0,-1-1 0,1 1 0,-1 2 0,-2 10 0,1 0 0,0 0 0,1 1 0,1-1 0,2 28 0,18 72 0,-10-63 0,-9-43 0,1 0 0,0-1 0,0 1 0,0-1 0,1 0 0,0 0 0,0 0 0,1 0 0,0 0 0,0-1 0,1 1 0,0-1 0,0 0 0,0-1 0,1 1 0,-1-1 0,10 6 0,31 21 0,-23-18 0,31 28 0,-46-36 0,0 1 0,1-1 0,0-1 0,0 0 0,0 0 0,1 0 0,-1-2 0,1 1 0,0-1 0,0 0 0,20 2 0,5-2 0,1-1 0,41-4 0,-31 0 0,-16 0 0,1-1 0,-2-2 0,1-1 0,-1-2 0,39-14 0,-25 7 0,1 1 0,0 3 0,1 1 0,0 3 0,50-3 0,110-10 0,-98 7 0,-6 2 0,252-17 0,311 30 0,-603-5 0,73-13 0,31-2 0,17 16 0,-169 1 0,1 0 0,-1-1 0,0-1 0,-1 0 0,1 0 0,16-8 0,26-7 0,-12 8 0,1 2 0,76-3 0,92 10 0,-180 1 0,-7-1 0,0-1 0,-1-1 0,36-10 0,3-1 0,-40 9 0,0-2 0,0-1 0,31-15 0,-2 1 0,-37 15 0,0 0 0,-1-1 0,1 0 0,-2-1 0,1-1 0,-1 0 0,21-23 0,-30 30 0,-1-1 0,0 1 0,0-1 0,0 0 0,-1 0 0,1 0 0,-1-1 0,0 1 0,0 0 0,-1-1 0,1 0 0,-1 1 0,0-1 0,0 0 0,-1 1 0,1-1 0,-1 0 0,-1-5 0,1 6 0,-1 0 0,0 1 0,0-1 0,0 0 0,0 1 0,0-1 0,-1 0 0,0 1 0,0 0 0,0-1 0,0 1 0,0 0 0,-1 0 0,1 0 0,-1 1 0,0-1 0,0 0 0,0 1 0,0 0 0,0 0 0,0 0 0,-7-3 0,-1 1 0,-1 0 0,0 0 0,0 1 0,0 1 0,0 0 0,-19 0 0,-78 4 0,56 1 0,28-1 0,-1 2 0,1 1 0,0 0 0,1 2 0,-29 12 0,-29 8 0,-27-1 0,-1-5 0,0-6 0,-155 4 0,-87-18 0,336-1 0,-28-3 0,1-3 0,0-1 0,-79-23 0,-20-5 0,-267-17 0,141 22 0,164 18 0,-1 4 0,-178 9 0,274 0 0,1 0 0,-1 1 0,0 0 0,1 1 0,0 0 0,-1 0 0,1 0 0,1 1 0,-1 0 0,-13 11 0,-1 2 0,2 1 0,-22 24 0,-3 4 0,32-36 0,-2 0 0,1 0 0,-1-1 0,0-1 0,-1-1 0,-23 8 0,-1 2 0,40-17 0,0 0 0,0-1 0,0 1 0,0 0 0,0 0 0,0 0 0,0 0 0,0 0 0,0 0 0,0 0 0,0 0 0,1 0 0,-1 0 0,0 0 0,0 0 0,0 0 0,0 0 0,0 0 0,0 0 0,0 1 0,0-1 0,0 0 0,0 0 0,0 0 0,0 0 0,0 0 0,0 0 0,1 0 0,-1 0 0,0 0 0,0 0 0,0 0 0,0 0 0,0 0 0,0 0 0,0 0 0,0 0 0,0 0 0,0 1 0,0-1 0,0 0 0,0 0 0,0 0 0,0 0 0,0 0 0,0 0 0,0 0 0,0 0 0,0 0 0,0 0 0,0 0 0,0 0 0,0 1 0,0-1 0,0 0 0,0 0 0,0 0 0,0 0 0,0 0 0,0 0 0,13 2 0,19 0 0,341-5 0,322 3 0,-413 17 0,-111-6 0,37 11 0,-82-7 0,167-8 0,-285-9 0,-9-2 0,-14-4 0,-6 2 0,0 1 0,-1 2 0,0 0 0,0 1 0,-30 1 0,19 0 0,-420-1 0,-189-11 0,451 1 0,-240-30 0,356 26 0,38 7 0,-41-4 0,64 12 0,1 0 0,-1 1 0,1 1 0,-1 0 0,1 0 0,-25 8 0,8-2 0,-1-1 0,0-1 0,-40 1 0,-95-5 0,88-3 0,65 2 0,0 0 0,0-1 0,-1 0 0,1-1 0,-18-5 0,28 6 0,0 0 0,1 0 0,-1-1 0,0 1 0,1 0 0,-1-1 0,1 1 0,-1-1 0,1 0 0,0 0 0,0 0 0,0 0 0,0 0 0,0-1 0,0 1 0,1 0 0,-1-1 0,1 1 0,0-1 0,-1 0 0,1 0 0,0 1 0,1-1 0,-1 0 0,0 0 0,1 0 0,0 0 0,0 0 0,-1 1 0,2-7 0,0 3 0,0-1 0,0 1 0,1 0 0,0 0 0,0 0 0,1 0 0,0 0 0,-1 1 0,2-1 0,-1 1 0,1 0 0,0 0 0,0 0 0,5-4 0,10-9 0,1 1 0,25-17 0,-9 8 0,-14 11 0,0 0 0,2 2 0,0 1 0,0 1 0,45-14 0,20-9 0,-65 25 0,0 1 0,0 0 0,1 2 0,0 2 0,0 0 0,1 1 0,-1 1 0,26 3 0,4-4 0,69-10 0,7-2 0,383 10 0,-292 6 0,1532-1 0,-1729 1 0,40 5 0,-56-5 0,1 1 0,-1 0 0,0 1 0,-1 0 0,1 0 0,0 1 0,13 8 0,-20-12 0,-1 1 0,1 0 0,-1 1 0,1-1 0,-1 0 0,0 0 0,1 1 0,-1-1 0,0 0 0,0 1 0,0-1 0,0 1 0,0 0 0,0-1 0,-1 1 0,1 0 0,0-1 0,-1 1 0,1 0 0,-1 0 0,0 0 0,1 0 0,-1-1 0,0 1 0,0 0 0,-1 0 0,1 0 0,-1 3 0,0-2 0,0 0 0,-1 0 0,0 0 0,1 0 0,-1 0 0,0 0 0,-1-1 0,1 1 0,0 0 0,-1-1 0,1 0 0,-1 0 0,0 0 0,0 0 0,-3 2 0,-21 8 0,-1 0 0,0-2 0,0-1 0,-36 6 0,-7 3 0,62-16 0,-533 170 0,434-134 0,-196 41 0,258-72 0,0-2 0,0-2 0,-47-3 0,35-1 0,-65 8 0,5 7 0,-118 16 0,230-29 0,-6 2 0,-1-1 0,1-1 0,-21 0 0,33-1 0,0 0 0,0 0 0,0 0 0,1 0 0,-1 0 0,0 0 0,0 0 0,0 0 0,0 0 0,0 0 0,1-1 0,-1 1 0,0 0 0,0 0 0,0 0 0,0 0 0,0 0 0,0 0 0,1 0 0,-1 0 0,0-1 0,0 1 0,0 0 0,0 0 0,0 0 0,0 0 0,0 0 0,0 0 0,0-1 0,0 1 0,0 0 0,0 0 0,0 0 0,0 0 0,0-1 0,0 1 0,0 0 0,0 0 0,0 0 0,0 0 0,0 0 0,0-1 0,0 1 0,0 0 0,0 0 0,0 0 0,0 0 0,0 0 0,0-1 0,0 1 0,0 0 0,-1 0 0,1 0 0,0 0 0,0 0 0,0 0 0,0 0 0,0-1 0,0 1 0,0 0 0,-1 0 0,1 0 0,0 0 0,0 0 0,0 0 0,-1 0 0,14-8 0,41-15 0,0 1 0,2 4 0,113-23 0,-103 32 0,1 3 0,-1 3 0,70 5 0,-36 1 0,149-4 0,171 4 0,-233 13 0,-51-2 0,4 6 0,14 0 0,-112-17 0,64 10 0,107 23 0,-175-28-1365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7:23.182"/>
    </inkml:context>
    <inkml:brush xml:id="br0">
      <inkml:brushProperty name="width" value="0.35" units="cm"/>
      <inkml:brushProperty name="height" value="0.35" units="cm"/>
      <inkml:brushProperty name="color" value="#CCFFCC"/>
    </inkml:brush>
  </inkml:definitions>
  <inkml:trace contextRef="#ctx0" brushRef="#br0">4389 331 24575,'-51'10'0,"-1"-2"0,-55 1 0,29-3 0,-397 30 0,15-3 0,3 22 0,198-24 0,113-15 0,-91 20 0,177-26 0,-114 25 0,154-28 0,-1 1 0,2 1 0,-32 19 0,35-18 0,-1-1 0,0 0 0,-1-1 0,1-1 0,-27 6 0,1-7 0,-1-2 0,0-2 0,-65-5 0,17 0 0,-195 3 0,276-1 0,-1 1 0,1-2 0,-1 0 0,1 0 0,0-1 0,0 0 0,-13-6 0,-5-5 0,-36-22 0,47 27 0,-1 1 0,0 1 0,-1 1 0,0 0 0,0 1 0,-35-3 0,13 1 0,-372-84 0,399 86 0,0 1 0,1-2 0,-1 0 0,2-1 0,-21-13 0,31 18 0,0 0 0,-1-1 0,1 1 0,0-1 0,1 0 0,-1 0 0,0 0 0,1 0 0,0 0 0,-1-1 0,1 1 0,1-1 0,-1 1 0,0-1 0,1 0 0,0 0 0,0 0 0,0 1 0,0-1 0,1 0 0,-1 0 0,1 0 0,0 0 0,0 0 0,1 0 0,0-6 0,1 4 0,0 1 0,0-1 0,1 0 0,-1 1 0,1 0 0,0-1 0,1 1 0,-1 0 0,1 1 0,0-1 0,0 1 0,0-1 0,1 1 0,0 1 0,-1-1 0,9-4 0,8-4 0,0 2 0,42-16 0,-55 23 0,35-10 0,1 2 0,0 2 0,0 2 0,64-3 0,17-2 0,184-10 0,2 23 0,-110 2 0,1229-3 0,-1414-2 0,-1 0 0,0 0 0,0-1 0,-1-1 0,1-1 0,-1 0 0,16-8 0,-13 5 0,1 1 0,0 1 0,0 1 0,24-4 0,-9 5 0,0 2 0,0 2 0,44 4 0,-59 0 0,-18-3 0,0-1 0,0 0 0,1 0 0,-1 0 0,0 0 0,0 0 0,0 0 0,0 1 0,1-1 0,-1 0 0,0 0 0,0 0 0,0 1 0,0-1 0,0 0 0,0 0 0,1 0 0,-1 1 0,0-1 0,0 0 0,0 0 0,0 0 0,0 1 0,0-1 0,0 0 0,0 0 0,0 1 0,0-1 0,0 0 0,0 0 0,0 0 0,0 1 0,0-1 0,-1 0 0,1 1 0,-1 0 0,-1 1 0,0 0 0,0-1 0,1 1 0,-1-1 0,0 1 0,0-1 0,-1 0 0,1 0 0,0 0 0,-3 1 0,-24 8 0,0 0 0,-56 8 0,-11 4 0,62-13 0,1 1 0,0 2 0,1 1 0,1 2 0,-42 25 0,18-4 0,-2-2 0,-1-3 0,-2-3 0,-1-2 0,0-3 0,-130 30 0,35-30 0,-16 4 0,-237 44 0,79-64 0,206-8 0,99-1 0,0 0 0,1-1 0,0-2 0,0 0 0,0-2 0,0 0 0,1-2 0,0 0 0,1-2 0,0 0 0,-23-17 0,16 11 0,-1 2 0,-48-17 0,-34-16 0,96 40 0,0-1 0,0-1 0,1-1 0,1 0 0,-15-15 0,22 19 0,1 0 0,0 0 0,1-1 0,0 1 0,0-1 0,0-1 0,1 1 0,0-1 0,1 1 0,0-1 0,-4-17 0,6 16 0,-1 1 0,1 0 0,0 0 0,1-1 0,0 1 0,1 0 0,0-1 0,4-15 0,-4 21 0,1-1 0,-1 1 0,1 0 0,1 0 0,-1 0 0,0 0 0,1 0 0,0 0 0,0 1 0,0-1 0,0 1 0,1 0 0,-1 0 0,1 0 0,0 1 0,0-1 0,0 1 0,0 0 0,6-3 0,22-6 0,0 1 0,0 1 0,1 2 0,0 1 0,44-2 0,173 8 0,-118 3 0,3277-3 0,-3407-1 0,0 1 0,1 0 0,-1 0 0,0 0 0,1 1 0,-1-1 0,0 0 0,0 1 0,1 0 0,-1-1 0,0 1 0,0 0 0,4 2 0,-6-2 0,0-1 0,1 0 0,-1 1 0,0-1 0,0 1 0,1-1 0,-1 1 0,0-1 0,0 0 0,0 1 0,0-1 0,0 1 0,1-1 0,-1 1 0,0-1 0,0 1 0,0-1 0,0 1 0,0-1 0,0 1 0,-1-1 0,1 1 0,0 0 0,-12 18 0,3-9 0,-2 1 0,1-2 0,-1 1 0,-1-2 0,0 1 0,0-2 0,0 0 0,-1 0 0,-16 6 0,-84 37 0,-43 16 0,63-37 0,0-4 0,-2-3 0,-1-5 0,0-4 0,-116 0 0,-289-13 0,191-3 0,198 0 0,-121-20 0,-109-35 0,313 52 0,-76-11 0,91 15 0,0 1 0,0 1 0,0 0 0,0 1 0,-19 4 0,12 1 0,1 1 0,-1 0 0,-32 19 0,31-14 0,-1-2 0,-27 10 0,-12-4 0,-1-3 0,0-2 0,0-3 0,-1-3 0,-68-3 0,106-1 0,16-1 0,1 1 0,-1-1 0,1 0 0,-1-1 0,1 0 0,0-1 0,-1 0 0,1-1 0,-16-6 0,24 9 0,1 0 0,0 0 0,-1 0 0,1 0 0,0 0 0,0-1 0,-1 1 0,1 0 0,0 0 0,0 0 0,-1 0 0,1-1 0,0 1 0,0 0 0,0 0 0,-1 0 0,1-1 0,0 1 0,0 0 0,0-1 0,0 1 0,-1 0 0,1 0 0,0-1 0,0 1 0,0 0 0,0-1 0,0 1 0,0 0 0,0 0 0,0-1 0,0 1 0,0 0 0,0-1 0,0 1 0,0 0 0,0 0 0,0-1 0,0 1 0,1 0 0,-1-1 0,0 1 0,0 0 0,0 0 0,0-1 0,1 1 0,-1 0 0,0 0 0,0-1 0,0 1 0,1 0 0,-1 0 0,0 0 0,0 0 0,1-1 0,-1 1 0,0 0 0,0 0 0,1 0 0,-1 0 0,0 0 0,1 0 0,-1 0 0,0 0 0,0 0 0,1 0 0,-1 0 0,0 0 0,1 0 0,23-6 0,37 1 0,104 4 0,-84 3 0,395 29 0,-253 7 0,-70-11 0,160 20 0,-218-34 0,-8 0 0,98 1 0,-148-13 0,-1 0 0,58 11 0,-68-6 0,61 13 0,0-4 0,125 5 0,205-20 0,-163-1 0,-238 0 0,0 0 0,0 0 0,-1-2 0,1 0 0,-1-1 0,18-6 0,1-4 0,49-28 0,-66 34 0,1 0 0,0 2 0,28-8 0,-2 2 0,-17 4-1365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9:01.197"/>
    </inkml:context>
    <inkml:brush xml:id="br0">
      <inkml:brushProperty name="width" value="0.35" units="cm"/>
      <inkml:brushProperty name="height" value="0.35" units="cm"/>
      <inkml:brushProperty name="color" value="#CCFFCC"/>
    </inkml:brush>
  </inkml:definitions>
  <inkml:trace contextRef="#ctx0" brushRef="#br0">0 111 24575,'1747'0'0,"-1691"-3"0,69-12 0,9-1 0,335 11 0,-268 7 0,633-2 0,-799-2 0,1-2 0,39-8 0,-36 4 0,59-2 0,-76 10 0,1-2 0,-1 0 0,40-9 0,74-12 0,-134 23 0,-59 3 0,-108 22 0,117-17 0,-17 5 0,-32 5 0,69-14 0,0 0 0,-28 9 0,44-9 0,0 0 0,0 1 0,1 0 0,0 1 0,0 0 0,0 0 0,-10 9 0,-2 2 0,-2-1 0,0-2 0,0 0 0,-1-2 0,-37 12 0,28-10 0,-56 14 0,62-21 0,-44 18 0,25-4 0,-2-2 0,-99 24 0,88-31 0,-239 44 0,218-47 0,-1-4 0,-89-6 0,69 0 0,74 0 0,1 0 0,0-2 0,1-1 0,-1-2 0,-28-9 0,38 8 0,2-1 0,-24-14 0,13 7 0,8 3 0,-1-1 0,-26-24 0,28 21 0,-41-26 0,13 18 0,0 3 0,-1 1 0,-50-13 0,58 23 0,-1 2 0,-56-5 0,0 1 0,-76-22 0,122 25 0,-82-5 0,-13-1 0,95 6 0,-1 3 0,0 1 0,-89 5 0,121 3 0,-1 1 0,-18 5 0,18-3 0,-32 4 0,41-8-195,-1-1 0,1 0 0,-1-1 0,0-1 0,0 0 0,-13-2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9:08.322"/>
    </inkml:context>
    <inkml:brush xml:id="br0">
      <inkml:brushProperty name="width" value="0.35" units="cm"/>
      <inkml:brushProperty name="height" value="0.35" units="cm"/>
      <inkml:brushProperty name="color" value="#CCFFCC"/>
    </inkml:brush>
  </inkml:definitions>
  <inkml:trace contextRef="#ctx0" brushRef="#br0">115 437 24575,'1097'0'0,"-1009"4"0,0 4 0,89 20 0,-79-11 0,-16-6 0,96 0 0,83-13 0,-86-1 0,1898 3 0,-2063 0 0,-1 0 0,1 1 0,0 0 0,-1 1 0,15 3 0,-23-4 0,1-1 0,-1 0 0,1 1 0,-1 0 0,0-1 0,1 1 0,-1 0 0,0-1 0,0 1 0,1 0 0,-1 0 0,0 0 0,0 0 0,0 0 0,0 0 0,0 0 0,0 1 0,0-1 0,-1 0 0,1 0 0,0 1 0,-1-1 0,1 1 0,-1-1 0,1 0 0,-1 1 0,0-1 0,1 1 0,-1-1 0,0 1 0,0-1 0,0 1 0,0-1 0,0 1 0,-1-1 0,1 1 0,0-1 0,-1 1 0,1-1 0,-1 0 0,1 1 0,-1-1 0,0 0 0,0 1 0,-1 1 0,-2 3 0,0 0 0,0-1 0,-1 1 0,0-1 0,0 0 0,0 0 0,-11 7 0,-47 27 0,42-26 0,-118 63 0,114-65 0,0-1 0,-1-1 0,-49 10 0,41-12 0,-19 3 0,1-2 0,-63 2 0,100-10 0,-1-1 0,0 0 0,0-1 0,1 0 0,0-1 0,-1-1 0,1 0 0,0-2 0,1 1 0,-1-2 0,-24-15 0,16 7 0,3 0 0,0 2 0,-1 0 0,0 2 0,-1 0 0,-27-9 0,14 11 0,-1 2 0,-62-6 0,-77 7 0,32 2 0,-685-21 0,287 1 0,394 14 0,-407-28 0,354 23 0,-252-8 0,404 25 0,31-1 0,1 0 0,-1-1 0,0 0 0,0-2 0,-33-6 0,46 6 0,-1 0 0,1 0 0,0 0 0,0-1 0,-1 0 0,2 0 0,-1 0 0,0 0 0,1 0 0,-1-1 0,1 0 0,0 1 0,0-1 0,0 0 0,1-1 0,-1 1 0,1 0 0,0-1 0,0 1 0,1-1 0,0 0 0,-1 1 0,1-1 0,1 0 0,-1 0 0,1 0 0,0-5 0,0 3 0,0 0 0,0-1 0,1 1 0,0 0 0,0 0 0,1 0 0,0 0 0,0 0 0,1 0 0,0 1 0,0-1 0,1 1 0,-1 0 0,1 0 0,0 0 0,1 0 0,9-9 0,2 3 0,1 0 0,0 1 0,1 1 0,0 0 0,0 2 0,25-8 0,-4 3 0,2 3 0,41-6 0,-15 5 0,-15 1 0,71-3 0,-14 11 0,-1 5 0,116 18 0,-112-8 0,26 4 0,60 28 0,-49-10 0,-80-24 0,-40-7 0,39 10 0,-38-7 0,0 0 0,1-3 0,42 2 0,96-7 0,-73-1 0,1268 2 0,-1343 1 0,-1 1 0,1 1 0,23 7 0,-17-4 0,31 3 0,221-4 0,-220-6 0,-102-13 0,-8 4 0,0 3 0,-54 0 0,-107 7 0,118 2 0,-1108-1 0,1173-3 0,0-1 0,-50-11 0,48 7 0,0 1 0,-34 0 0,-216 5 0,126 3 0,149-2 0,-44-3 0,49 3 0,0 0 0,-1-1 0,1 1 0,0 0 0,0 0 0,-1 0 0,1-1 0,0 1 0,0-1 0,0 1 0,-1-1 0,1 1 0,0-1 0,0 0 0,0 1 0,0-1 0,0 0 0,0 0 0,0 0 0,0 0 0,1 0 0,-1 0 0,0 0 0,1 0 0,-1 0 0,0 0 0,1-1 0,-1 1 0,1 0 0,0 0 0,-1-2 0,2 0 0,-1 1 0,1 0 0,0 0 0,0 0 0,1 0 0,-1 0 0,0 0 0,1 0 0,-1 0 0,1 1 0,-1-1 0,1 0 0,0 1 0,0-1 0,0 1 0,3-2 0,35-20 0,13-5 0,-33 16 0,1 1 0,0 2 0,0 0 0,23-6 0,-2 6 0,61-3 0,-10 1 0,66-13 0,235-7 0,543 32 0,-918 1 0,0 0 0,0 0 0,23 8 0,17 2 0,-40-8 0,-2 1 0,1 1 0,-1 1 0,1 0 0,-2 1 0,22 14 0,-14-8 0,1-1 0,28 10 0,-8-9 0,0-3 0,73 9 0,-31-5 273,-41-6-1092,63 4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29:27.160"/>
    </inkml:context>
    <inkml:brush xml:id="br0">
      <inkml:brushProperty name="width" value="0.35" units="cm"/>
      <inkml:brushProperty name="height" value="0.35" units="cm"/>
      <inkml:brushProperty name="color" value="#CCFFCC"/>
    </inkml:brush>
  </inkml:definitions>
  <inkml:trace contextRef="#ctx0" brushRef="#br0">0 584 24575,'1383'0'0,"-1353"-2"0,0-1 0,48-11 0,-42 7 0,43-4 0,273 9 0,-181 4 0,-83-2 0,-11 2 0,1-4 0,89-13 0,-84 4 0,157-2 0,-161 10 0,124-21 0,11-18 0,-133 28 0,-30 4 0,99-6 0,-110 16 0,-10 0 0,0-1 0,0-1 0,38-8 0,-26 2 0,0 1 0,1 2 0,-1 2 0,87 5 0,-125-1 0,1-1 0,0 1 0,0 0 0,0 1 0,-1-1 0,1 1 0,0 0 0,-1 0 0,0 0 0,5 4 0,-8-5 0,0-1 0,0 1 0,0 0 0,0 0 0,-1-1 0,1 1 0,0 0 0,-1 0 0,1 0 0,0 0 0,-1 0 0,1 0 0,-1 0 0,0 0 0,1 0 0,-1 0 0,0 0 0,0 0 0,1 2 0,-2-1 0,1 0 0,-1 0 0,1-1 0,-1 1 0,1-1 0,-1 1 0,0 0 0,0-1 0,0 1 0,0-1 0,0 0 0,0 1 0,0-1 0,0 0 0,-1 0 0,-2 2 0,-8 5 0,-1 0 0,0-1 0,-1-1 0,0 0 0,0-1 0,-28 6 0,26-6 0,-24 4 0,-1-2 0,-54 3 0,47-5 0,-54 11 0,56-6 0,-111 22 0,-436 12 0,-3-44 0,262-2 0,252 1 0,-95-12 0,29-2 0,52 7 0,1-8 0,-16 0 0,-139 11 0,153 7 0,-139-17 0,150 3 0,-96 0 0,134 9 0,-1-3 0,-62-15 0,105 20 0,-8-2 0,1 0 0,0-1 0,0 0 0,-18-9 0,28 11 0,-1 0 0,0 0 0,1-1 0,-1 1 0,1-1 0,-1 0 0,1 0 0,0 0 0,1 0 0,-1-1 0,0 1 0,1-1 0,0 0 0,0 1 0,0-1 0,0 0 0,-2-7 0,2 2 0,0 0 0,0 0 0,1 0 0,0 0 0,1 0 0,0 0 0,0 0 0,1 0 0,2-12 0,-2 18 0,0-1 0,0 0 0,1 1 0,-1-1 0,1 1 0,0-1 0,0 1 0,0 0 0,0 0 0,1 0 0,-1 0 0,1 0 0,0 1 0,0-1 0,0 1 0,0 0 0,0-1 0,0 1 0,1 1 0,-1-1 0,1 0 0,-1 1 0,1 0 0,5-1 0,18-3 0,-1 2 0,1 1 0,0 2 0,45 4 0,-17-2 0,750 4 0,-482-8 0,-284 2 0,1 1 0,0 2 0,0 2 0,-1 2 0,0 1 0,-1 2 0,42 16 0,-20 4 0,-44-21 0,1 0 0,1-1 0,26 8 0,-7-8 0,0-3 0,0 0 0,1-3 0,43-2 0,-33 0 0,83 9 0,-41 3 0,97 0 0,92-13 0,-99-2 0,95 4 0,-273-1 0,-5 1 0,-10 4 0,-22 3 0,-80 15 0,-191 14 0,107-21 0,11 0 0,-523-11 0,395-7 0,243 2 0,-117-14 0,-2-5 0,129 14 0,-53-11 0,-26-2 0,41 18 0,-29-2 0,127 2 0,1-1 0,-1 1 0,0 0 0,1-1 0,-1 1 0,1-1 0,-1 0 0,1 0 0,-1 0 0,1 0 0,-1 0 0,1 0 0,0-1 0,0 1 0,0-1 0,0 0 0,0 1 0,0-1 0,0 0 0,0 0 0,1 0 0,-1 0 0,1-1 0,0 1 0,-2-4 0,2 4 0,1-1 0,-1 0 0,1 1 0,0-1 0,0 0 0,0 0 0,0 1 0,0-1 0,1 0 0,-1 1 0,1-1 0,0 0 0,0 1 0,0-1 0,0 1 0,0-1 0,0 1 0,1 0 0,-1 0 0,1-1 0,0 1 0,0 0 0,-1 0 0,5-2 0,2-3 0,0 1 0,0 0 0,1 0 0,0 1 0,0 0 0,1 1 0,-1 0 0,17-5 0,10 0 0,41-4 0,-9 1 0,246-40 0,-102 38 0,-149 12 0,0-2 0,116-23 0,-130 15 0,0 2 0,0 2 0,94-3 0,1510 13 0,-1624-3 0,0-2 0,41-10 0,-39 7 0,63-6 0,-84 12 0,-1 0 0,1 1 0,-1 0 0,1 0 0,-1 1 0,0 0 0,1 0 0,-1 1 0,0 1 0,16 8 0,-21-9 0,1 0 0,-1 0 0,0 1 0,0 0 0,0 0 0,0 0 0,-1 0 0,1 0 0,-1 1 0,0-1 0,-1 1 0,5 8 0,-1 6 0,1-1 0,3 26 0,-5-25 0,10 31 0,36 64 0,-11-7 0,-38-102 0,0 0 0,0 0 0,0 0 0,-1 0 0,0 0 0,0 0 0,0 0 0,-1 1 0,0-1 0,0 0 0,0 0 0,0 0 0,-1 1 0,0-1 0,0 0 0,-1 0 0,1 0 0,-1 0 0,0 0 0,0-1 0,-1 1 0,1 0 0,-1-1 0,0 0 0,0 0 0,-1 0 0,1 0 0,-1 0 0,0 0 0,0-1 0,0 0 0,-8 5 0,-2 1 0,0-1 0,-1-1 0,1 0 0,-2-1 0,-18 5 0,-79 12 0,17-4 0,47-10 0,-1-3 0,1-1 0,-1-3 0,-52-5 0,21 2 0,-1-2 0,-129-21 0,-80-34 0,69 12 0,-391-86 0,374 79 0,220 46 0,1 0 0,0-1 0,0-1 0,0-1 0,-30-22 0,30 19 0,0 1 0,-1 1 0,-1 1 0,-28-12 0,-41-13 0,68 25 0,0 1 0,0 1 0,-1 1 0,0 1 0,-43-6 0,-146 12 0,6 0 0,96-17 0,1 1 0,-179 12 0,233 4 0,51 0 0,0 0 0,0 0 0,1 0 0,-1 0 0,0-1 0,0 1 0,0-1 0,1 0 0,-5-1 0,7 2 0,0-1 0,-1 1 0,1 0 0,0 0 0,0 0 0,-1-1 0,1 1 0,0 0 0,0 0 0,0 0 0,-1-1 0,1 1 0,0 0 0,0-1 0,0 1 0,0 0 0,0 0 0,0-1 0,0 1 0,0 0 0,-1-1 0,1 1 0,0 0 0,0 0 0,0-1 0,0 1 0,1 0 0,-1-1 0,0 1 0,0-1 0,12-12 0,6 2 0,1 1 0,0 0 0,1 2 0,0 0 0,37-8 0,-39 10 0,168-42 0,-135 37 0,-11 2 0,64-5 0,80-6 0,47-1 0,172 23 0,-361-1 0,0 2 0,46 10 0,82 24 0,-98-19 0,1-3 0,77 6 0,203 16 0,-17-2 0,-286-29 0,0 2 0,54 16 0,36 6 0,-80-23 0,-43-6 0,0 1 0,-1 0 0,1 1 0,0 1 0,-1 1 0,19 8 0,-25-8 0,1 0 0,-1-1 0,1 0 0,0 0 0,0-1 0,0-1 0,1 0 0,-1 0 0,0-1 0,1-1 0,-1 0 0,1 0 0,13-3 0,24-6 0,59-18 0,46-13 0,-129 34 0,1 0 0,-1 2 0,1 1 0,32 0 0,-32 2 0,0 0 0,0-2 0,0-1 0,29-9 0,-2-3-682,74-14-1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57:13.795"/>
    </inkml:context>
    <inkml:brush xml:id="br0">
      <inkml:brushProperty name="width" value="0.35" units="cm"/>
      <inkml:brushProperty name="height" value="0.35" units="cm"/>
      <inkml:brushProperty name="color" value="#CCFFCC"/>
    </inkml:brush>
  </inkml:definitions>
  <inkml:trace contextRef="#ctx0" brushRef="#br0">1 0 24499,'4029'0'0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57:17.573"/>
    </inkml:context>
    <inkml:brush xml:id="br0">
      <inkml:brushProperty name="width" value="0.35" units="cm"/>
      <inkml:brushProperty name="height" value="0.35" units="cm"/>
      <inkml:brushProperty name="color" value="#CCFFCC"/>
    </inkml:brush>
  </inkml:definitions>
  <inkml:trace contextRef="#ctx0" brushRef="#br0">0 0 24575,'89'0'0,"312"15"0,-107 8 0,-78-7 0,393 31 0,-496-39 0,70 9 0,131 5 0,1347-23-1365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57:18.942"/>
    </inkml:context>
    <inkml:brush xml:id="br0">
      <inkml:brushProperty name="width" value="0.35" units="cm"/>
      <inkml:brushProperty name="height" value="0.35" units="cm"/>
      <inkml:brushProperty name="color" value="#CCFFCC"/>
    </inkml:brush>
  </inkml:definitions>
  <inkml:trace contextRef="#ctx0" brushRef="#br0">0 40 24575,'0'-2'0,"1"1"0,-1 0 0,0-1 0,1 1 0,0 0 0,-1 0 0,1-1 0,0 1 0,-1 0 0,1 0 0,0 0 0,0 0 0,0 0 0,0 0 0,0 0 0,0 0 0,0 1 0,0-1 0,0 0 0,0 1 0,1-1 0,-1 0 0,0 1 0,0 0 0,1-1 0,-1 1 0,2-1 0,41-7 0,-42 8 0,74-6 0,141 9 0,-112 9 0,193 49 0,-195-36 0,174 44 0,-264-66-273,0 1 0,0 1 0,-1 0 0,21 12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57:22.861"/>
    </inkml:context>
    <inkml:brush xml:id="br0">
      <inkml:brushProperty name="width" value="0.35" units="cm"/>
      <inkml:brushProperty name="height" value="0.35" units="cm"/>
      <inkml:brushProperty name="color" value="#CCFFCC"/>
    </inkml:brush>
  </inkml:definitions>
  <inkml:trace contextRef="#ctx0" brushRef="#br0">0 4 24575,'87'2'0,"164"26"0,78 49 0,245 79 0,-372-103 0,-112-29 0,2-4 0,0-4 0,1-4 0,138 1 0,1204-17 0,-786 6 0,-648-2 0,4 0 0,0 0 0,0 0 0,0 0 0,0 0 0,-1-1 0,1 0 0,0 0 0,0 0 0,-1 0 0,1-1 0,-1 0 0,6-3 0,-10 5 0,1 0 0,0-1 0,-1 1 0,1 0 0,-1-1 0,1 1 0,0-1 0,-1 1 0,1-1 0,-1 1 0,0-1 0,1 0 0,-1 1 0,1-1 0,-1 1 0,0-1 0,0 0 0,1 1 0,-1-1 0,0 0 0,0 1 0,0-1 0,0 0 0,0 0 0,0 1 0,0-1 0,0 0 0,0 1 0,0-1 0,0 0 0,0 1 0,0-2 0,-1 1 0,-1-1 0,1 1 0,0-1 0,0 1 0,0 0 0,-1 0 0,1 0 0,-1 0 0,1 0 0,-1 0 0,1 0 0,-3-1 0,-4-2 0,-1 1 0,1 1 0,-1-1 0,-11-1 0,2 3 0,-1 1 0,1 1 0,0 1 0,-35 7 0,-20 2 0,-74 4 0,-176 11 0,-385-22 0,461-5 0,218-1 0,1-1 0,0-2 0,0 0 0,1-2 0,-31-12 0,-36-8 0,76 22 0,-327-62 0,247 56 0,-326-45 0,415 55 0,-40-9 0,46 9 0,-1 0 0,0 0 0,1-1 0,-1 0 0,1 1 0,-1-1 0,1 0 0,0 0 0,-5-5 0,7 6 0,0 0 0,1 0 0,-1 1 0,0-1 0,1 0 0,-1 0 0,1 0 0,-1 0 0,1 0 0,0 0 0,-1 0 0,1 0 0,0-1 0,0 1 0,-1 0 0,1 0 0,0 0 0,0 0 0,0 0 0,1 0 0,-1 0 0,0 0 0,0-1 0,0 1 0,1 0 0,-1 0 0,1 0 0,-1 0 0,1 0 0,-1 0 0,1 0 0,-1 1 0,1-1 0,0 0 0,0 0 0,-1 0 0,1 0 0,2 0 0,2-4 0,1 0 0,0 1 0,0 0 0,11-5 0,16-6 0,1 1 0,0 1 0,1 2 0,71-13 0,-39 14 0,123 0 0,-86 14 0,136 24 0,-19-1 0,240-7 0,4-22 0,-124 0 0,190 2 0,-521-1 0,32 3 0,-40-2 0,0 0 0,0 0 0,0 1 0,0-1 0,0 1 0,0-1 0,-1 1 0,1 0 0,0 0 0,0 0 0,0 0 0,-1 0 0,1 0 0,0 0 0,2 3 0,-4-3 0,1 0 0,-1-1 0,0 1 0,0 0 0,1-1 0,-1 1 0,0 0 0,0 0 0,0 0 0,0-1 0,0 1 0,0 0 0,0 0 0,0-1 0,0 1 0,-1 0 0,1 0 0,0-1 0,0 1 0,-1 0 0,1-1 0,0 1 0,-1 0 0,1-1 0,-1 1 0,1-1 0,-1 1 0,1 0 0,-1-1 0,1 1 0,-1-1 0,0 1 0,1-1 0,-1 0 0,0 1 0,1-1 0,-2 1 0,-28 13 0,2-7 0,-1-1 0,-46 4 0,-11 2 0,6 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2846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3.png"/><Relationship Id="rId18" Type="http://schemas.openxmlformats.org/officeDocument/2006/relationships/customXml" Target="../ink/ink4.xml"/><Relationship Id="rId3" Type="http://schemas.openxmlformats.org/officeDocument/2006/relationships/image" Target="../media/image4.png"/><Relationship Id="rId21" Type="http://schemas.openxmlformats.org/officeDocument/2006/relationships/image" Target="../media/image17.png"/><Relationship Id="rId7" Type="http://schemas.openxmlformats.org/officeDocument/2006/relationships/image" Target="../media/image8.svg"/><Relationship Id="rId12" Type="http://schemas.openxmlformats.org/officeDocument/2006/relationships/customXml" Target="../ink/ink1.xml"/><Relationship Id="rId17"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customXml" Target="../ink/ink3.xml"/><Relationship Id="rId20" Type="http://schemas.openxmlformats.org/officeDocument/2006/relationships/customXml" Target="../ink/ink5.xml"/><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4.png"/><Relationship Id="rId23" Type="http://schemas.openxmlformats.org/officeDocument/2006/relationships/image" Target="../media/image18.png"/><Relationship Id="rId10" Type="http://schemas.openxmlformats.org/officeDocument/2006/relationships/image" Target="../media/image11.png"/><Relationship Id="rId19" Type="http://schemas.openxmlformats.org/officeDocument/2006/relationships/image" Target="../media/image16.pn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customXml" Target="../ink/ink2.xml"/><Relationship Id="rId22" Type="http://schemas.openxmlformats.org/officeDocument/2006/relationships/customXml" Target="../ink/ink6.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customXml" Target="../ink/ink7.xml"/><Relationship Id="rId7" Type="http://schemas.openxmlformats.org/officeDocument/2006/relationships/customXml" Target="../ink/ink9.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customXml" Target="../ink/ink8.xml"/><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customXml" Target="../ink/ink17.xml"/><Relationship Id="rId3" Type="http://schemas.openxmlformats.org/officeDocument/2006/relationships/image" Target="../media/image27.png"/><Relationship Id="rId7" Type="http://schemas.openxmlformats.org/officeDocument/2006/relationships/customXml" Target="../ink/ink14.xml"/><Relationship Id="rId12" Type="http://schemas.openxmlformats.org/officeDocument/2006/relationships/image" Target="../media/image31.png"/><Relationship Id="rId2" Type="http://schemas.openxmlformats.org/officeDocument/2006/relationships/customXml" Target="../ink/ink11.xml"/><Relationship Id="rId1" Type="http://schemas.openxmlformats.org/officeDocument/2006/relationships/slideLayout" Target="../slideLayouts/slideLayout2.xml"/><Relationship Id="rId6" Type="http://schemas.openxmlformats.org/officeDocument/2006/relationships/customXml" Target="../ink/ink13.xml"/><Relationship Id="rId11" Type="http://schemas.openxmlformats.org/officeDocument/2006/relationships/customXml" Target="../ink/ink16.xml"/><Relationship Id="rId5" Type="http://schemas.openxmlformats.org/officeDocument/2006/relationships/image" Target="../media/image28.png"/><Relationship Id="rId10" Type="http://schemas.openxmlformats.org/officeDocument/2006/relationships/image" Target="../media/image30.png"/><Relationship Id="rId4" Type="http://schemas.openxmlformats.org/officeDocument/2006/relationships/customXml" Target="../ink/ink12.xml"/><Relationship Id="rId9" Type="http://schemas.openxmlformats.org/officeDocument/2006/relationships/customXml" Target="../ink/ink15.xml"/><Relationship Id="rId1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png"/><Relationship Id="rId18" Type="http://schemas.openxmlformats.org/officeDocument/2006/relationships/image" Target="../media/image57.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svg"/><Relationship Id="rId17" Type="http://schemas.openxmlformats.org/officeDocument/2006/relationships/customXml" Target="../ink/ink20.xml"/><Relationship Id="rId2" Type="http://schemas.openxmlformats.org/officeDocument/2006/relationships/notesSlide" Target="../notesSlides/notesSlide6.xml"/><Relationship Id="rId16" Type="http://schemas.openxmlformats.org/officeDocument/2006/relationships/image" Target="../media/image48.svg"/><Relationship Id="rId1" Type="http://schemas.openxmlformats.org/officeDocument/2006/relationships/slideLayout" Target="../slideLayouts/slideLayout11.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 Id="rId14" Type="http://schemas.openxmlformats.org/officeDocument/2006/relationships/image" Target="../media/image46.svg"/></Relationships>
</file>

<file path=ppt/slides/_rels/slide11.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49.png"/><Relationship Id="rId21" Type="http://schemas.openxmlformats.org/officeDocument/2006/relationships/customXml" Target="../ink/ink21.xml"/><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svg"/><Relationship Id="rId2" Type="http://schemas.openxmlformats.org/officeDocument/2006/relationships/notesSlide" Target="../notesSlides/notesSlide7.xml"/><Relationship Id="rId16" Type="http://schemas.openxmlformats.org/officeDocument/2006/relationships/image" Target="../media/image62.png"/><Relationship Id="rId20" Type="http://schemas.openxmlformats.org/officeDocument/2006/relationships/image" Target="../media/image42.svg"/><Relationship Id="rId1" Type="http://schemas.openxmlformats.org/officeDocument/2006/relationships/slideLayout" Target="../slideLayouts/slideLayout12.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51.svg"/><Relationship Id="rId15" Type="http://schemas.openxmlformats.org/officeDocument/2006/relationships/image" Target="../media/image61.png"/><Relationship Id="rId10" Type="http://schemas.openxmlformats.org/officeDocument/2006/relationships/image" Target="../media/image56.png"/><Relationship Id="rId19" Type="http://schemas.openxmlformats.org/officeDocument/2006/relationships/image" Target="../media/image41.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svg"/><Relationship Id="rId22" Type="http://schemas.openxmlformats.org/officeDocument/2006/relationships/image" Target="../media/image74.png"/></Relationships>
</file>

<file path=ppt/slides/_rels/slide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76.png"/><Relationship Id="rId4" Type="http://schemas.openxmlformats.org/officeDocument/2006/relationships/customXml" Target="../ink/ink22.xml"/></Relationships>
</file>

<file path=ppt/slides/_rels/slide13.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6.svg"/><Relationship Id="rId2" Type="http://schemas.openxmlformats.org/officeDocument/2006/relationships/notesSlide" Target="../notesSlides/notesSlide9.xml"/><Relationship Id="rId1" Type="http://schemas.openxmlformats.org/officeDocument/2006/relationships/slideLayout" Target="../slideLayouts/slideLayout14.xml"/><Relationship Id="rId6" Type="http://schemas.openxmlformats.org/officeDocument/2006/relationships/image" Target="../media/image69.svg"/><Relationship Id="rId11" Type="http://schemas.openxmlformats.org/officeDocument/2006/relationships/image" Target="../media/image75.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svg"/></Relationships>
</file>

<file path=ppt/slides/_rels/slide1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96.png"/><Relationship Id="rId3" Type="http://schemas.openxmlformats.org/officeDocument/2006/relationships/image" Target="../media/image77.png"/><Relationship Id="rId7" Type="http://schemas.openxmlformats.org/officeDocument/2006/relationships/image" Target="../media/image81.svg"/><Relationship Id="rId12" Type="http://schemas.openxmlformats.org/officeDocument/2006/relationships/customXml" Target="../ink/ink23.xml"/><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80.png"/><Relationship Id="rId11" Type="http://schemas.openxmlformats.org/officeDocument/2006/relationships/image" Target="../media/image85.svg"/><Relationship Id="rId5" Type="http://schemas.openxmlformats.org/officeDocument/2006/relationships/image" Target="../media/image79.sv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svg"/></Relationships>
</file>

<file path=ppt/slides/_rels/slide1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970.png"/><Relationship Id="rId2" Type="http://schemas.openxmlformats.org/officeDocument/2006/relationships/customXml" Target="../ink/ink2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image" Target="../media/image87.png"/><Relationship Id="rId7" Type="http://schemas.openxmlformats.org/officeDocument/2006/relationships/image" Target="../media/image91.png"/><Relationship Id="rId12" Type="http://schemas.openxmlformats.org/officeDocument/2006/relationships/image" Target="../media/image114.png"/><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image" Target="../media/image90.svg"/><Relationship Id="rId11" Type="http://schemas.openxmlformats.org/officeDocument/2006/relationships/customXml" Target="../ink/ink25.xml"/><Relationship Id="rId5" Type="http://schemas.openxmlformats.org/officeDocument/2006/relationships/image" Target="../media/image89.png"/><Relationship Id="rId10" Type="http://schemas.openxmlformats.org/officeDocument/2006/relationships/image" Target="../media/image94.svg"/><Relationship Id="rId4" Type="http://schemas.openxmlformats.org/officeDocument/2006/relationships/image" Target="../media/image88.svg"/><Relationship Id="rId9" Type="http://schemas.openxmlformats.org/officeDocument/2006/relationships/image" Target="../media/image93.png"/></Relationships>
</file>

<file path=ppt/slides/_rels/slide18.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svg"/><Relationship Id="rId18" Type="http://schemas.openxmlformats.org/officeDocument/2006/relationships/image" Target="../media/image108.png"/><Relationship Id="rId3" Type="http://schemas.openxmlformats.org/officeDocument/2006/relationships/image" Target="../media/image95.png"/><Relationship Id="rId21" Type="http://schemas.openxmlformats.org/officeDocument/2006/relationships/image" Target="../media/image130.png"/><Relationship Id="rId7" Type="http://schemas.openxmlformats.org/officeDocument/2006/relationships/image" Target="../media/image99.svg"/><Relationship Id="rId12" Type="http://schemas.openxmlformats.org/officeDocument/2006/relationships/image" Target="../media/image104.png"/><Relationship Id="rId17" Type="http://schemas.openxmlformats.org/officeDocument/2006/relationships/image" Target="../media/image54.svg"/><Relationship Id="rId2" Type="http://schemas.openxmlformats.org/officeDocument/2006/relationships/notesSlide" Target="../notesSlides/notesSlide13.xml"/><Relationship Id="rId16" Type="http://schemas.openxmlformats.org/officeDocument/2006/relationships/image" Target="../media/image53.png"/><Relationship Id="rId20" Type="http://schemas.openxmlformats.org/officeDocument/2006/relationships/customXml" Target="../ink/ink26.xml"/><Relationship Id="rId1" Type="http://schemas.openxmlformats.org/officeDocument/2006/relationships/slideLayout" Target="../slideLayouts/slideLayout19.xml"/><Relationship Id="rId6" Type="http://schemas.openxmlformats.org/officeDocument/2006/relationships/image" Target="../media/image98.png"/><Relationship Id="rId11" Type="http://schemas.openxmlformats.org/officeDocument/2006/relationships/image" Target="../media/image103.svg"/><Relationship Id="rId5" Type="http://schemas.openxmlformats.org/officeDocument/2006/relationships/image" Target="../media/image97.png"/><Relationship Id="rId15" Type="http://schemas.openxmlformats.org/officeDocument/2006/relationships/image" Target="../media/image107.svg"/><Relationship Id="rId10" Type="http://schemas.openxmlformats.org/officeDocument/2006/relationships/image" Target="../media/image102.png"/><Relationship Id="rId19" Type="http://schemas.openxmlformats.org/officeDocument/2006/relationships/image" Target="../media/image109.svg"/><Relationship Id="rId4" Type="http://schemas.openxmlformats.org/officeDocument/2006/relationships/image" Target="../media/image96.svg"/><Relationship Id="rId9" Type="http://schemas.openxmlformats.org/officeDocument/2006/relationships/image" Target="../media/image101.svg"/><Relationship Id="rId14" Type="http://schemas.openxmlformats.org/officeDocument/2006/relationships/image" Target="../media/image106.png"/></Relationships>
</file>

<file path=ppt/slides/_rels/slide19.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33.png"/><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customXml" Target="../ink/ink28.xml"/><Relationship Id="rId5" Type="http://schemas.openxmlformats.org/officeDocument/2006/relationships/image" Target="../media/image132.png"/><Relationship Id="rId4" Type="http://schemas.openxmlformats.org/officeDocument/2006/relationships/customXml" Target="../ink/ink27.xml"/></Relationships>
</file>

<file path=ppt/slides/_rels/slide2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image" Target="../media/image136.png"/><Relationship Id="rId2" Type="http://schemas.openxmlformats.org/officeDocument/2006/relationships/notesSlide" Target="../notesSlides/notesSlide16.xml"/><Relationship Id="rId1" Type="http://schemas.openxmlformats.org/officeDocument/2006/relationships/slideLayout" Target="../slideLayouts/slideLayout22.xml"/><Relationship Id="rId6" Type="http://schemas.openxmlformats.org/officeDocument/2006/relationships/customXml" Target="../ink/ink29.xml"/><Relationship Id="rId5" Type="http://schemas.openxmlformats.org/officeDocument/2006/relationships/hyperlink" Target="mailto:pereiraassociates604@gmail.com" TargetMode="External"/><Relationship Id="rId4" Type="http://schemas.openxmlformats.org/officeDocument/2006/relationships/hyperlink" Target="mailto:darrylpereira@yahoo.com" TargetMode="External"/></Relationships>
</file>

<file path=ppt/slides/_rels/slide22.xml.rels><?xml version="1.0" encoding="UTF-8" standalone="yes"?>
<Relationships xmlns="http://schemas.openxmlformats.org/package/2006/relationships"><Relationship Id="rId8" Type="http://schemas.openxmlformats.org/officeDocument/2006/relationships/customXml" Target="../ink/ink32.xml"/><Relationship Id="rId3" Type="http://schemas.openxmlformats.org/officeDocument/2006/relationships/image" Target="../media/image113.png"/><Relationship Id="rId7" Type="http://schemas.openxmlformats.org/officeDocument/2006/relationships/image" Target="../media/image139.png"/><Relationship Id="rId2" Type="http://schemas.openxmlformats.org/officeDocument/2006/relationships/notesSlide" Target="../notesSlides/notesSlide17.xml"/><Relationship Id="rId1" Type="http://schemas.openxmlformats.org/officeDocument/2006/relationships/slideLayout" Target="../slideLayouts/slideLayout23.xml"/><Relationship Id="rId6" Type="http://schemas.openxmlformats.org/officeDocument/2006/relationships/customXml" Target="../ink/ink31.xml"/><Relationship Id="rId11" Type="http://schemas.openxmlformats.org/officeDocument/2006/relationships/image" Target="../media/image141.png"/><Relationship Id="rId5" Type="http://schemas.openxmlformats.org/officeDocument/2006/relationships/image" Target="../media/image138.png"/><Relationship Id="rId10" Type="http://schemas.openxmlformats.org/officeDocument/2006/relationships/customXml" Target="../ink/ink33.xml"/><Relationship Id="rId4" Type="http://schemas.openxmlformats.org/officeDocument/2006/relationships/customXml" Target="../ink/ink30.xml"/><Relationship Id="rId9" Type="http://schemas.openxmlformats.org/officeDocument/2006/relationships/image" Target="../media/image14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89" y="1583566"/>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Redevelopment of Buildings in Mumbai</a:t>
            </a:r>
            <a:endParaRPr lang="en-US" sz="4450" dirty="0"/>
          </a:p>
        </p:txBody>
      </p:sp>
      <p:sp>
        <p:nvSpPr>
          <p:cNvPr id="4" name="Text 1"/>
          <p:cNvSpPr/>
          <p:nvPr/>
        </p:nvSpPr>
        <p:spPr>
          <a:xfrm>
            <a:off x="793788" y="3406140"/>
            <a:ext cx="7556421" cy="708660"/>
          </a:xfrm>
          <a:prstGeom prst="rect">
            <a:avLst/>
          </a:prstGeom>
          <a:noFill/>
          <a:ln/>
        </p:spPr>
        <p:txBody>
          <a:bodyPr wrap="squar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Legal Framework, Procedure, Agreements &amp; Challenges</a:t>
            </a:r>
            <a:endParaRPr lang="en-US" sz="2200" dirty="0"/>
          </a:p>
        </p:txBody>
      </p:sp>
      <p:sp>
        <p:nvSpPr>
          <p:cNvPr id="5" name="Text 2"/>
          <p:cNvSpPr/>
          <p:nvPr/>
        </p:nvSpPr>
        <p:spPr>
          <a:xfrm>
            <a:off x="793790" y="4304586"/>
            <a:ext cx="7556421" cy="725805"/>
          </a:xfrm>
          <a:prstGeom prst="rect">
            <a:avLst/>
          </a:prstGeom>
          <a:noFill/>
          <a:ln/>
        </p:spPr>
        <p:txBody>
          <a:bodyPr wrap="square" lIns="0" tIns="0" rIns="0" bIns="0" rtlCol="0" anchor="t"/>
          <a:lstStyle/>
          <a:p>
            <a:pPr marL="0" indent="0" algn="l">
              <a:lnSpc>
                <a:spcPts val="2850"/>
              </a:lnSpc>
              <a:buNone/>
            </a:pPr>
            <a:r>
              <a:rPr lang="en-US" sz="1750" b="1" dirty="0">
                <a:solidFill>
                  <a:srgbClr val="4B4A4A"/>
                </a:solidFill>
                <a:latin typeface="Geist" pitchFamily="34" charset="0"/>
                <a:ea typeface="Geist" pitchFamily="34" charset="-122"/>
                <a:cs typeface="Geist" pitchFamily="34" charset="-120"/>
              </a:rPr>
              <a:t>A comprehensive guide to navigating the complex landscape of urban redevelopment in India's financial capital</a:t>
            </a:r>
            <a:endParaRPr lang="en-US" sz="1750" b="1" dirty="0"/>
          </a:p>
        </p:txBody>
      </p:sp>
      <p:sp>
        <p:nvSpPr>
          <p:cNvPr id="6" name="TextBox 5">
            <a:extLst>
              <a:ext uri="{FF2B5EF4-FFF2-40B4-BE49-F238E27FC236}">
                <a16:creationId xmlns:a16="http://schemas.microsoft.com/office/drawing/2014/main" id="{ABD97A72-FDD8-28F8-F351-30DB2D87E614}"/>
              </a:ext>
            </a:extLst>
          </p:cNvPr>
          <p:cNvSpPr txBox="1"/>
          <p:nvPr/>
        </p:nvSpPr>
        <p:spPr>
          <a:xfrm>
            <a:off x="0" y="7785463"/>
            <a:ext cx="2886892"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988487" y="622935"/>
            <a:ext cx="6361628" cy="448270"/>
          </a:xfrm>
          <a:prstGeom prst="rect">
            <a:avLst/>
          </a:prstGeom>
          <a:noFill/>
          <a:ln/>
        </p:spPr>
        <p:txBody>
          <a:bodyPr wrap="none" lIns="0" tIns="0" rIns="0" bIns="0" rtlCol="0" anchor="t"/>
          <a:lstStyle/>
          <a:p>
            <a:pPr marL="0" indent="0" algn="l">
              <a:lnSpc>
                <a:spcPts val="3500"/>
              </a:lnSpc>
              <a:buNone/>
            </a:pPr>
            <a:r>
              <a:rPr lang="en-US" sz="2800" b="1" dirty="0">
                <a:solidFill>
                  <a:srgbClr val="006747"/>
                </a:solidFill>
                <a:latin typeface="Noto Serif SC Bold" pitchFamily="34" charset="0"/>
                <a:ea typeface="Noto Serif SC Bold" pitchFamily="34" charset="-122"/>
                <a:cs typeface="Noto Serif SC Bold" pitchFamily="34" charset="-120"/>
              </a:rPr>
              <a:t>The Imperative for Redevelopment</a:t>
            </a:r>
            <a:endParaRPr lang="en-US" sz="2800" dirty="0"/>
          </a:p>
        </p:txBody>
      </p:sp>
      <p:sp>
        <p:nvSpPr>
          <p:cNvPr id="4" name="Shape 1"/>
          <p:cNvSpPr/>
          <p:nvPr/>
        </p:nvSpPr>
        <p:spPr>
          <a:xfrm>
            <a:off x="5988487" y="1286351"/>
            <a:ext cx="8139827" cy="1644729"/>
          </a:xfrm>
          <a:prstGeom prst="roundRect">
            <a:avLst>
              <a:gd name="adj" fmla="val 7850"/>
            </a:avLst>
          </a:prstGeom>
          <a:solidFill>
            <a:srgbClr val="D1EFE4"/>
          </a:solidFill>
          <a:ln w="7620">
            <a:solidFill>
              <a:srgbClr val="B7D5CA"/>
            </a:solidFill>
            <a:prstDash val="solid"/>
          </a:ln>
        </p:spPr>
        <p:txBody>
          <a:bodyPr/>
          <a:lstStyle/>
          <a:p>
            <a:endParaRPr lang="en-IN"/>
          </a:p>
        </p:txBody>
      </p:sp>
      <p:sp>
        <p:nvSpPr>
          <p:cNvPr id="5" name="Shape 2"/>
          <p:cNvSpPr/>
          <p:nvPr/>
        </p:nvSpPr>
        <p:spPr>
          <a:xfrm>
            <a:off x="6139458" y="1437323"/>
            <a:ext cx="430292" cy="430292"/>
          </a:xfrm>
          <a:prstGeom prst="roundRect">
            <a:avLst>
              <a:gd name="adj" fmla="val 21248561"/>
            </a:avLst>
          </a:prstGeom>
          <a:solidFill>
            <a:srgbClr val="006747"/>
          </a:solidFill>
          <a:ln/>
        </p:spPr>
        <p:txBody>
          <a:bodyPr/>
          <a:lstStyle/>
          <a:p>
            <a:endParaRPr lang="en-IN"/>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7806" y="1555552"/>
            <a:ext cx="193596" cy="193596"/>
          </a:xfrm>
          <a:prstGeom prst="rect">
            <a:avLst/>
          </a:prstGeom>
        </p:spPr>
      </p:pic>
      <p:sp>
        <p:nvSpPr>
          <p:cNvPr id="7" name="Text 3"/>
          <p:cNvSpPr/>
          <p:nvPr/>
        </p:nvSpPr>
        <p:spPr>
          <a:xfrm>
            <a:off x="6139458" y="2010966"/>
            <a:ext cx="1793200" cy="2240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Structural Safety</a:t>
            </a:r>
            <a:endParaRPr lang="en-US" sz="1400" dirty="0"/>
          </a:p>
        </p:txBody>
      </p:sp>
      <p:sp>
        <p:nvSpPr>
          <p:cNvPr id="8" name="Text 4"/>
          <p:cNvSpPr/>
          <p:nvPr/>
        </p:nvSpPr>
        <p:spPr>
          <a:xfrm>
            <a:off x="6139458" y="2321004"/>
            <a:ext cx="7837884" cy="459105"/>
          </a:xfrm>
          <a:prstGeom prst="rect">
            <a:avLst/>
          </a:prstGeom>
          <a:noFill/>
          <a:ln/>
        </p:spPr>
        <p:txBody>
          <a:bodyPr wrap="square" lIns="0" tIns="0" rIns="0" bIns="0" rtlCol="0" anchor="t"/>
          <a:lstStyle/>
          <a:p>
            <a:pPr marL="0" indent="0" algn="l">
              <a:lnSpc>
                <a:spcPts val="1800"/>
              </a:lnSpc>
              <a:buNone/>
            </a:pPr>
            <a:r>
              <a:rPr lang="en-US" sz="1400" b="1" dirty="0">
                <a:solidFill>
                  <a:srgbClr val="4B4A4A"/>
                </a:solidFill>
                <a:latin typeface="Geist" pitchFamily="34" charset="0"/>
                <a:ea typeface="Geist" pitchFamily="34" charset="-122"/>
                <a:cs typeface="Geist" pitchFamily="34" charset="-120"/>
              </a:rPr>
              <a:t>Ageing structures pose significant risks to residents, with many buildings exceeding their designed lifespan and requiring urgent intervention</a:t>
            </a:r>
            <a:endParaRPr lang="en-US" sz="1400" b="1" dirty="0"/>
          </a:p>
        </p:txBody>
      </p:sp>
      <p:sp>
        <p:nvSpPr>
          <p:cNvPr id="9" name="Shape 5"/>
          <p:cNvSpPr/>
          <p:nvPr/>
        </p:nvSpPr>
        <p:spPr>
          <a:xfrm>
            <a:off x="5988487" y="3074432"/>
            <a:ext cx="8139827" cy="1415177"/>
          </a:xfrm>
          <a:prstGeom prst="roundRect">
            <a:avLst>
              <a:gd name="adj" fmla="val 9124"/>
            </a:avLst>
          </a:prstGeom>
          <a:solidFill>
            <a:srgbClr val="D1EFE4"/>
          </a:solidFill>
          <a:ln w="7620">
            <a:solidFill>
              <a:srgbClr val="B7D5CA"/>
            </a:solidFill>
            <a:prstDash val="solid"/>
          </a:ln>
        </p:spPr>
        <p:txBody>
          <a:bodyPr/>
          <a:lstStyle/>
          <a:p>
            <a:endParaRPr lang="en-IN"/>
          </a:p>
        </p:txBody>
      </p:sp>
      <p:sp>
        <p:nvSpPr>
          <p:cNvPr id="10" name="Shape 6"/>
          <p:cNvSpPr/>
          <p:nvPr/>
        </p:nvSpPr>
        <p:spPr>
          <a:xfrm>
            <a:off x="6139458" y="3225403"/>
            <a:ext cx="430292" cy="430292"/>
          </a:xfrm>
          <a:prstGeom prst="roundRect">
            <a:avLst>
              <a:gd name="adj" fmla="val 21248561"/>
            </a:avLst>
          </a:prstGeom>
          <a:solidFill>
            <a:srgbClr val="006747"/>
          </a:solidFill>
          <a:ln/>
        </p:spPr>
        <p:txBody>
          <a:bodyPr/>
          <a:lstStyle/>
          <a:p>
            <a:endParaRPr lang="en-IN"/>
          </a:p>
        </p:txBody>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57806" y="3343632"/>
            <a:ext cx="193596" cy="193596"/>
          </a:xfrm>
          <a:prstGeom prst="rect">
            <a:avLst/>
          </a:prstGeom>
        </p:spPr>
      </p:pic>
      <p:sp>
        <p:nvSpPr>
          <p:cNvPr id="12" name="Text 7"/>
          <p:cNvSpPr/>
          <p:nvPr/>
        </p:nvSpPr>
        <p:spPr>
          <a:xfrm>
            <a:off x="6139458" y="3799046"/>
            <a:ext cx="1803440" cy="2240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Infrastructure Gaps</a:t>
            </a:r>
            <a:endParaRPr lang="en-US" sz="1400" dirty="0"/>
          </a:p>
        </p:txBody>
      </p:sp>
      <p:sp>
        <p:nvSpPr>
          <p:cNvPr id="13" name="Text 8"/>
          <p:cNvSpPr/>
          <p:nvPr/>
        </p:nvSpPr>
        <p:spPr>
          <a:xfrm>
            <a:off x="6139458" y="4109085"/>
            <a:ext cx="7837884" cy="229552"/>
          </a:xfrm>
          <a:prstGeom prst="rect">
            <a:avLst/>
          </a:prstGeom>
          <a:noFill/>
          <a:ln/>
        </p:spPr>
        <p:txBody>
          <a:bodyPr wrap="none" lIns="0" tIns="0" rIns="0" bIns="0" rtlCol="0" anchor="t"/>
          <a:lstStyle/>
          <a:p>
            <a:pPr marL="0" indent="0" algn="l">
              <a:lnSpc>
                <a:spcPts val="1800"/>
              </a:lnSpc>
              <a:buNone/>
            </a:pPr>
            <a:r>
              <a:rPr lang="en-US" sz="1200" b="1" dirty="0">
                <a:solidFill>
                  <a:srgbClr val="4B4A4A"/>
                </a:solidFill>
                <a:latin typeface="Geist" pitchFamily="34" charset="0"/>
                <a:ea typeface="Geist" pitchFamily="34" charset="-122"/>
                <a:cs typeface="Geist" pitchFamily="34" charset="-120"/>
              </a:rPr>
              <a:t>Outdated amenities and inadequate infrastructure fail to meet contemporary standards for urban living</a:t>
            </a:r>
            <a:endParaRPr lang="en-US" sz="1200" b="1" dirty="0"/>
          </a:p>
        </p:txBody>
      </p:sp>
      <p:sp>
        <p:nvSpPr>
          <p:cNvPr id="14" name="Shape 9"/>
          <p:cNvSpPr/>
          <p:nvPr/>
        </p:nvSpPr>
        <p:spPr>
          <a:xfrm>
            <a:off x="5988487" y="4632960"/>
            <a:ext cx="8139827" cy="1415177"/>
          </a:xfrm>
          <a:prstGeom prst="roundRect">
            <a:avLst>
              <a:gd name="adj" fmla="val 9124"/>
            </a:avLst>
          </a:prstGeom>
          <a:solidFill>
            <a:srgbClr val="D1EFE4"/>
          </a:solidFill>
          <a:ln w="7620">
            <a:solidFill>
              <a:srgbClr val="B7D5CA"/>
            </a:solidFill>
            <a:prstDash val="solid"/>
          </a:ln>
        </p:spPr>
        <p:txBody>
          <a:bodyPr/>
          <a:lstStyle/>
          <a:p>
            <a:endParaRPr lang="en-IN"/>
          </a:p>
        </p:txBody>
      </p:sp>
      <p:sp>
        <p:nvSpPr>
          <p:cNvPr id="15" name="Shape 10"/>
          <p:cNvSpPr/>
          <p:nvPr/>
        </p:nvSpPr>
        <p:spPr>
          <a:xfrm>
            <a:off x="6139458" y="4783931"/>
            <a:ext cx="430292" cy="430292"/>
          </a:xfrm>
          <a:prstGeom prst="roundRect">
            <a:avLst>
              <a:gd name="adj" fmla="val 21248561"/>
            </a:avLst>
          </a:prstGeom>
          <a:solidFill>
            <a:srgbClr val="006747"/>
          </a:solidFill>
          <a:ln/>
        </p:spPr>
        <p:txBody>
          <a:bodyPr/>
          <a:lstStyle/>
          <a:p>
            <a:endParaRPr lang="en-IN"/>
          </a:p>
        </p:txBody>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57806" y="4902160"/>
            <a:ext cx="193596" cy="193596"/>
          </a:xfrm>
          <a:prstGeom prst="rect">
            <a:avLst/>
          </a:prstGeom>
        </p:spPr>
      </p:pic>
      <p:sp>
        <p:nvSpPr>
          <p:cNvPr id="17" name="Text 11"/>
          <p:cNvSpPr/>
          <p:nvPr/>
        </p:nvSpPr>
        <p:spPr>
          <a:xfrm>
            <a:off x="6139458" y="5357574"/>
            <a:ext cx="1793200" cy="2240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Land Optimisation</a:t>
            </a:r>
            <a:endParaRPr lang="en-US" sz="1400" dirty="0"/>
          </a:p>
        </p:txBody>
      </p:sp>
      <p:sp>
        <p:nvSpPr>
          <p:cNvPr id="18" name="Text 12"/>
          <p:cNvSpPr/>
          <p:nvPr/>
        </p:nvSpPr>
        <p:spPr>
          <a:xfrm>
            <a:off x="6139458" y="5667613"/>
            <a:ext cx="7837884" cy="229552"/>
          </a:xfrm>
          <a:prstGeom prst="rect">
            <a:avLst/>
          </a:prstGeom>
          <a:noFill/>
          <a:ln/>
        </p:spPr>
        <p:txBody>
          <a:bodyPr wrap="none" lIns="0" tIns="0" rIns="0" bIns="0" rtlCol="0" anchor="t"/>
          <a:lstStyle/>
          <a:p>
            <a:pPr marL="0" indent="0" algn="l">
              <a:lnSpc>
                <a:spcPts val="1800"/>
              </a:lnSpc>
              <a:buNone/>
            </a:pPr>
            <a:r>
              <a:rPr lang="en-US" sz="1200" b="1" dirty="0">
                <a:solidFill>
                  <a:srgbClr val="4B4A4A"/>
                </a:solidFill>
                <a:latin typeface="Geist" pitchFamily="34" charset="0"/>
                <a:ea typeface="Geist" pitchFamily="34" charset="-122"/>
                <a:cs typeface="Geist" pitchFamily="34" charset="-120"/>
              </a:rPr>
              <a:t>Better utilisation of Mumbai's scarce urban land resources through higher FSI and modern planning principles</a:t>
            </a:r>
            <a:endParaRPr lang="en-US" sz="1200" b="1" dirty="0"/>
          </a:p>
        </p:txBody>
      </p:sp>
      <p:sp>
        <p:nvSpPr>
          <p:cNvPr id="19" name="Shape 13"/>
          <p:cNvSpPr/>
          <p:nvPr/>
        </p:nvSpPr>
        <p:spPr>
          <a:xfrm>
            <a:off x="5988487" y="6191488"/>
            <a:ext cx="8139827" cy="1415177"/>
          </a:xfrm>
          <a:prstGeom prst="roundRect">
            <a:avLst>
              <a:gd name="adj" fmla="val 9124"/>
            </a:avLst>
          </a:prstGeom>
          <a:solidFill>
            <a:srgbClr val="D1EFE4"/>
          </a:solidFill>
          <a:ln w="7620">
            <a:solidFill>
              <a:srgbClr val="B7D5CA"/>
            </a:solidFill>
            <a:prstDash val="solid"/>
          </a:ln>
        </p:spPr>
        <p:txBody>
          <a:bodyPr/>
          <a:lstStyle/>
          <a:p>
            <a:endParaRPr lang="en-IN"/>
          </a:p>
        </p:txBody>
      </p:sp>
      <p:sp>
        <p:nvSpPr>
          <p:cNvPr id="20" name="Shape 14"/>
          <p:cNvSpPr/>
          <p:nvPr/>
        </p:nvSpPr>
        <p:spPr>
          <a:xfrm>
            <a:off x="6139458" y="6342459"/>
            <a:ext cx="430292" cy="430292"/>
          </a:xfrm>
          <a:prstGeom prst="roundRect">
            <a:avLst>
              <a:gd name="adj" fmla="val 21248561"/>
            </a:avLst>
          </a:prstGeom>
          <a:solidFill>
            <a:srgbClr val="006747"/>
          </a:solidFill>
          <a:ln/>
        </p:spPr>
        <p:txBody>
          <a:bodyPr/>
          <a:lstStyle/>
          <a:p>
            <a:endParaRPr lang="en-IN"/>
          </a:p>
        </p:txBody>
      </p:sp>
      <p:pic>
        <p:nvPicPr>
          <p:cNvPr id="21"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57806" y="6460688"/>
            <a:ext cx="193596" cy="193596"/>
          </a:xfrm>
          <a:prstGeom prst="rect">
            <a:avLst/>
          </a:prstGeom>
        </p:spPr>
      </p:pic>
      <p:sp>
        <p:nvSpPr>
          <p:cNvPr id="22" name="Text 15"/>
          <p:cNvSpPr/>
          <p:nvPr/>
        </p:nvSpPr>
        <p:spPr>
          <a:xfrm>
            <a:off x="6139458" y="6916103"/>
            <a:ext cx="2144911" cy="224076"/>
          </a:xfrm>
          <a:prstGeom prst="rect">
            <a:avLst/>
          </a:prstGeom>
          <a:noFill/>
          <a:ln/>
        </p:spPr>
        <p:txBody>
          <a:bodyPr wrap="none" lIns="0" tIns="0" rIns="0" bIns="0" rtlCol="0" anchor="t"/>
          <a:lstStyle/>
          <a:p>
            <a:pPr marL="0" indent="0" algn="l">
              <a:lnSpc>
                <a:spcPts val="1750"/>
              </a:lnSpc>
              <a:buNone/>
            </a:pPr>
            <a:r>
              <a:rPr lang="en-US" sz="1400" b="1" dirty="0">
                <a:solidFill>
                  <a:srgbClr val="4B4A4A"/>
                </a:solidFill>
                <a:latin typeface="Noto Serif SC Bold" pitchFamily="34" charset="0"/>
                <a:ea typeface="Noto Serif SC Bold" pitchFamily="34" charset="-122"/>
                <a:cs typeface="Noto Serif SC Bold" pitchFamily="34" charset="-120"/>
              </a:rPr>
              <a:t>Regulatory Compliance</a:t>
            </a:r>
            <a:endParaRPr lang="en-US" sz="1400" dirty="0"/>
          </a:p>
        </p:txBody>
      </p:sp>
      <p:sp>
        <p:nvSpPr>
          <p:cNvPr id="23" name="Text 16"/>
          <p:cNvSpPr/>
          <p:nvPr/>
        </p:nvSpPr>
        <p:spPr>
          <a:xfrm>
            <a:off x="6139458" y="7226141"/>
            <a:ext cx="7837884" cy="229552"/>
          </a:xfrm>
          <a:prstGeom prst="rect">
            <a:avLst/>
          </a:prstGeom>
          <a:noFill/>
          <a:ln/>
        </p:spPr>
        <p:txBody>
          <a:bodyPr wrap="none" lIns="0" tIns="0" rIns="0" bIns="0" rtlCol="0" anchor="t"/>
          <a:lstStyle/>
          <a:p>
            <a:pPr marL="0" indent="0" algn="l">
              <a:lnSpc>
                <a:spcPts val="1800"/>
              </a:lnSpc>
              <a:buNone/>
            </a:pPr>
            <a:r>
              <a:rPr lang="en-US" sz="1200" b="1" dirty="0">
                <a:solidFill>
                  <a:srgbClr val="4B4A4A"/>
                </a:solidFill>
                <a:latin typeface="Geist" pitchFamily="34" charset="0"/>
                <a:ea typeface="Geist" pitchFamily="34" charset="-122"/>
                <a:cs typeface="Geist" pitchFamily="34" charset="-120"/>
              </a:rPr>
              <a:t>Alignment with modern planning norms and building regulations ensures sustainable urban development</a:t>
            </a:r>
            <a:endParaRPr lang="en-US" sz="1200" b="1" dirty="0"/>
          </a:p>
        </p:txBody>
      </p:sp>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BB375941-7918-DB4A-2C12-56CB6AF97629}"/>
                  </a:ext>
                </a:extLst>
              </p14:cNvPr>
              <p14:cNvContentPartPr/>
              <p14:nvPr/>
            </p14:nvContentPartPr>
            <p14:xfrm>
              <a:off x="13010709" y="8007120"/>
              <a:ext cx="1477800" cy="720"/>
            </p14:xfrm>
          </p:contentPart>
        </mc:Choice>
        <mc:Fallback xmlns="">
          <p:pic>
            <p:nvPicPr>
              <p:cNvPr id="27" name="Ink 26">
                <a:extLst>
                  <a:ext uri="{FF2B5EF4-FFF2-40B4-BE49-F238E27FC236}">
                    <a16:creationId xmlns:a16="http://schemas.microsoft.com/office/drawing/2014/main" id="{BB375941-7918-DB4A-2C12-56CB6AF97629}"/>
                  </a:ext>
                </a:extLst>
              </p:cNvPr>
              <p:cNvPicPr/>
              <p:nvPr/>
            </p:nvPicPr>
            <p:blipFill>
              <a:blip r:embed="rId13"/>
              <a:stretch>
                <a:fillRect/>
              </a:stretch>
            </p:blipFill>
            <p:spPr>
              <a:xfrm>
                <a:off x="12947709" y="7881120"/>
                <a:ext cx="1603440" cy="252000"/>
              </a:xfrm>
              <a:prstGeom prst="rect">
                <a:avLst/>
              </a:prstGeom>
            </p:spPr>
          </p:pic>
        </mc:Fallback>
      </mc:AlternateContent>
      <p:grpSp>
        <p:nvGrpSpPr>
          <p:cNvPr id="35" name="Group 34">
            <a:extLst>
              <a:ext uri="{FF2B5EF4-FFF2-40B4-BE49-F238E27FC236}">
                <a16:creationId xmlns:a16="http://schemas.microsoft.com/office/drawing/2014/main" id="{E21A1CCE-12E0-B9BA-4F54-CB46CEC34C4F}"/>
              </a:ext>
            </a:extLst>
          </p:cNvPr>
          <p:cNvGrpSpPr/>
          <p:nvPr/>
        </p:nvGrpSpPr>
        <p:grpSpPr>
          <a:xfrm>
            <a:off x="12918909" y="7758000"/>
            <a:ext cx="1558440" cy="381600"/>
            <a:chOff x="12918909" y="7758000"/>
            <a:chExt cx="1558440" cy="381600"/>
          </a:xfrm>
        </p:grpSpPr>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8DF654C2-903D-2631-40E6-DDBDDB470C30}"/>
                    </a:ext>
                  </a:extLst>
                </p14:cNvPr>
                <p14:cNvContentPartPr/>
                <p14:nvPr/>
              </p14:nvContentPartPr>
              <p14:xfrm>
                <a:off x="12918909" y="7889400"/>
                <a:ext cx="1486440" cy="38520"/>
              </p14:xfrm>
            </p:contentPart>
          </mc:Choice>
          <mc:Fallback xmlns="">
            <p:pic>
              <p:nvPicPr>
                <p:cNvPr id="28" name="Ink 27">
                  <a:extLst>
                    <a:ext uri="{FF2B5EF4-FFF2-40B4-BE49-F238E27FC236}">
                      <a16:creationId xmlns:a16="http://schemas.microsoft.com/office/drawing/2014/main" id="{8DF654C2-903D-2631-40E6-DDBDDB470C30}"/>
                    </a:ext>
                  </a:extLst>
                </p:cNvPr>
                <p:cNvPicPr/>
                <p:nvPr/>
              </p:nvPicPr>
              <p:blipFill>
                <a:blip r:embed="rId15"/>
                <a:stretch>
                  <a:fillRect/>
                </a:stretch>
              </p:blipFill>
              <p:spPr>
                <a:xfrm>
                  <a:off x="12855909" y="7826400"/>
                  <a:ext cx="161208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BE70EDE2-3903-9018-61C2-8B6BE6603B8C}"/>
                    </a:ext>
                  </a:extLst>
                </p14:cNvPr>
                <p14:cNvContentPartPr/>
                <p14:nvPr/>
              </p14:nvContentPartPr>
              <p14:xfrm>
                <a:off x="12971469" y="7758000"/>
                <a:ext cx="1505880" cy="320760"/>
              </p14:xfrm>
            </p:contentPart>
          </mc:Choice>
          <mc:Fallback xmlns="">
            <p:pic>
              <p:nvPicPr>
                <p:cNvPr id="29" name="Ink 28">
                  <a:extLst>
                    <a:ext uri="{FF2B5EF4-FFF2-40B4-BE49-F238E27FC236}">
                      <a16:creationId xmlns:a16="http://schemas.microsoft.com/office/drawing/2014/main" id="{BE70EDE2-3903-9018-61C2-8B6BE6603B8C}"/>
                    </a:ext>
                  </a:extLst>
                </p:cNvPr>
                <p:cNvPicPr/>
                <p:nvPr/>
              </p:nvPicPr>
              <p:blipFill>
                <a:blip r:embed="rId17"/>
                <a:stretch>
                  <a:fillRect/>
                </a:stretch>
              </p:blipFill>
              <p:spPr>
                <a:xfrm>
                  <a:off x="12908469" y="7695360"/>
                  <a:ext cx="1631520" cy="446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 name="Ink 30">
                  <a:extLst>
                    <a:ext uri="{FF2B5EF4-FFF2-40B4-BE49-F238E27FC236}">
                      <a16:creationId xmlns:a16="http://schemas.microsoft.com/office/drawing/2014/main" id="{BDF38E48-DB22-D557-BD76-F5991BAF5F78}"/>
                    </a:ext>
                  </a:extLst>
                </p14:cNvPr>
                <p14:cNvContentPartPr/>
                <p14:nvPr/>
              </p14:nvContentPartPr>
              <p14:xfrm>
                <a:off x="12918909" y="7994520"/>
                <a:ext cx="1438560" cy="77400"/>
              </p14:xfrm>
            </p:contentPart>
          </mc:Choice>
          <mc:Fallback xmlns="">
            <p:pic>
              <p:nvPicPr>
                <p:cNvPr id="31" name="Ink 30">
                  <a:extLst>
                    <a:ext uri="{FF2B5EF4-FFF2-40B4-BE49-F238E27FC236}">
                      <a16:creationId xmlns:a16="http://schemas.microsoft.com/office/drawing/2014/main" id="{BDF38E48-DB22-D557-BD76-F5991BAF5F78}"/>
                    </a:ext>
                  </a:extLst>
                </p:cNvPr>
                <p:cNvPicPr/>
                <p:nvPr/>
              </p:nvPicPr>
              <p:blipFill>
                <a:blip r:embed="rId19"/>
                <a:stretch>
                  <a:fillRect/>
                </a:stretch>
              </p:blipFill>
              <p:spPr>
                <a:xfrm>
                  <a:off x="12855909" y="7931880"/>
                  <a:ext cx="156420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2" name="Ink 31">
                  <a:extLst>
                    <a:ext uri="{FF2B5EF4-FFF2-40B4-BE49-F238E27FC236}">
                      <a16:creationId xmlns:a16="http://schemas.microsoft.com/office/drawing/2014/main" id="{E25A4A5C-C967-0D4B-42C8-EEE1811B8DC0}"/>
                    </a:ext>
                  </a:extLst>
                </p14:cNvPr>
                <p14:cNvContentPartPr/>
                <p14:nvPr/>
              </p14:nvContentPartPr>
              <p14:xfrm>
                <a:off x="13010709" y="7994520"/>
                <a:ext cx="360" cy="37800"/>
              </p14:xfrm>
            </p:contentPart>
          </mc:Choice>
          <mc:Fallback xmlns="">
            <p:pic>
              <p:nvPicPr>
                <p:cNvPr id="32" name="Ink 31">
                  <a:extLst>
                    <a:ext uri="{FF2B5EF4-FFF2-40B4-BE49-F238E27FC236}">
                      <a16:creationId xmlns:a16="http://schemas.microsoft.com/office/drawing/2014/main" id="{E25A4A5C-C967-0D4B-42C8-EEE1811B8DC0}"/>
                    </a:ext>
                  </a:extLst>
                </p:cNvPr>
                <p:cNvPicPr/>
                <p:nvPr/>
              </p:nvPicPr>
              <p:blipFill>
                <a:blip r:embed="rId21"/>
                <a:stretch>
                  <a:fillRect/>
                </a:stretch>
              </p:blipFill>
              <p:spPr>
                <a:xfrm>
                  <a:off x="12947709" y="7931880"/>
                  <a:ext cx="1260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4" name="Ink 33">
                  <a:extLst>
                    <a:ext uri="{FF2B5EF4-FFF2-40B4-BE49-F238E27FC236}">
                      <a16:creationId xmlns:a16="http://schemas.microsoft.com/office/drawing/2014/main" id="{5E46990D-103C-C328-5325-8ECF4A8D50B9}"/>
                    </a:ext>
                  </a:extLst>
                </p14:cNvPr>
                <p14:cNvContentPartPr/>
                <p14:nvPr/>
              </p14:nvContentPartPr>
              <p14:xfrm>
                <a:off x="12971469" y="8071920"/>
                <a:ext cx="349920" cy="67680"/>
              </p14:xfrm>
            </p:contentPart>
          </mc:Choice>
          <mc:Fallback xmlns="">
            <p:pic>
              <p:nvPicPr>
                <p:cNvPr id="34" name="Ink 33">
                  <a:extLst>
                    <a:ext uri="{FF2B5EF4-FFF2-40B4-BE49-F238E27FC236}">
                      <a16:creationId xmlns:a16="http://schemas.microsoft.com/office/drawing/2014/main" id="{5E46990D-103C-C328-5325-8ECF4A8D50B9}"/>
                    </a:ext>
                  </a:extLst>
                </p:cNvPr>
                <p:cNvPicPr/>
                <p:nvPr/>
              </p:nvPicPr>
              <p:blipFill>
                <a:blip r:embed="rId23"/>
                <a:stretch>
                  <a:fillRect/>
                </a:stretch>
              </p:blipFill>
              <p:spPr>
                <a:xfrm>
                  <a:off x="12908469" y="8009280"/>
                  <a:ext cx="475560" cy="193320"/>
                </a:xfrm>
                <a:prstGeom prst="rect">
                  <a:avLst/>
                </a:prstGeom>
              </p:spPr>
            </p:pic>
          </mc:Fallback>
        </mc:AlternateContent>
      </p:grpSp>
      <p:sp>
        <p:nvSpPr>
          <p:cNvPr id="36" name="TextBox 35">
            <a:extLst>
              <a:ext uri="{FF2B5EF4-FFF2-40B4-BE49-F238E27FC236}">
                <a16:creationId xmlns:a16="http://schemas.microsoft.com/office/drawing/2014/main" id="{1498A320-2CD7-CE8A-B0A1-1793CACD9A1B}"/>
              </a:ext>
            </a:extLst>
          </p:cNvPr>
          <p:cNvSpPr txBox="1"/>
          <p:nvPr/>
        </p:nvSpPr>
        <p:spPr>
          <a:xfrm>
            <a:off x="12252626" y="7750016"/>
            <a:ext cx="2771126"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40331" y="1045012"/>
            <a:ext cx="7663339" cy="1322070"/>
          </a:xfrm>
          <a:prstGeom prst="rect">
            <a:avLst/>
          </a:prstGeom>
          <a:noFill/>
          <a:ln/>
        </p:spPr>
        <p:txBody>
          <a:bodyPr wrap="square" lIns="0" tIns="0" rIns="0" bIns="0" rtlCol="0" anchor="t"/>
          <a:lstStyle/>
          <a:p>
            <a:pPr marL="0" indent="0" algn="l">
              <a:lnSpc>
                <a:spcPts val="5200"/>
              </a:lnSpc>
              <a:buNone/>
            </a:pPr>
            <a:r>
              <a:rPr lang="en-US" sz="4150" b="1" dirty="0">
                <a:solidFill>
                  <a:srgbClr val="006747"/>
                </a:solidFill>
                <a:latin typeface="Noto Serif SC Bold" pitchFamily="34" charset="0"/>
                <a:ea typeface="Noto Serif SC Bold" pitchFamily="34" charset="-122"/>
                <a:cs typeface="Noto Serif SC Bold" pitchFamily="34" charset="-120"/>
              </a:rPr>
              <a:t>Key Stakeholders in the Redevelopment Ecosystem</a:t>
            </a:r>
            <a:endParaRPr lang="en-US" sz="4150" dirty="0"/>
          </a:p>
        </p:txBody>
      </p:sp>
      <p:sp>
        <p:nvSpPr>
          <p:cNvPr id="4" name="Text 1"/>
          <p:cNvSpPr/>
          <p:nvPr/>
        </p:nvSpPr>
        <p:spPr>
          <a:xfrm>
            <a:off x="740331" y="2785322"/>
            <a:ext cx="3173135" cy="396597"/>
          </a:xfrm>
          <a:prstGeom prst="rect">
            <a:avLst/>
          </a:prstGeom>
          <a:noFill/>
          <a:ln/>
        </p:spPr>
        <p:txBody>
          <a:bodyPr wrap="none" lIns="0" tIns="0" rIns="0" bIns="0" rtlCol="0" anchor="t"/>
          <a:lstStyle/>
          <a:p>
            <a:pPr marL="0" indent="0" algn="l">
              <a:lnSpc>
                <a:spcPts val="3100"/>
              </a:lnSpc>
              <a:buNone/>
            </a:pPr>
            <a:r>
              <a:rPr lang="en-US" sz="2450" b="1" dirty="0">
                <a:solidFill>
                  <a:srgbClr val="006747"/>
                </a:solidFill>
                <a:latin typeface="Noto Serif SC Bold" pitchFamily="34" charset="0"/>
                <a:ea typeface="Noto Serif SC Bold" pitchFamily="34" charset="-122"/>
                <a:cs typeface="Noto Serif SC Bold" pitchFamily="34" charset="-120"/>
              </a:rPr>
              <a:t>Primary Parties</a:t>
            </a:r>
            <a:endParaRPr lang="en-US" sz="2450" dirty="0"/>
          </a:p>
        </p:txBody>
      </p:sp>
      <p:sp>
        <p:nvSpPr>
          <p:cNvPr id="5" name="Text 2"/>
          <p:cNvSpPr/>
          <p:nvPr/>
        </p:nvSpPr>
        <p:spPr>
          <a:xfrm>
            <a:off x="740330" y="3276194"/>
            <a:ext cx="3573661" cy="1015484"/>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chemeClr val="accent6">
                    <a:lumMod val="50000"/>
                  </a:schemeClr>
                </a:solidFill>
                <a:latin typeface="Geist" pitchFamily="34" charset="0"/>
                <a:ea typeface="Geist" pitchFamily="34" charset="-122"/>
                <a:cs typeface="Geist" pitchFamily="34" charset="-120"/>
              </a:rPr>
              <a:t>Housing societies/ Occupants/ Flat Owners </a:t>
            </a:r>
            <a:r>
              <a:rPr lang="en-US" sz="1650" b="1" dirty="0">
                <a:solidFill>
                  <a:srgbClr val="4B4A4A"/>
                </a:solidFill>
                <a:latin typeface="Geist" pitchFamily="34" charset="0"/>
                <a:ea typeface="Geist" pitchFamily="34" charset="-122"/>
                <a:cs typeface="Geist" pitchFamily="34" charset="-120"/>
              </a:rPr>
              <a:t>, the rights holders whose consent drives the process</a:t>
            </a:r>
            <a:endParaRPr lang="en-US" sz="1650" b="1" dirty="0"/>
          </a:p>
        </p:txBody>
      </p:sp>
      <p:sp>
        <p:nvSpPr>
          <p:cNvPr id="6" name="Text 3"/>
          <p:cNvSpPr/>
          <p:nvPr/>
        </p:nvSpPr>
        <p:spPr>
          <a:xfrm>
            <a:off x="740331" y="4593312"/>
            <a:ext cx="3573661" cy="1353979"/>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chemeClr val="accent6">
                    <a:lumMod val="50000"/>
                  </a:schemeClr>
                </a:solidFill>
                <a:latin typeface="Geist" pitchFamily="34" charset="0"/>
                <a:ea typeface="Geist" pitchFamily="34" charset="-122"/>
                <a:cs typeface="Geist" pitchFamily="34" charset="-120"/>
              </a:rPr>
              <a:t>Developers and promoters</a:t>
            </a:r>
            <a:r>
              <a:rPr lang="en-US" sz="1650" b="1" dirty="0">
                <a:solidFill>
                  <a:srgbClr val="4B4A4A"/>
                </a:solidFill>
                <a:latin typeface="Geist" pitchFamily="34" charset="0"/>
                <a:ea typeface="Geist" pitchFamily="34" charset="-122"/>
                <a:cs typeface="Geist" pitchFamily="34" charset="-120"/>
              </a:rPr>
              <a:t> – bring financial resources and technical expertise to execute projects</a:t>
            </a:r>
            <a:endParaRPr lang="en-US" sz="1650" b="1" dirty="0"/>
          </a:p>
        </p:txBody>
      </p:sp>
      <p:sp>
        <p:nvSpPr>
          <p:cNvPr id="7" name="Text 4"/>
          <p:cNvSpPr/>
          <p:nvPr/>
        </p:nvSpPr>
        <p:spPr>
          <a:xfrm>
            <a:off x="772954" y="5812613"/>
            <a:ext cx="3573661" cy="1015484"/>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chemeClr val="accent6">
                    <a:lumMod val="50000"/>
                  </a:schemeClr>
                </a:solidFill>
                <a:latin typeface="Geist" pitchFamily="34" charset="0"/>
                <a:ea typeface="Geist" pitchFamily="34" charset="-122"/>
                <a:cs typeface="Geist" pitchFamily="34" charset="-120"/>
              </a:rPr>
              <a:t>Municipal authorities (MCGM</a:t>
            </a:r>
            <a:r>
              <a:rPr lang="en-US" sz="1650" b="1" dirty="0">
                <a:solidFill>
                  <a:srgbClr val="4B4A4A"/>
                </a:solidFill>
                <a:latin typeface="Geist" pitchFamily="34" charset="0"/>
                <a:ea typeface="Geist" pitchFamily="34" charset="-122"/>
                <a:cs typeface="Geist" pitchFamily="34" charset="-120"/>
              </a:rPr>
              <a:t>) – grant permissions and ensure compliance</a:t>
            </a:r>
            <a:endParaRPr lang="en-US" sz="1650" b="1" dirty="0"/>
          </a:p>
        </p:txBody>
      </p:sp>
      <p:sp>
        <p:nvSpPr>
          <p:cNvPr id="8" name="Text 5"/>
          <p:cNvSpPr/>
          <p:nvPr/>
        </p:nvSpPr>
        <p:spPr>
          <a:xfrm>
            <a:off x="4837628" y="2895838"/>
            <a:ext cx="3173135" cy="396597"/>
          </a:xfrm>
          <a:prstGeom prst="rect">
            <a:avLst/>
          </a:prstGeom>
          <a:noFill/>
          <a:ln/>
        </p:spPr>
        <p:txBody>
          <a:bodyPr wrap="none" lIns="0" tIns="0" rIns="0" bIns="0" rtlCol="0" anchor="t"/>
          <a:lstStyle/>
          <a:p>
            <a:pPr marL="0" indent="0" algn="l">
              <a:lnSpc>
                <a:spcPts val="3100"/>
              </a:lnSpc>
              <a:buNone/>
            </a:pPr>
            <a:r>
              <a:rPr lang="en-US" sz="2450" b="1" dirty="0">
                <a:solidFill>
                  <a:srgbClr val="006747"/>
                </a:solidFill>
                <a:latin typeface="Noto Serif SC Bold" pitchFamily="34" charset="0"/>
                <a:ea typeface="Noto Serif SC Bold" pitchFamily="34" charset="-122"/>
                <a:cs typeface="Noto Serif SC Bold" pitchFamily="34" charset="-120"/>
              </a:rPr>
              <a:t>Regulatory Bodies</a:t>
            </a:r>
            <a:endParaRPr lang="en-US" sz="2450" dirty="0"/>
          </a:p>
        </p:txBody>
      </p:sp>
      <p:sp>
        <p:nvSpPr>
          <p:cNvPr id="9" name="Text 6"/>
          <p:cNvSpPr/>
          <p:nvPr/>
        </p:nvSpPr>
        <p:spPr>
          <a:xfrm>
            <a:off x="4837628" y="3503890"/>
            <a:ext cx="3573661" cy="1015484"/>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chemeClr val="accent6">
                    <a:lumMod val="50000"/>
                  </a:schemeClr>
                </a:solidFill>
                <a:latin typeface="Geist" pitchFamily="34" charset="0"/>
                <a:ea typeface="Geist" pitchFamily="34" charset="-122"/>
                <a:cs typeface="Geist" pitchFamily="34" charset="-120"/>
              </a:rPr>
              <a:t>MHADA</a:t>
            </a:r>
            <a:r>
              <a:rPr lang="en-US" sz="1650" b="1" dirty="0">
                <a:solidFill>
                  <a:srgbClr val="4B4A4A"/>
                </a:solidFill>
                <a:latin typeface="Geist" pitchFamily="34" charset="0"/>
                <a:ea typeface="Geist" pitchFamily="34" charset="-122"/>
                <a:cs typeface="Geist" pitchFamily="34" charset="-120"/>
              </a:rPr>
              <a:t> – oversees cessed buildings and tenant rehabilitation schemes</a:t>
            </a:r>
            <a:endParaRPr lang="en-US" sz="1650" b="1" dirty="0"/>
          </a:p>
        </p:txBody>
      </p:sp>
      <p:sp>
        <p:nvSpPr>
          <p:cNvPr id="10" name="Text 7"/>
          <p:cNvSpPr/>
          <p:nvPr/>
        </p:nvSpPr>
        <p:spPr>
          <a:xfrm>
            <a:off x="4837628" y="4593312"/>
            <a:ext cx="3573661" cy="676989"/>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chemeClr val="accent6">
                    <a:lumMod val="50000"/>
                  </a:schemeClr>
                </a:solidFill>
                <a:latin typeface="Geist" pitchFamily="34" charset="0"/>
                <a:ea typeface="Geist" pitchFamily="34" charset="-122"/>
                <a:cs typeface="Geist" pitchFamily="34" charset="-120"/>
              </a:rPr>
              <a:t>SRA </a:t>
            </a:r>
            <a:r>
              <a:rPr lang="en-US" sz="1650" b="1" dirty="0">
                <a:solidFill>
                  <a:srgbClr val="4B4A4A"/>
                </a:solidFill>
                <a:latin typeface="Geist" pitchFamily="34" charset="0"/>
                <a:ea typeface="Geist" pitchFamily="34" charset="-122"/>
                <a:cs typeface="Geist" pitchFamily="34" charset="-120"/>
              </a:rPr>
              <a:t>– manages slum rehabilitation programmes</a:t>
            </a:r>
            <a:endParaRPr lang="en-US" sz="1650" b="1" dirty="0"/>
          </a:p>
        </p:txBody>
      </p:sp>
      <p:sp>
        <p:nvSpPr>
          <p:cNvPr id="11" name="Text 8"/>
          <p:cNvSpPr/>
          <p:nvPr/>
        </p:nvSpPr>
        <p:spPr>
          <a:xfrm>
            <a:off x="4837628" y="5344239"/>
            <a:ext cx="3573661" cy="1015484"/>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chemeClr val="accent6">
                    <a:lumMod val="50000"/>
                  </a:schemeClr>
                </a:solidFill>
                <a:latin typeface="Geist" pitchFamily="34" charset="0"/>
                <a:ea typeface="Geist" pitchFamily="34" charset="-122"/>
                <a:cs typeface="Geist" pitchFamily="34" charset="-120"/>
              </a:rPr>
              <a:t>RERA </a:t>
            </a:r>
            <a:r>
              <a:rPr lang="en-US" sz="1650" b="1" dirty="0">
                <a:solidFill>
                  <a:srgbClr val="4B4A4A"/>
                </a:solidFill>
                <a:latin typeface="Geist" pitchFamily="34" charset="0"/>
                <a:ea typeface="Geist" pitchFamily="34" charset="-122"/>
                <a:cs typeface="Geist" pitchFamily="34" charset="-120"/>
              </a:rPr>
              <a:t>– ensures project transparency and consumer protection</a:t>
            </a:r>
            <a:endParaRPr lang="en-US" sz="1650" b="1" dirty="0"/>
          </a:p>
        </p:txBody>
      </p:sp>
      <p:sp>
        <p:nvSpPr>
          <p:cNvPr id="12" name="Text 9"/>
          <p:cNvSpPr/>
          <p:nvPr/>
        </p:nvSpPr>
        <p:spPr>
          <a:xfrm>
            <a:off x="4837628" y="6433661"/>
            <a:ext cx="3573661" cy="676989"/>
          </a:xfrm>
          <a:prstGeom prst="rect">
            <a:avLst/>
          </a:prstGeom>
          <a:noFill/>
          <a:ln/>
        </p:spPr>
        <p:txBody>
          <a:bodyPr wrap="square" lIns="0" tIns="0" rIns="0" bIns="0" rtlCol="0" anchor="t"/>
          <a:lstStyle/>
          <a:p>
            <a:pPr marL="342900" indent="-342900" algn="l">
              <a:lnSpc>
                <a:spcPts val="2650"/>
              </a:lnSpc>
              <a:buSzPct val="100000"/>
              <a:buChar char="•"/>
            </a:pPr>
            <a:r>
              <a:rPr lang="en-US" sz="1650" b="1" dirty="0">
                <a:solidFill>
                  <a:srgbClr val="4B4A4A"/>
                </a:solidFill>
                <a:latin typeface="Geist" pitchFamily="34" charset="0"/>
                <a:ea typeface="Geist" pitchFamily="34" charset="-122"/>
                <a:cs typeface="Geist" pitchFamily="34" charset="-120"/>
              </a:rPr>
              <a:t>Cooperative Department – regulates society governance</a:t>
            </a:r>
            <a:endParaRPr lang="en-US" sz="1650" b="1" dirty="0"/>
          </a:p>
        </p:txBody>
      </p:sp>
      <p:sp>
        <p:nvSpPr>
          <p:cNvPr id="13" name="TextBox 12">
            <a:extLst>
              <a:ext uri="{FF2B5EF4-FFF2-40B4-BE49-F238E27FC236}">
                <a16:creationId xmlns:a16="http://schemas.microsoft.com/office/drawing/2014/main" id="{49EC1831-2E72-BBEF-D3CB-66476EA54445}"/>
              </a:ext>
            </a:extLst>
          </p:cNvPr>
          <p:cNvSpPr txBox="1"/>
          <p:nvPr/>
        </p:nvSpPr>
        <p:spPr>
          <a:xfrm>
            <a:off x="0" y="7798170"/>
            <a:ext cx="266482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15434" y="483513"/>
            <a:ext cx="9934099" cy="549473"/>
          </a:xfrm>
          <a:prstGeom prst="rect">
            <a:avLst/>
          </a:prstGeom>
          <a:noFill/>
          <a:ln/>
        </p:spPr>
        <p:txBody>
          <a:bodyPr wrap="none" lIns="0" tIns="0" rIns="0" bIns="0" rtlCol="0" anchor="t"/>
          <a:lstStyle/>
          <a:p>
            <a:pPr marL="0" indent="0" algn="l">
              <a:lnSpc>
                <a:spcPts val="4300"/>
              </a:lnSpc>
              <a:buNone/>
            </a:pPr>
            <a:r>
              <a:rPr lang="en-US" sz="3450" b="1" dirty="0">
                <a:solidFill>
                  <a:srgbClr val="006747"/>
                </a:solidFill>
                <a:latin typeface="Noto Serif SC Bold" pitchFamily="34" charset="0"/>
                <a:ea typeface="Noto Serif SC Bold" pitchFamily="34" charset="-122"/>
                <a:cs typeface="Noto Serif SC Bold" pitchFamily="34" charset="-120"/>
              </a:rPr>
              <a:t>Legal Framework Governing Redevelopment</a:t>
            </a:r>
            <a:endParaRPr lang="en-US" sz="3450" dirty="0"/>
          </a:p>
        </p:txBody>
      </p:sp>
      <p:sp>
        <p:nvSpPr>
          <p:cNvPr id="3" name="Text 1"/>
          <p:cNvSpPr/>
          <p:nvPr/>
        </p:nvSpPr>
        <p:spPr>
          <a:xfrm>
            <a:off x="615434" y="1384578"/>
            <a:ext cx="13399532" cy="281345"/>
          </a:xfrm>
          <a:prstGeom prst="rect">
            <a:avLst/>
          </a:prstGeom>
          <a:noFill/>
          <a:ln/>
        </p:spPr>
        <p:txBody>
          <a:bodyPr wrap="none" lIns="0" tIns="0" rIns="0" bIns="0" rtlCol="0" anchor="t"/>
          <a:lstStyle/>
          <a:p>
            <a:pPr marL="0" indent="0" algn="l">
              <a:lnSpc>
                <a:spcPts val="2200"/>
              </a:lnSpc>
              <a:buNone/>
            </a:pPr>
            <a:r>
              <a:rPr lang="en-US" sz="1600" b="1" dirty="0">
                <a:solidFill>
                  <a:srgbClr val="4B4A4A"/>
                </a:solidFill>
                <a:latin typeface="Geist" pitchFamily="34" charset="0"/>
                <a:ea typeface="Geist" pitchFamily="34" charset="-122"/>
                <a:cs typeface="Geist" pitchFamily="34" charset="-120"/>
              </a:rPr>
              <a:t>Mumbai's redevelopment is governed by a comprehensive and interconnected statutory framework</a:t>
            </a:r>
            <a:endParaRPr lang="en-US" sz="1600" b="1" dirty="0"/>
          </a:p>
        </p:txBody>
      </p:sp>
      <p:sp>
        <p:nvSpPr>
          <p:cNvPr id="4" name="Shape 2"/>
          <p:cNvSpPr/>
          <p:nvPr/>
        </p:nvSpPr>
        <p:spPr>
          <a:xfrm>
            <a:off x="615434" y="2127409"/>
            <a:ext cx="6611898" cy="1581031"/>
          </a:xfrm>
          <a:prstGeom prst="roundRect">
            <a:avLst>
              <a:gd name="adj" fmla="val 6940"/>
            </a:avLst>
          </a:prstGeom>
          <a:solidFill>
            <a:srgbClr val="E5F9F2">
              <a:alpha val="95000"/>
            </a:srgbClr>
          </a:solidFill>
          <a:ln/>
        </p:spPr>
        <p:txBody>
          <a:bodyPr/>
          <a:lstStyle/>
          <a:p>
            <a:endParaRPr lang="en-IN"/>
          </a:p>
        </p:txBody>
      </p:sp>
      <p:sp>
        <p:nvSpPr>
          <p:cNvPr id="5" name="Shape 3"/>
          <p:cNvSpPr/>
          <p:nvPr/>
        </p:nvSpPr>
        <p:spPr>
          <a:xfrm>
            <a:off x="615434" y="2104549"/>
            <a:ext cx="6611898" cy="91440"/>
          </a:xfrm>
          <a:prstGeom prst="roundRect">
            <a:avLst>
              <a:gd name="adj" fmla="val 173072"/>
            </a:avLst>
          </a:prstGeom>
          <a:solidFill>
            <a:srgbClr val="006747"/>
          </a:solidFill>
          <a:ln/>
        </p:spPr>
        <p:txBody>
          <a:bodyPr/>
          <a:lstStyle/>
          <a:p>
            <a:endParaRPr lang="en-IN"/>
          </a:p>
        </p:txBody>
      </p:sp>
      <p:sp>
        <p:nvSpPr>
          <p:cNvPr id="6" name="Shape 4"/>
          <p:cNvSpPr/>
          <p:nvPr/>
        </p:nvSpPr>
        <p:spPr>
          <a:xfrm>
            <a:off x="3657600" y="1863685"/>
            <a:ext cx="527447" cy="527447"/>
          </a:xfrm>
          <a:prstGeom prst="roundRect">
            <a:avLst>
              <a:gd name="adj" fmla="val 173363"/>
            </a:avLst>
          </a:prstGeom>
          <a:solidFill>
            <a:srgbClr val="006747"/>
          </a:solidFill>
          <a:ln/>
        </p:spPr>
        <p:txBody>
          <a:bodyPr/>
          <a:lstStyle/>
          <a:p>
            <a:endParaRPr lang="en-IN"/>
          </a:p>
        </p:txBody>
      </p:sp>
      <p:sp>
        <p:nvSpPr>
          <p:cNvPr id="7" name="Text 5"/>
          <p:cNvSpPr/>
          <p:nvPr/>
        </p:nvSpPr>
        <p:spPr>
          <a:xfrm>
            <a:off x="3815834" y="1995488"/>
            <a:ext cx="210979" cy="26372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Noto Serif SC Bold" pitchFamily="34" charset="0"/>
                <a:ea typeface="Noto Serif SC Bold" pitchFamily="34" charset="-122"/>
                <a:cs typeface="Noto Serif SC Bold" pitchFamily="34" charset="-120"/>
              </a:rPr>
              <a:t>1</a:t>
            </a:r>
            <a:endParaRPr lang="en-US" sz="1650" dirty="0"/>
          </a:p>
        </p:txBody>
      </p:sp>
      <p:sp>
        <p:nvSpPr>
          <p:cNvPr id="8" name="Text 6"/>
          <p:cNvSpPr/>
          <p:nvPr/>
        </p:nvSpPr>
        <p:spPr>
          <a:xfrm>
            <a:off x="814030" y="2566988"/>
            <a:ext cx="2198013" cy="274677"/>
          </a:xfrm>
          <a:prstGeom prst="rect">
            <a:avLst/>
          </a:prstGeom>
          <a:noFill/>
          <a:ln/>
        </p:spPr>
        <p:txBody>
          <a:bodyPr wrap="none" lIns="0" tIns="0" rIns="0" bIns="0" rtlCol="0" anchor="t"/>
          <a:lstStyle/>
          <a:p>
            <a:pPr marL="0" indent="0" algn="l">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DCPR 2034</a:t>
            </a:r>
            <a:endParaRPr lang="en-US" sz="1700" dirty="0">
              <a:solidFill>
                <a:schemeClr val="accent6">
                  <a:lumMod val="50000"/>
                </a:schemeClr>
              </a:solidFill>
            </a:endParaRPr>
          </a:p>
        </p:txBody>
      </p:sp>
      <p:sp>
        <p:nvSpPr>
          <p:cNvPr id="9" name="Text 7"/>
          <p:cNvSpPr/>
          <p:nvPr/>
        </p:nvSpPr>
        <p:spPr>
          <a:xfrm>
            <a:off x="814030" y="2947154"/>
            <a:ext cx="6214705" cy="562689"/>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Development Control and Promotion Regulations – the primary planning instrument defining FSI, incentives and redevelopment norms</a:t>
            </a:r>
            <a:endParaRPr lang="en-US" sz="1350" b="1" dirty="0"/>
          </a:p>
        </p:txBody>
      </p:sp>
      <p:sp>
        <p:nvSpPr>
          <p:cNvPr id="10" name="Shape 8"/>
          <p:cNvSpPr/>
          <p:nvPr/>
        </p:nvSpPr>
        <p:spPr>
          <a:xfrm>
            <a:off x="7403068" y="2127409"/>
            <a:ext cx="6611898" cy="1581031"/>
          </a:xfrm>
          <a:prstGeom prst="roundRect">
            <a:avLst>
              <a:gd name="adj" fmla="val 6940"/>
            </a:avLst>
          </a:prstGeom>
          <a:solidFill>
            <a:srgbClr val="E5F9F2">
              <a:alpha val="95000"/>
            </a:srgbClr>
          </a:solidFill>
          <a:ln/>
        </p:spPr>
        <p:txBody>
          <a:bodyPr/>
          <a:lstStyle/>
          <a:p>
            <a:endParaRPr lang="en-IN"/>
          </a:p>
        </p:txBody>
      </p:sp>
      <p:sp>
        <p:nvSpPr>
          <p:cNvPr id="11" name="Shape 9"/>
          <p:cNvSpPr/>
          <p:nvPr/>
        </p:nvSpPr>
        <p:spPr>
          <a:xfrm>
            <a:off x="7403068" y="2104549"/>
            <a:ext cx="6611898" cy="91440"/>
          </a:xfrm>
          <a:prstGeom prst="roundRect">
            <a:avLst>
              <a:gd name="adj" fmla="val 173072"/>
            </a:avLst>
          </a:prstGeom>
          <a:solidFill>
            <a:srgbClr val="006747"/>
          </a:solidFill>
          <a:ln/>
        </p:spPr>
        <p:txBody>
          <a:bodyPr/>
          <a:lstStyle/>
          <a:p>
            <a:endParaRPr lang="en-IN"/>
          </a:p>
        </p:txBody>
      </p:sp>
      <p:sp>
        <p:nvSpPr>
          <p:cNvPr id="12" name="Shape 10"/>
          <p:cNvSpPr/>
          <p:nvPr/>
        </p:nvSpPr>
        <p:spPr>
          <a:xfrm>
            <a:off x="10445234" y="1863685"/>
            <a:ext cx="527447" cy="527447"/>
          </a:xfrm>
          <a:prstGeom prst="roundRect">
            <a:avLst>
              <a:gd name="adj" fmla="val 173363"/>
            </a:avLst>
          </a:prstGeom>
          <a:solidFill>
            <a:srgbClr val="006747"/>
          </a:solidFill>
          <a:ln/>
        </p:spPr>
        <p:txBody>
          <a:bodyPr/>
          <a:lstStyle/>
          <a:p>
            <a:endParaRPr lang="en-IN"/>
          </a:p>
        </p:txBody>
      </p:sp>
      <p:sp>
        <p:nvSpPr>
          <p:cNvPr id="13" name="Text 11"/>
          <p:cNvSpPr/>
          <p:nvPr/>
        </p:nvSpPr>
        <p:spPr>
          <a:xfrm>
            <a:off x="10603468" y="1995488"/>
            <a:ext cx="210979" cy="26372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Noto Serif SC Bold" pitchFamily="34" charset="0"/>
                <a:ea typeface="Noto Serif SC Bold" pitchFamily="34" charset="-122"/>
                <a:cs typeface="Noto Serif SC Bold" pitchFamily="34" charset="-120"/>
              </a:rPr>
              <a:t>2</a:t>
            </a:r>
            <a:endParaRPr lang="en-US" sz="1650" dirty="0"/>
          </a:p>
        </p:txBody>
      </p:sp>
      <p:sp>
        <p:nvSpPr>
          <p:cNvPr id="14" name="Text 12"/>
          <p:cNvSpPr/>
          <p:nvPr/>
        </p:nvSpPr>
        <p:spPr>
          <a:xfrm>
            <a:off x="7601664" y="2566988"/>
            <a:ext cx="2198013" cy="274677"/>
          </a:xfrm>
          <a:prstGeom prst="rect">
            <a:avLst/>
          </a:prstGeom>
          <a:noFill/>
          <a:ln/>
        </p:spPr>
        <p:txBody>
          <a:bodyPr wrap="none" lIns="0" tIns="0" rIns="0" bIns="0" rtlCol="0" anchor="t"/>
          <a:lstStyle/>
          <a:p>
            <a:pPr marL="0" indent="0" algn="l">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MRTP Act, 1966</a:t>
            </a:r>
            <a:endParaRPr lang="en-US" sz="1700" dirty="0">
              <a:solidFill>
                <a:schemeClr val="accent6">
                  <a:lumMod val="50000"/>
                </a:schemeClr>
              </a:solidFill>
            </a:endParaRPr>
          </a:p>
        </p:txBody>
      </p:sp>
      <p:sp>
        <p:nvSpPr>
          <p:cNvPr id="15" name="Text 13"/>
          <p:cNvSpPr/>
          <p:nvPr/>
        </p:nvSpPr>
        <p:spPr>
          <a:xfrm>
            <a:off x="7601664" y="2947154"/>
            <a:ext cx="6214705" cy="562689"/>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Maharashtra Regional and Town Planning Act – statutory backbone for development plans and building permissions</a:t>
            </a:r>
            <a:endParaRPr lang="en-US" sz="1350" b="1" dirty="0"/>
          </a:p>
        </p:txBody>
      </p:sp>
      <p:sp>
        <p:nvSpPr>
          <p:cNvPr id="16" name="Shape 14"/>
          <p:cNvSpPr/>
          <p:nvPr/>
        </p:nvSpPr>
        <p:spPr>
          <a:xfrm>
            <a:off x="615434" y="4147899"/>
            <a:ext cx="6611898" cy="1581031"/>
          </a:xfrm>
          <a:prstGeom prst="roundRect">
            <a:avLst>
              <a:gd name="adj" fmla="val 6940"/>
            </a:avLst>
          </a:prstGeom>
          <a:solidFill>
            <a:srgbClr val="E5F9F2">
              <a:alpha val="95000"/>
            </a:srgbClr>
          </a:solidFill>
          <a:ln/>
        </p:spPr>
        <p:txBody>
          <a:bodyPr/>
          <a:lstStyle/>
          <a:p>
            <a:endParaRPr lang="en-IN"/>
          </a:p>
        </p:txBody>
      </p:sp>
      <p:sp>
        <p:nvSpPr>
          <p:cNvPr id="17" name="Shape 15"/>
          <p:cNvSpPr/>
          <p:nvPr/>
        </p:nvSpPr>
        <p:spPr>
          <a:xfrm>
            <a:off x="615434" y="4125039"/>
            <a:ext cx="6611898" cy="91440"/>
          </a:xfrm>
          <a:prstGeom prst="roundRect">
            <a:avLst>
              <a:gd name="adj" fmla="val 173072"/>
            </a:avLst>
          </a:prstGeom>
          <a:solidFill>
            <a:srgbClr val="006747"/>
          </a:solidFill>
          <a:ln/>
        </p:spPr>
        <p:txBody>
          <a:bodyPr/>
          <a:lstStyle/>
          <a:p>
            <a:endParaRPr lang="en-IN"/>
          </a:p>
        </p:txBody>
      </p:sp>
      <p:sp>
        <p:nvSpPr>
          <p:cNvPr id="18" name="Shape 16"/>
          <p:cNvSpPr/>
          <p:nvPr/>
        </p:nvSpPr>
        <p:spPr>
          <a:xfrm>
            <a:off x="3657600" y="3884176"/>
            <a:ext cx="527447" cy="527447"/>
          </a:xfrm>
          <a:prstGeom prst="roundRect">
            <a:avLst>
              <a:gd name="adj" fmla="val 173363"/>
            </a:avLst>
          </a:prstGeom>
          <a:solidFill>
            <a:srgbClr val="006747"/>
          </a:solidFill>
          <a:ln/>
        </p:spPr>
        <p:txBody>
          <a:bodyPr/>
          <a:lstStyle/>
          <a:p>
            <a:endParaRPr lang="en-IN"/>
          </a:p>
        </p:txBody>
      </p:sp>
      <p:sp>
        <p:nvSpPr>
          <p:cNvPr id="19" name="Text 17"/>
          <p:cNvSpPr/>
          <p:nvPr/>
        </p:nvSpPr>
        <p:spPr>
          <a:xfrm>
            <a:off x="3815834" y="4015978"/>
            <a:ext cx="210979" cy="26372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Noto Serif SC Bold" pitchFamily="34" charset="0"/>
                <a:ea typeface="Noto Serif SC Bold" pitchFamily="34" charset="-122"/>
                <a:cs typeface="Noto Serif SC Bold" pitchFamily="34" charset="-120"/>
              </a:rPr>
              <a:t>3</a:t>
            </a:r>
            <a:endParaRPr lang="en-US" sz="1650" dirty="0"/>
          </a:p>
        </p:txBody>
      </p:sp>
      <p:sp>
        <p:nvSpPr>
          <p:cNvPr id="20" name="Text 18"/>
          <p:cNvSpPr/>
          <p:nvPr/>
        </p:nvSpPr>
        <p:spPr>
          <a:xfrm>
            <a:off x="814030" y="4587478"/>
            <a:ext cx="2198013" cy="274677"/>
          </a:xfrm>
          <a:prstGeom prst="rect">
            <a:avLst/>
          </a:prstGeom>
          <a:noFill/>
          <a:ln/>
        </p:spPr>
        <p:txBody>
          <a:bodyPr wrap="none" lIns="0" tIns="0" rIns="0" bIns="0" rtlCol="0" anchor="t"/>
          <a:lstStyle/>
          <a:p>
            <a:pPr marL="0" indent="0" algn="l">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MHADA Act, 1976</a:t>
            </a:r>
            <a:endParaRPr lang="en-US" sz="1700" dirty="0">
              <a:solidFill>
                <a:schemeClr val="accent6">
                  <a:lumMod val="50000"/>
                </a:schemeClr>
              </a:solidFill>
            </a:endParaRPr>
          </a:p>
        </p:txBody>
      </p:sp>
      <p:sp>
        <p:nvSpPr>
          <p:cNvPr id="21" name="Text 19"/>
          <p:cNvSpPr/>
          <p:nvPr/>
        </p:nvSpPr>
        <p:spPr>
          <a:xfrm>
            <a:off x="814030" y="4967645"/>
            <a:ext cx="6214705" cy="562689"/>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Maharashtra Housing and Area Development Act – provides for cessed building redevelopment and tenant protection</a:t>
            </a:r>
            <a:endParaRPr lang="en-US" sz="1350" b="1" dirty="0"/>
          </a:p>
        </p:txBody>
      </p:sp>
      <p:sp>
        <p:nvSpPr>
          <p:cNvPr id="22" name="Shape 20"/>
          <p:cNvSpPr/>
          <p:nvPr/>
        </p:nvSpPr>
        <p:spPr>
          <a:xfrm>
            <a:off x="7403068" y="4147899"/>
            <a:ext cx="6611898" cy="1581031"/>
          </a:xfrm>
          <a:prstGeom prst="roundRect">
            <a:avLst>
              <a:gd name="adj" fmla="val 6940"/>
            </a:avLst>
          </a:prstGeom>
          <a:solidFill>
            <a:srgbClr val="E5F9F2">
              <a:alpha val="95000"/>
            </a:srgbClr>
          </a:solidFill>
          <a:ln/>
        </p:spPr>
        <p:txBody>
          <a:bodyPr/>
          <a:lstStyle/>
          <a:p>
            <a:endParaRPr lang="en-IN"/>
          </a:p>
        </p:txBody>
      </p:sp>
      <p:sp>
        <p:nvSpPr>
          <p:cNvPr id="23" name="Shape 21"/>
          <p:cNvSpPr/>
          <p:nvPr/>
        </p:nvSpPr>
        <p:spPr>
          <a:xfrm>
            <a:off x="7403068" y="4125039"/>
            <a:ext cx="6611898" cy="91440"/>
          </a:xfrm>
          <a:prstGeom prst="roundRect">
            <a:avLst>
              <a:gd name="adj" fmla="val 173072"/>
            </a:avLst>
          </a:prstGeom>
          <a:solidFill>
            <a:srgbClr val="006747"/>
          </a:solidFill>
          <a:ln/>
        </p:spPr>
        <p:txBody>
          <a:bodyPr/>
          <a:lstStyle/>
          <a:p>
            <a:endParaRPr lang="en-IN"/>
          </a:p>
        </p:txBody>
      </p:sp>
      <p:sp>
        <p:nvSpPr>
          <p:cNvPr id="24" name="Shape 22"/>
          <p:cNvSpPr/>
          <p:nvPr/>
        </p:nvSpPr>
        <p:spPr>
          <a:xfrm>
            <a:off x="10445234" y="3884176"/>
            <a:ext cx="527447" cy="527447"/>
          </a:xfrm>
          <a:prstGeom prst="roundRect">
            <a:avLst>
              <a:gd name="adj" fmla="val 173363"/>
            </a:avLst>
          </a:prstGeom>
          <a:solidFill>
            <a:srgbClr val="006747"/>
          </a:solidFill>
          <a:ln/>
        </p:spPr>
        <p:txBody>
          <a:bodyPr/>
          <a:lstStyle/>
          <a:p>
            <a:endParaRPr lang="en-IN"/>
          </a:p>
        </p:txBody>
      </p:sp>
      <p:sp>
        <p:nvSpPr>
          <p:cNvPr id="25" name="Text 23"/>
          <p:cNvSpPr/>
          <p:nvPr/>
        </p:nvSpPr>
        <p:spPr>
          <a:xfrm>
            <a:off x="10603468" y="4015978"/>
            <a:ext cx="210979" cy="26372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Noto Serif SC Bold" pitchFamily="34" charset="0"/>
                <a:ea typeface="Noto Serif SC Bold" pitchFamily="34" charset="-122"/>
                <a:cs typeface="Noto Serif SC Bold" pitchFamily="34" charset="-120"/>
              </a:rPr>
              <a:t>4</a:t>
            </a:r>
            <a:endParaRPr lang="en-US" sz="1650" dirty="0"/>
          </a:p>
        </p:txBody>
      </p:sp>
      <p:sp>
        <p:nvSpPr>
          <p:cNvPr id="26" name="Text 24"/>
          <p:cNvSpPr/>
          <p:nvPr/>
        </p:nvSpPr>
        <p:spPr>
          <a:xfrm>
            <a:off x="7601664" y="4587478"/>
            <a:ext cx="2198013" cy="274677"/>
          </a:xfrm>
          <a:prstGeom prst="rect">
            <a:avLst/>
          </a:prstGeom>
          <a:noFill/>
          <a:ln/>
        </p:spPr>
        <p:txBody>
          <a:bodyPr wrap="none" lIns="0" tIns="0" rIns="0" bIns="0" rtlCol="0" anchor="t"/>
          <a:lstStyle/>
          <a:p>
            <a:pPr marL="0" indent="0" algn="l">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MCS Act, 1960</a:t>
            </a:r>
            <a:endParaRPr lang="en-US" sz="1700" dirty="0">
              <a:solidFill>
                <a:schemeClr val="accent6">
                  <a:lumMod val="50000"/>
                </a:schemeClr>
              </a:solidFill>
            </a:endParaRPr>
          </a:p>
        </p:txBody>
      </p:sp>
      <p:sp>
        <p:nvSpPr>
          <p:cNvPr id="27" name="Text 25"/>
          <p:cNvSpPr/>
          <p:nvPr/>
        </p:nvSpPr>
        <p:spPr>
          <a:xfrm>
            <a:off x="7601664" y="4967645"/>
            <a:ext cx="6214705" cy="562689"/>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Maharashtra Co-operative Societies Act – governs society decision-making, consent and developer appointments</a:t>
            </a:r>
            <a:endParaRPr lang="en-US" sz="1350" b="1" dirty="0"/>
          </a:p>
        </p:txBody>
      </p:sp>
      <p:sp>
        <p:nvSpPr>
          <p:cNvPr id="28" name="Shape 26"/>
          <p:cNvSpPr/>
          <p:nvPr/>
        </p:nvSpPr>
        <p:spPr>
          <a:xfrm>
            <a:off x="615434" y="6168390"/>
            <a:ext cx="6611898" cy="1581031"/>
          </a:xfrm>
          <a:prstGeom prst="roundRect">
            <a:avLst>
              <a:gd name="adj" fmla="val 6940"/>
            </a:avLst>
          </a:prstGeom>
          <a:solidFill>
            <a:srgbClr val="E5F9F2">
              <a:alpha val="95000"/>
            </a:srgbClr>
          </a:solidFill>
          <a:ln/>
        </p:spPr>
        <p:txBody>
          <a:bodyPr/>
          <a:lstStyle/>
          <a:p>
            <a:endParaRPr lang="en-IN"/>
          </a:p>
        </p:txBody>
      </p:sp>
      <p:sp>
        <p:nvSpPr>
          <p:cNvPr id="29" name="Shape 27"/>
          <p:cNvSpPr/>
          <p:nvPr/>
        </p:nvSpPr>
        <p:spPr>
          <a:xfrm>
            <a:off x="615434" y="6145530"/>
            <a:ext cx="6611898" cy="91440"/>
          </a:xfrm>
          <a:prstGeom prst="roundRect">
            <a:avLst>
              <a:gd name="adj" fmla="val 173072"/>
            </a:avLst>
          </a:prstGeom>
          <a:solidFill>
            <a:srgbClr val="006747"/>
          </a:solidFill>
          <a:ln/>
        </p:spPr>
        <p:txBody>
          <a:bodyPr/>
          <a:lstStyle/>
          <a:p>
            <a:endParaRPr lang="en-IN"/>
          </a:p>
        </p:txBody>
      </p:sp>
      <p:sp>
        <p:nvSpPr>
          <p:cNvPr id="30" name="Shape 28"/>
          <p:cNvSpPr/>
          <p:nvPr/>
        </p:nvSpPr>
        <p:spPr>
          <a:xfrm>
            <a:off x="3657600" y="5904667"/>
            <a:ext cx="527447" cy="527447"/>
          </a:xfrm>
          <a:prstGeom prst="roundRect">
            <a:avLst>
              <a:gd name="adj" fmla="val 173363"/>
            </a:avLst>
          </a:prstGeom>
          <a:solidFill>
            <a:srgbClr val="006747"/>
          </a:solidFill>
          <a:ln/>
        </p:spPr>
        <p:txBody>
          <a:bodyPr/>
          <a:lstStyle/>
          <a:p>
            <a:endParaRPr lang="en-IN"/>
          </a:p>
        </p:txBody>
      </p:sp>
      <p:sp>
        <p:nvSpPr>
          <p:cNvPr id="31" name="Text 29"/>
          <p:cNvSpPr/>
          <p:nvPr/>
        </p:nvSpPr>
        <p:spPr>
          <a:xfrm>
            <a:off x="3815834" y="6036469"/>
            <a:ext cx="210979" cy="26372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Noto Serif SC Bold" pitchFamily="34" charset="0"/>
                <a:ea typeface="Noto Serif SC Bold" pitchFamily="34" charset="-122"/>
                <a:cs typeface="Noto Serif SC Bold" pitchFamily="34" charset="-120"/>
              </a:rPr>
              <a:t>5</a:t>
            </a:r>
            <a:endParaRPr lang="en-US" sz="1650" dirty="0"/>
          </a:p>
        </p:txBody>
      </p:sp>
      <p:sp>
        <p:nvSpPr>
          <p:cNvPr id="32" name="Text 30"/>
          <p:cNvSpPr/>
          <p:nvPr/>
        </p:nvSpPr>
        <p:spPr>
          <a:xfrm>
            <a:off x="814030" y="6607969"/>
            <a:ext cx="2766774" cy="274677"/>
          </a:xfrm>
          <a:prstGeom prst="rect">
            <a:avLst/>
          </a:prstGeom>
          <a:noFill/>
          <a:ln/>
        </p:spPr>
        <p:txBody>
          <a:bodyPr wrap="none" lIns="0" tIns="0" rIns="0" bIns="0" rtlCol="0" anchor="t"/>
          <a:lstStyle/>
          <a:p>
            <a:pPr marL="0" indent="0" algn="l">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Government Resolutions</a:t>
            </a:r>
            <a:endParaRPr lang="en-US" sz="1700" dirty="0">
              <a:solidFill>
                <a:schemeClr val="accent6">
                  <a:lumMod val="50000"/>
                </a:schemeClr>
              </a:solidFill>
            </a:endParaRPr>
          </a:p>
        </p:txBody>
      </p:sp>
      <p:sp>
        <p:nvSpPr>
          <p:cNvPr id="33" name="Text 31"/>
          <p:cNvSpPr/>
          <p:nvPr/>
        </p:nvSpPr>
        <p:spPr>
          <a:xfrm>
            <a:off x="814030" y="6988135"/>
            <a:ext cx="6214705" cy="562689"/>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Policy directions enabling self-redevelopment, MHADA schemes and slum rehabilitation programmes</a:t>
            </a:r>
            <a:endParaRPr lang="en-US" sz="1350" b="1" dirty="0"/>
          </a:p>
        </p:txBody>
      </p:sp>
      <p:sp>
        <p:nvSpPr>
          <p:cNvPr id="34" name="Shape 32"/>
          <p:cNvSpPr/>
          <p:nvPr/>
        </p:nvSpPr>
        <p:spPr>
          <a:xfrm>
            <a:off x="7403068" y="6168390"/>
            <a:ext cx="6611898" cy="1581031"/>
          </a:xfrm>
          <a:prstGeom prst="roundRect">
            <a:avLst>
              <a:gd name="adj" fmla="val 6940"/>
            </a:avLst>
          </a:prstGeom>
          <a:solidFill>
            <a:srgbClr val="E5F9F2">
              <a:alpha val="95000"/>
            </a:srgbClr>
          </a:solidFill>
          <a:ln/>
        </p:spPr>
        <p:txBody>
          <a:bodyPr/>
          <a:lstStyle/>
          <a:p>
            <a:endParaRPr lang="en-IN"/>
          </a:p>
        </p:txBody>
      </p:sp>
      <p:sp>
        <p:nvSpPr>
          <p:cNvPr id="35" name="Shape 33"/>
          <p:cNvSpPr/>
          <p:nvPr/>
        </p:nvSpPr>
        <p:spPr>
          <a:xfrm>
            <a:off x="7403068" y="6145530"/>
            <a:ext cx="6611898" cy="91440"/>
          </a:xfrm>
          <a:prstGeom prst="roundRect">
            <a:avLst>
              <a:gd name="adj" fmla="val 173072"/>
            </a:avLst>
          </a:prstGeom>
          <a:solidFill>
            <a:srgbClr val="006747"/>
          </a:solidFill>
          <a:ln/>
        </p:spPr>
        <p:txBody>
          <a:bodyPr/>
          <a:lstStyle/>
          <a:p>
            <a:endParaRPr lang="en-IN"/>
          </a:p>
        </p:txBody>
      </p:sp>
      <p:sp>
        <p:nvSpPr>
          <p:cNvPr id="36" name="Shape 34"/>
          <p:cNvSpPr/>
          <p:nvPr/>
        </p:nvSpPr>
        <p:spPr>
          <a:xfrm>
            <a:off x="10445234" y="5904667"/>
            <a:ext cx="527447" cy="527447"/>
          </a:xfrm>
          <a:prstGeom prst="roundRect">
            <a:avLst>
              <a:gd name="adj" fmla="val 173363"/>
            </a:avLst>
          </a:prstGeom>
          <a:solidFill>
            <a:srgbClr val="006747"/>
          </a:solidFill>
          <a:ln/>
        </p:spPr>
        <p:txBody>
          <a:bodyPr/>
          <a:lstStyle/>
          <a:p>
            <a:endParaRPr lang="en-IN"/>
          </a:p>
        </p:txBody>
      </p:sp>
      <p:sp>
        <p:nvSpPr>
          <p:cNvPr id="37" name="Text 35"/>
          <p:cNvSpPr/>
          <p:nvPr/>
        </p:nvSpPr>
        <p:spPr>
          <a:xfrm>
            <a:off x="10603468" y="6036469"/>
            <a:ext cx="210979" cy="263723"/>
          </a:xfrm>
          <a:prstGeom prst="rect">
            <a:avLst/>
          </a:prstGeom>
          <a:noFill/>
          <a:ln/>
        </p:spPr>
        <p:txBody>
          <a:bodyPr wrap="none" lIns="0" tIns="0" rIns="0" bIns="0" rtlCol="0" anchor="t"/>
          <a:lstStyle/>
          <a:p>
            <a:pPr marL="0" indent="0" algn="l">
              <a:lnSpc>
                <a:spcPts val="2650"/>
              </a:lnSpc>
              <a:buNone/>
            </a:pPr>
            <a:r>
              <a:rPr lang="en-US" sz="1650" b="1" dirty="0">
                <a:solidFill>
                  <a:srgbClr val="FFFFFF"/>
                </a:solidFill>
                <a:latin typeface="Noto Serif SC Bold" pitchFamily="34" charset="0"/>
                <a:ea typeface="Noto Serif SC Bold" pitchFamily="34" charset="-122"/>
                <a:cs typeface="Noto Serif SC Bold" pitchFamily="34" charset="-120"/>
              </a:rPr>
              <a:t>6</a:t>
            </a:r>
            <a:endParaRPr lang="en-US" sz="1650" dirty="0"/>
          </a:p>
        </p:txBody>
      </p:sp>
      <p:sp>
        <p:nvSpPr>
          <p:cNvPr id="38" name="Text 36"/>
          <p:cNvSpPr/>
          <p:nvPr/>
        </p:nvSpPr>
        <p:spPr>
          <a:xfrm>
            <a:off x="7601664" y="6607969"/>
            <a:ext cx="2198013" cy="274677"/>
          </a:xfrm>
          <a:prstGeom prst="rect">
            <a:avLst/>
          </a:prstGeom>
          <a:noFill/>
          <a:ln/>
        </p:spPr>
        <p:txBody>
          <a:bodyPr wrap="none" lIns="0" tIns="0" rIns="0" bIns="0" rtlCol="0" anchor="t"/>
          <a:lstStyle/>
          <a:p>
            <a:pPr marL="0" indent="0" algn="l">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RERA, 2016</a:t>
            </a:r>
            <a:endParaRPr lang="en-US" sz="1700" dirty="0">
              <a:solidFill>
                <a:schemeClr val="accent6">
                  <a:lumMod val="50000"/>
                </a:schemeClr>
              </a:solidFill>
            </a:endParaRPr>
          </a:p>
        </p:txBody>
      </p:sp>
      <p:sp>
        <p:nvSpPr>
          <p:cNvPr id="39" name="Text 37"/>
          <p:cNvSpPr/>
          <p:nvPr/>
        </p:nvSpPr>
        <p:spPr>
          <a:xfrm>
            <a:off x="7601664" y="6988135"/>
            <a:ext cx="6214705" cy="562689"/>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Real Estate (Regulation and Development) Act – ensures transparency, accountability and timely project completion</a:t>
            </a:r>
            <a:endParaRPr lang="en-US" sz="1350" b="1" dirty="0"/>
          </a:p>
        </p:txBody>
      </p:sp>
      <mc:AlternateContent xmlns:mc="http://schemas.openxmlformats.org/markup-compatibility/2006" xmlns:p14="http://schemas.microsoft.com/office/powerpoint/2010/main">
        <mc:Choice Requires="p14">
          <p:contentPart p14:bwMode="auto" r:id="rId3">
            <p14:nvContentPartPr>
              <p14:cNvPr id="40" name="Ink 39">
                <a:extLst>
                  <a:ext uri="{FF2B5EF4-FFF2-40B4-BE49-F238E27FC236}">
                    <a16:creationId xmlns:a16="http://schemas.microsoft.com/office/drawing/2014/main" id="{D97050A1-F6D6-FAF9-70C9-21100202A97D}"/>
                  </a:ext>
                </a:extLst>
              </p14:cNvPr>
              <p14:cNvContentPartPr/>
              <p14:nvPr/>
            </p14:nvContentPartPr>
            <p14:xfrm>
              <a:off x="12984789" y="7915320"/>
              <a:ext cx="1464120" cy="52920"/>
            </p14:xfrm>
          </p:contentPart>
        </mc:Choice>
        <mc:Fallback xmlns="">
          <p:pic>
            <p:nvPicPr>
              <p:cNvPr id="40" name="Ink 39">
                <a:extLst>
                  <a:ext uri="{FF2B5EF4-FFF2-40B4-BE49-F238E27FC236}">
                    <a16:creationId xmlns:a16="http://schemas.microsoft.com/office/drawing/2014/main" id="{D97050A1-F6D6-FAF9-70C9-21100202A97D}"/>
                  </a:ext>
                </a:extLst>
              </p:cNvPr>
              <p:cNvPicPr/>
              <p:nvPr/>
            </p:nvPicPr>
            <p:blipFill>
              <a:blip r:embed="rId4"/>
              <a:stretch>
                <a:fillRect/>
              </a:stretch>
            </p:blipFill>
            <p:spPr>
              <a:xfrm>
                <a:off x="12921789" y="7852680"/>
                <a:ext cx="15897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1" name="Ink 40">
                <a:extLst>
                  <a:ext uri="{FF2B5EF4-FFF2-40B4-BE49-F238E27FC236}">
                    <a16:creationId xmlns:a16="http://schemas.microsoft.com/office/drawing/2014/main" id="{49431311-8135-0326-9357-2DBB0ED3DC62}"/>
                  </a:ext>
                </a:extLst>
              </p14:cNvPr>
              <p14:cNvContentPartPr/>
              <p14:nvPr/>
            </p14:nvContentPartPr>
            <p14:xfrm>
              <a:off x="12892269" y="7781040"/>
              <a:ext cx="1492200" cy="175320"/>
            </p14:xfrm>
          </p:contentPart>
        </mc:Choice>
        <mc:Fallback xmlns="">
          <p:pic>
            <p:nvPicPr>
              <p:cNvPr id="41" name="Ink 40">
                <a:extLst>
                  <a:ext uri="{FF2B5EF4-FFF2-40B4-BE49-F238E27FC236}">
                    <a16:creationId xmlns:a16="http://schemas.microsoft.com/office/drawing/2014/main" id="{49431311-8135-0326-9357-2DBB0ED3DC62}"/>
                  </a:ext>
                </a:extLst>
              </p:cNvPr>
              <p:cNvPicPr/>
              <p:nvPr/>
            </p:nvPicPr>
            <p:blipFill>
              <a:blip r:embed="rId6"/>
              <a:stretch>
                <a:fillRect/>
              </a:stretch>
            </p:blipFill>
            <p:spPr>
              <a:xfrm>
                <a:off x="12829629" y="7718400"/>
                <a:ext cx="161784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2" name="Ink 41">
                <a:extLst>
                  <a:ext uri="{FF2B5EF4-FFF2-40B4-BE49-F238E27FC236}">
                    <a16:creationId xmlns:a16="http://schemas.microsoft.com/office/drawing/2014/main" id="{CC0DE58A-E082-D99D-812A-F28B6A6B9D88}"/>
                  </a:ext>
                </a:extLst>
              </p14:cNvPr>
              <p14:cNvContentPartPr/>
              <p14:nvPr/>
            </p14:nvContentPartPr>
            <p14:xfrm>
              <a:off x="12840069" y="8033040"/>
              <a:ext cx="1600200" cy="39600"/>
            </p14:xfrm>
          </p:contentPart>
        </mc:Choice>
        <mc:Fallback xmlns="">
          <p:pic>
            <p:nvPicPr>
              <p:cNvPr id="42" name="Ink 41">
                <a:extLst>
                  <a:ext uri="{FF2B5EF4-FFF2-40B4-BE49-F238E27FC236}">
                    <a16:creationId xmlns:a16="http://schemas.microsoft.com/office/drawing/2014/main" id="{CC0DE58A-E082-D99D-812A-F28B6A6B9D88}"/>
                  </a:ext>
                </a:extLst>
              </p:cNvPr>
              <p:cNvPicPr/>
              <p:nvPr/>
            </p:nvPicPr>
            <p:blipFill>
              <a:blip r:embed="rId8"/>
              <a:stretch>
                <a:fillRect/>
              </a:stretch>
            </p:blipFill>
            <p:spPr>
              <a:xfrm>
                <a:off x="12777429" y="7970400"/>
                <a:ext cx="1725840" cy="165240"/>
              </a:xfrm>
              <a:prstGeom prst="rect">
                <a:avLst/>
              </a:prstGeom>
            </p:spPr>
          </p:pic>
        </mc:Fallback>
      </mc:AlternateContent>
      <p:sp>
        <p:nvSpPr>
          <p:cNvPr id="43" name="TextBox 42">
            <a:extLst>
              <a:ext uri="{FF2B5EF4-FFF2-40B4-BE49-F238E27FC236}">
                <a16:creationId xmlns:a16="http://schemas.microsoft.com/office/drawing/2014/main" id="{9E302152-06D7-0BFF-035B-34122AA6685E}"/>
              </a:ext>
            </a:extLst>
          </p:cNvPr>
          <p:cNvSpPr txBox="1"/>
          <p:nvPr/>
        </p:nvSpPr>
        <p:spPr>
          <a:xfrm>
            <a:off x="12174583" y="7749421"/>
            <a:ext cx="245581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F3AA89-BDF2-F175-727C-35CB7D35CFB3}"/>
              </a:ext>
            </a:extLst>
          </p:cNvPr>
          <p:cNvSpPr/>
          <p:nvPr/>
        </p:nvSpPr>
        <p:spPr>
          <a:xfrm>
            <a:off x="574765" y="75418"/>
            <a:ext cx="13363303" cy="807642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9DC9140A-DB7C-9C53-EAD1-B838B8321EF3}"/>
                  </a:ext>
                </a:extLst>
              </p14:cNvPr>
              <p14:cNvContentPartPr/>
              <p14:nvPr/>
            </p14:nvContentPartPr>
            <p14:xfrm>
              <a:off x="12654309" y="7823880"/>
              <a:ext cx="1877400" cy="327960"/>
            </p14:xfrm>
          </p:contentPart>
        </mc:Choice>
        <mc:Fallback xmlns="">
          <p:pic>
            <p:nvPicPr>
              <p:cNvPr id="7" name="Ink 6">
                <a:extLst>
                  <a:ext uri="{FF2B5EF4-FFF2-40B4-BE49-F238E27FC236}">
                    <a16:creationId xmlns:a16="http://schemas.microsoft.com/office/drawing/2014/main" id="{9DC9140A-DB7C-9C53-EAD1-B838B8321EF3}"/>
                  </a:ext>
                </a:extLst>
              </p:cNvPr>
              <p:cNvPicPr/>
              <p:nvPr/>
            </p:nvPicPr>
            <p:blipFill>
              <a:blip r:embed="rId3"/>
              <a:stretch>
                <a:fillRect/>
              </a:stretch>
            </p:blipFill>
            <p:spPr>
              <a:xfrm>
                <a:off x="12591669" y="7761240"/>
                <a:ext cx="2003040" cy="453600"/>
              </a:xfrm>
              <a:prstGeom prst="rect">
                <a:avLst/>
              </a:prstGeom>
            </p:spPr>
          </p:pic>
        </mc:Fallback>
      </mc:AlternateContent>
      <p:sp>
        <p:nvSpPr>
          <p:cNvPr id="8" name="TextBox 7">
            <a:extLst>
              <a:ext uri="{FF2B5EF4-FFF2-40B4-BE49-F238E27FC236}">
                <a16:creationId xmlns:a16="http://schemas.microsoft.com/office/drawing/2014/main" id="{8A06175D-E424-8EEB-00C8-0EBDC92FABBD}"/>
              </a:ext>
            </a:extLst>
          </p:cNvPr>
          <p:cNvSpPr txBox="1"/>
          <p:nvPr/>
        </p:nvSpPr>
        <p:spPr>
          <a:xfrm>
            <a:off x="11599842" y="7692517"/>
            <a:ext cx="363144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r>
              <a:rPr lang="en-IN" sz="2400" b="1" dirty="0"/>
              <a:t>Pereira &amp; Associates </a:t>
            </a:r>
          </a:p>
        </p:txBody>
      </p:sp>
      <p:sp>
        <p:nvSpPr>
          <p:cNvPr id="2" name="TextBox 1">
            <a:extLst>
              <a:ext uri="{FF2B5EF4-FFF2-40B4-BE49-F238E27FC236}">
                <a16:creationId xmlns:a16="http://schemas.microsoft.com/office/drawing/2014/main" id="{0D53737A-556F-3588-4CA4-E858F00D5469}"/>
              </a:ext>
            </a:extLst>
          </p:cNvPr>
          <p:cNvSpPr txBox="1"/>
          <p:nvPr/>
        </p:nvSpPr>
        <p:spPr>
          <a:xfrm>
            <a:off x="692332" y="75418"/>
            <a:ext cx="13031035" cy="8556188"/>
          </a:xfrm>
          <a:prstGeom prst="rect">
            <a:avLst/>
          </a:prstGeom>
          <a:noFill/>
        </p:spPr>
        <p:txBody>
          <a:bodyPr wrap="square" rtlCol="0">
            <a:spAutoFit/>
          </a:bodyPr>
          <a:lstStyle/>
          <a:p>
            <a:r>
              <a:rPr lang="en-US" sz="3200" b="1" dirty="0">
                <a:solidFill>
                  <a:srgbClr val="FF0000"/>
                </a:solidFill>
                <a:latin typeface="Times New Roman" panose="02020603050405020304" pitchFamily="18" charset="0"/>
                <a:cs typeface="Times New Roman" panose="02020603050405020304" pitchFamily="18" charset="0"/>
              </a:rPr>
              <a:t>DCPR 2034 - Regulation 33(11) – Permanent Transit Camp (PTC) for SRA</a:t>
            </a:r>
            <a:endParaRPr lang="en-IN" sz="3200" b="1" dirty="0">
              <a:solidFill>
                <a:srgbClr val="FF0000"/>
              </a:solidFill>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Permanent Transit Camp (PTC) for SRA</a:t>
            </a:r>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Purpose: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Temporary housing for slum residents during redevelopment under the </a:t>
            </a:r>
            <a:r>
              <a:rPr lang="en-US" sz="2800" b="1" dirty="0">
                <a:latin typeface="Times New Roman" panose="02020603050405020304" pitchFamily="18" charset="0"/>
                <a:cs typeface="Times New Roman" panose="02020603050405020304" pitchFamily="18" charset="0"/>
              </a:rPr>
              <a:t>Slum Rehabilitation Authority (SRA)</a:t>
            </a:r>
            <a:r>
              <a:rPr lang="en-US" sz="2800" dirty="0">
                <a:latin typeface="Times New Roman" panose="02020603050405020304" pitchFamily="18" charset="0"/>
                <a:cs typeface="Times New Roman" panose="02020603050405020304" pitchFamily="18" charset="0"/>
              </a:rPr>
              <a:t>.</a:t>
            </a:r>
          </a:p>
          <a:p>
            <a:r>
              <a:rPr lang="en-US" sz="2800" b="1" dirty="0">
                <a:solidFill>
                  <a:srgbClr val="FF0000"/>
                </a:solidFill>
                <a:latin typeface="Times New Roman" panose="02020603050405020304" pitchFamily="18" charset="0"/>
                <a:cs typeface="Times New Roman" panose="02020603050405020304" pitchFamily="18" charset="0"/>
              </a:rPr>
              <a:t>Key Provisions</a:t>
            </a:r>
            <a:r>
              <a:rPr lang="en-US" sz="2800" b="1"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Maximum FSI:</a:t>
            </a:r>
            <a:r>
              <a:rPr lang="en-US" sz="2800" dirty="0">
                <a:latin typeface="Times New Roman" panose="02020603050405020304" pitchFamily="18" charset="0"/>
                <a:cs typeface="Times New Roman" panose="02020603050405020304" pitchFamily="18" charset="0"/>
              </a:rPr>
              <a:t> Up to </a:t>
            </a:r>
            <a:r>
              <a:rPr lang="en-US" sz="2800" b="1" dirty="0">
                <a:latin typeface="Times New Roman" panose="02020603050405020304" pitchFamily="18" charset="0"/>
                <a:cs typeface="Times New Roman" panose="02020603050405020304" pitchFamily="18" charset="0"/>
              </a:rPr>
              <a:t>4.0</a:t>
            </a:r>
            <a:r>
              <a:rPr lang="en-US" sz="2800" dirty="0">
                <a:latin typeface="Times New Roman" panose="02020603050405020304" pitchFamily="18" charset="0"/>
                <a:cs typeface="Times New Roman" panose="02020603050405020304" pitchFamily="18" charset="0"/>
              </a:rPr>
              <a:t> allowed for construction of transit camps.</a:t>
            </a: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Not Allowed 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DP reserved land, </a:t>
            </a:r>
            <a:r>
              <a:rPr lang="en-US" sz="2800" b="1" dirty="0">
                <a:latin typeface="Times New Roman" panose="02020603050405020304" pitchFamily="18" charset="0"/>
                <a:cs typeface="Times New Roman" panose="02020603050405020304" pitchFamily="18" charset="0"/>
              </a:rPr>
              <a:t>SDZ (Special Development Zone)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GZ (Green Zone)</a:t>
            </a:r>
            <a:r>
              <a:rPr lang="en-US" sz="2800" dirty="0">
                <a:latin typeface="Times New Roman" panose="02020603050405020304" pitchFamily="18" charset="0"/>
                <a:cs typeface="Times New Roman" panose="02020603050405020304" pitchFamily="18" charset="0"/>
              </a:rPr>
              <a:t>, or plots with </a:t>
            </a:r>
            <a:r>
              <a:rPr lang="en-US" sz="2800" b="1" dirty="0">
                <a:latin typeface="Times New Roman" panose="02020603050405020304" pitchFamily="18" charset="0"/>
                <a:cs typeface="Times New Roman" panose="02020603050405020304" pitchFamily="18" charset="0"/>
              </a:rPr>
              <a:t>FSI below 1.0</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Transit Tenement Size: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Residential unit – </a:t>
            </a:r>
            <a:r>
              <a:rPr lang="en-US" sz="2800" b="1" dirty="0">
                <a:latin typeface="Times New Roman" panose="02020603050405020304" pitchFamily="18" charset="0"/>
                <a:cs typeface="Times New Roman" panose="02020603050405020304" pitchFamily="18" charset="0"/>
              </a:rPr>
              <a:t>25 </a:t>
            </a:r>
            <a:r>
              <a:rPr lang="en-US" sz="2800" b="1" dirty="0" err="1">
                <a:latin typeface="Times New Roman" panose="02020603050405020304" pitchFamily="18" charset="0"/>
                <a:cs typeface="Times New Roman" panose="02020603050405020304" pitchFamily="18" charset="0"/>
              </a:rPr>
              <a:t>sq.m</a:t>
            </a:r>
            <a:r>
              <a:rPr lang="en-US" sz="2800" b="1" dirty="0">
                <a:latin typeface="Times New Roman" panose="02020603050405020304" pitchFamily="18" charset="0"/>
                <a:cs typeface="Times New Roman" panose="02020603050405020304" pitchFamily="18" charset="0"/>
              </a:rPr>
              <a:t> carpet area</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Commercial Shops: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Ground floor shops of </a:t>
            </a:r>
            <a:r>
              <a:rPr lang="en-US" sz="2800" b="1" dirty="0">
                <a:latin typeface="Times New Roman" panose="02020603050405020304" pitchFamily="18" charset="0"/>
                <a:cs typeface="Times New Roman" panose="02020603050405020304" pitchFamily="18" charset="0"/>
              </a:rPr>
              <a:t>20.90 </a:t>
            </a:r>
            <a:r>
              <a:rPr lang="en-US" sz="2800" b="1" dirty="0" err="1">
                <a:latin typeface="Times New Roman" panose="02020603050405020304" pitchFamily="18" charset="0"/>
                <a:cs typeface="Times New Roman" panose="02020603050405020304" pitchFamily="18" charset="0"/>
              </a:rPr>
              <a:t>sq.m</a:t>
            </a:r>
            <a:r>
              <a:rPr lang="en-US" sz="2800" dirty="0">
                <a:latin typeface="Times New Roman" panose="02020603050405020304" pitchFamily="18" charset="0"/>
                <a:cs typeface="Times New Roman" panose="02020603050405020304" pitchFamily="18" charset="0"/>
              </a:rPr>
              <a:t> each to be </a:t>
            </a:r>
            <a:r>
              <a:rPr lang="en-US" sz="2800" b="1" dirty="0">
                <a:latin typeface="Times New Roman" panose="02020603050405020304" pitchFamily="18" charset="0"/>
                <a:cs typeface="Times New Roman" panose="02020603050405020304" pitchFamily="18" charset="0"/>
              </a:rPr>
              <a:t>handed over free to SRA</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Amenities: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Basic infrastructure as per </a:t>
            </a:r>
            <a:r>
              <a:rPr lang="en-US" sz="2800" b="1" dirty="0">
                <a:latin typeface="Times New Roman" panose="02020603050405020304" pitchFamily="18" charset="0"/>
                <a:cs typeface="Times New Roman" panose="02020603050405020304" pitchFamily="18" charset="0"/>
              </a:rPr>
              <a:t>Regulation 33(10)</a:t>
            </a:r>
            <a:r>
              <a:rPr lang="en-US" sz="2800" dirty="0">
                <a:latin typeface="Times New Roman" panose="02020603050405020304" pitchFamily="18" charset="0"/>
                <a:cs typeface="Times New Roman" panose="02020603050405020304" pitchFamily="18" charset="0"/>
              </a:rPr>
              <a:t>.</a:t>
            </a:r>
            <a:br>
              <a:rPr lang="en-US" sz="2800"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25% of basic FSI</a:t>
            </a:r>
            <a:r>
              <a:rPr lang="en-US" sz="2800" dirty="0">
                <a:latin typeface="Times New Roman" panose="02020603050405020304" pitchFamily="18" charset="0"/>
                <a:cs typeface="Times New Roman" panose="02020603050405020304" pitchFamily="18" charset="0"/>
              </a:rPr>
              <a:t> may be used for shops along layout roads.</a:t>
            </a:r>
            <a:endParaRPr lang="en-IN" sz="28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91629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CBFAC28-D054-6111-9D0F-D24293C518A2}"/>
                  </a:ext>
                </a:extLst>
              </p14:cNvPr>
              <p14:cNvContentPartPr/>
              <p14:nvPr/>
            </p14:nvContentPartPr>
            <p14:xfrm>
              <a:off x="4167309" y="2247120"/>
              <a:ext cx="360" cy="360"/>
            </p14:xfrm>
          </p:contentPart>
        </mc:Choice>
        <mc:Fallback xmlns="">
          <p:pic>
            <p:nvPicPr>
              <p:cNvPr id="2" name="Ink 1">
                <a:extLst>
                  <a:ext uri="{FF2B5EF4-FFF2-40B4-BE49-F238E27FC236}">
                    <a16:creationId xmlns:a16="http://schemas.microsoft.com/office/drawing/2014/main" id="{1CBFAC28-D054-6111-9D0F-D24293C518A2}"/>
                  </a:ext>
                </a:extLst>
              </p:cNvPr>
              <p:cNvPicPr/>
              <p:nvPr/>
            </p:nvPicPr>
            <p:blipFill>
              <a:blip r:embed="rId3"/>
              <a:stretch>
                <a:fillRect/>
              </a:stretch>
            </p:blipFill>
            <p:spPr>
              <a:xfrm>
                <a:off x="4104309" y="2184120"/>
                <a:ext cx="126000" cy="126000"/>
              </a:xfrm>
              <a:prstGeom prst="rect">
                <a:avLst/>
              </a:prstGeom>
            </p:spPr>
          </p:pic>
        </mc:Fallback>
      </mc:AlternateContent>
      <p:sp>
        <p:nvSpPr>
          <p:cNvPr id="3" name="Rectangle 2">
            <a:extLst>
              <a:ext uri="{FF2B5EF4-FFF2-40B4-BE49-F238E27FC236}">
                <a16:creationId xmlns:a16="http://schemas.microsoft.com/office/drawing/2014/main" id="{B023DD78-9CB2-0DED-CBD4-DD75A5D70416}"/>
              </a:ext>
            </a:extLst>
          </p:cNvPr>
          <p:cNvSpPr/>
          <p:nvPr/>
        </p:nvSpPr>
        <p:spPr>
          <a:xfrm>
            <a:off x="1208313" y="169818"/>
            <a:ext cx="11998236" cy="790302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endParaRPr lang="en-IN"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2FA37F9A-8C1C-3A38-2571-6FD4476726E7}"/>
                  </a:ext>
                </a:extLst>
              </p14:cNvPr>
              <p14:cNvContentPartPr/>
              <p14:nvPr/>
            </p14:nvContentPartPr>
            <p14:xfrm>
              <a:off x="13283949" y="7901280"/>
              <a:ext cx="905400" cy="78840"/>
            </p14:xfrm>
          </p:contentPart>
        </mc:Choice>
        <mc:Fallback xmlns="">
          <p:pic>
            <p:nvPicPr>
              <p:cNvPr id="4" name="Ink 3">
                <a:extLst>
                  <a:ext uri="{FF2B5EF4-FFF2-40B4-BE49-F238E27FC236}">
                    <a16:creationId xmlns:a16="http://schemas.microsoft.com/office/drawing/2014/main" id="{2FA37F9A-8C1C-3A38-2571-6FD4476726E7}"/>
                  </a:ext>
                </a:extLst>
              </p:cNvPr>
              <p:cNvPicPr/>
              <p:nvPr/>
            </p:nvPicPr>
            <p:blipFill>
              <a:blip r:embed="rId5"/>
              <a:stretch>
                <a:fillRect/>
              </a:stretch>
            </p:blipFill>
            <p:spPr>
              <a:xfrm>
                <a:off x="13274949" y="7892640"/>
                <a:ext cx="92304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CAFF7834-895F-2C84-958B-62522000915D}"/>
                  </a:ext>
                </a:extLst>
              </p14:cNvPr>
              <p14:cNvContentPartPr/>
              <p14:nvPr/>
            </p14:nvContentPartPr>
            <p14:xfrm>
              <a:off x="13924389" y="3591720"/>
              <a:ext cx="360" cy="360"/>
            </p14:xfrm>
          </p:contentPart>
        </mc:Choice>
        <mc:Fallback xmlns="">
          <p:pic>
            <p:nvPicPr>
              <p:cNvPr id="5" name="Ink 4">
                <a:extLst>
                  <a:ext uri="{FF2B5EF4-FFF2-40B4-BE49-F238E27FC236}">
                    <a16:creationId xmlns:a16="http://schemas.microsoft.com/office/drawing/2014/main" id="{CAFF7834-895F-2C84-958B-62522000915D}"/>
                  </a:ext>
                </a:extLst>
              </p:cNvPr>
              <p:cNvPicPr/>
              <p:nvPr/>
            </p:nvPicPr>
            <p:blipFill>
              <a:blip r:embed="rId3"/>
              <a:stretch>
                <a:fillRect/>
              </a:stretch>
            </p:blipFill>
            <p:spPr>
              <a:xfrm>
                <a:off x="13861749" y="35290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16E1D476-2DEE-B8D9-4DB9-A5294C40C754}"/>
                  </a:ext>
                </a:extLst>
              </p14:cNvPr>
              <p14:cNvContentPartPr/>
              <p14:nvPr/>
            </p14:nvContentPartPr>
            <p14:xfrm>
              <a:off x="12906309" y="7759080"/>
              <a:ext cx="1175760" cy="379440"/>
            </p14:xfrm>
          </p:contentPart>
        </mc:Choice>
        <mc:Fallback xmlns="">
          <p:pic>
            <p:nvPicPr>
              <p:cNvPr id="8" name="Ink 7">
                <a:extLst>
                  <a:ext uri="{FF2B5EF4-FFF2-40B4-BE49-F238E27FC236}">
                    <a16:creationId xmlns:a16="http://schemas.microsoft.com/office/drawing/2014/main" id="{16E1D476-2DEE-B8D9-4DB9-A5294C40C754}"/>
                  </a:ext>
                </a:extLst>
              </p:cNvPr>
              <p:cNvPicPr/>
              <p:nvPr/>
            </p:nvPicPr>
            <p:blipFill>
              <a:blip r:embed="rId8"/>
              <a:stretch>
                <a:fillRect/>
              </a:stretch>
            </p:blipFill>
            <p:spPr>
              <a:xfrm>
                <a:off x="12843309" y="7696080"/>
                <a:ext cx="1301400"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285E0ACC-407A-5D05-C973-0A761685F644}"/>
                  </a:ext>
                </a:extLst>
              </p14:cNvPr>
              <p14:cNvContentPartPr/>
              <p14:nvPr/>
            </p14:nvContentPartPr>
            <p14:xfrm>
              <a:off x="13520109" y="7955280"/>
              <a:ext cx="731880" cy="185040"/>
            </p14:xfrm>
          </p:contentPart>
        </mc:Choice>
        <mc:Fallback xmlns="">
          <p:pic>
            <p:nvPicPr>
              <p:cNvPr id="9" name="Ink 8">
                <a:extLst>
                  <a:ext uri="{FF2B5EF4-FFF2-40B4-BE49-F238E27FC236}">
                    <a16:creationId xmlns:a16="http://schemas.microsoft.com/office/drawing/2014/main" id="{285E0ACC-407A-5D05-C973-0A761685F644}"/>
                  </a:ext>
                </a:extLst>
              </p:cNvPr>
              <p:cNvPicPr/>
              <p:nvPr/>
            </p:nvPicPr>
            <p:blipFill>
              <a:blip r:embed="rId10"/>
              <a:stretch>
                <a:fillRect/>
              </a:stretch>
            </p:blipFill>
            <p:spPr>
              <a:xfrm>
                <a:off x="13457109" y="7892640"/>
                <a:ext cx="85752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67617CD4-AD88-7E2E-EAAF-642AF73B325F}"/>
                  </a:ext>
                </a:extLst>
              </p14:cNvPr>
              <p14:cNvContentPartPr/>
              <p14:nvPr/>
            </p14:nvContentPartPr>
            <p14:xfrm>
              <a:off x="13337229" y="7850880"/>
              <a:ext cx="917640" cy="125640"/>
            </p14:xfrm>
          </p:contentPart>
        </mc:Choice>
        <mc:Fallback xmlns="">
          <p:pic>
            <p:nvPicPr>
              <p:cNvPr id="11" name="Ink 10">
                <a:extLst>
                  <a:ext uri="{FF2B5EF4-FFF2-40B4-BE49-F238E27FC236}">
                    <a16:creationId xmlns:a16="http://schemas.microsoft.com/office/drawing/2014/main" id="{67617CD4-AD88-7E2E-EAAF-642AF73B325F}"/>
                  </a:ext>
                </a:extLst>
              </p:cNvPr>
              <p:cNvPicPr/>
              <p:nvPr/>
            </p:nvPicPr>
            <p:blipFill>
              <a:blip r:embed="rId12"/>
              <a:stretch>
                <a:fillRect/>
              </a:stretch>
            </p:blipFill>
            <p:spPr>
              <a:xfrm>
                <a:off x="13274229" y="7787880"/>
                <a:ext cx="10432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740B34B8-E34C-35D9-4097-161A710CB2A5}"/>
                  </a:ext>
                </a:extLst>
              </p14:cNvPr>
              <p14:cNvContentPartPr/>
              <p14:nvPr/>
            </p14:nvContentPartPr>
            <p14:xfrm>
              <a:off x="13282869" y="7763400"/>
              <a:ext cx="1150200" cy="294480"/>
            </p14:xfrm>
          </p:contentPart>
        </mc:Choice>
        <mc:Fallback xmlns="">
          <p:pic>
            <p:nvPicPr>
              <p:cNvPr id="12" name="Ink 11">
                <a:extLst>
                  <a:ext uri="{FF2B5EF4-FFF2-40B4-BE49-F238E27FC236}">
                    <a16:creationId xmlns:a16="http://schemas.microsoft.com/office/drawing/2014/main" id="{740B34B8-E34C-35D9-4097-161A710CB2A5}"/>
                  </a:ext>
                </a:extLst>
              </p:cNvPr>
              <p:cNvPicPr/>
              <p:nvPr/>
            </p:nvPicPr>
            <p:blipFill>
              <a:blip r:embed="rId14"/>
              <a:stretch>
                <a:fillRect/>
              </a:stretch>
            </p:blipFill>
            <p:spPr>
              <a:xfrm>
                <a:off x="13220229" y="7700400"/>
                <a:ext cx="1275840" cy="420120"/>
              </a:xfrm>
              <a:prstGeom prst="rect">
                <a:avLst/>
              </a:prstGeom>
            </p:spPr>
          </p:pic>
        </mc:Fallback>
      </mc:AlternateContent>
      <p:sp>
        <p:nvSpPr>
          <p:cNvPr id="14" name="TextBox 13">
            <a:extLst>
              <a:ext uri="{FF2B5EF4-FFF2-40B4-BE49-F238E27FC236}">
                <a16:creationId xmlns:a16="http://schemas.microsoft.com/office/drawing/2014/main" id="{2EA0F1CE-0BC7-1ACE-FF3A-DE4E1F814A22}"/>
              </a:ext>
            </a:extLst>
          </p:cNvPr>
          <p:cNvSpPr txBox="1"/>
          <p:nvPr/>
        </p:nvSpPr>
        <p:spPr>
          <a:xfrm>
            <a:off x="11404234" y="7693766"/>
            <a:ext cx="3892372"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Pereira &amp; Associates </a:t>
            </a:r>
            <a:endParaRPr lang="en-IN" sz="2400" dirty="0"/>
          </a:p>
        </p:txBody>
      </p:sp>
      <p:sp>
        <p:nvSpPr>
          <p:cNvPr id="6" name="TextBox 5">
            <a:extLst>
              <a:ext uri="{FF2B5EF4-FFF2-40B4-BE49-F238E27FC236}">
                <a16:creationId xmlns:a16="http://schemas.microsoft.com/office/drawing/2014/main" id="{EB13D878-4F95-4640-FC45-BE27AB7B44A6}"/>
              </a:ext>
            </a:extLst>
          </p:cNvPr>
          <p:cNvSpPr txBox="1"/>
          <p:nvPr/>
        </p:nvSpPr>
        <p:spPr>
          <a:xfrm>
            <a:off x="1475020" y="206817"/>
            <a:ext cx="11784809" cy="7755969"/>
          </a:xfrm>
          <a:prstGeom prst="rect">
            <a:avLst/>
          </a:prstGeom>
          <a:noFill/>
        </p:spPr>
        <p:txBody>
          <a:bodyPr wrap="square" rtlCol="0">
            <a:spAutoFit/>
          </a:bodyPr>
          <a:lstStyle/>
          <a:p>
            <a:r>
              <a:rPr lang="en-US" sz="2800" dirty="0"/>
              <a:t>• </a:t>
            </a:r>
            <a:r>
              <a:rPr lang="en-US" sz="3200" b="1" dirty="0"/>
              <a:t>Additional FSI / TDR:</a:t>
            </a:r>
            <a:br>
              <a:rPr lang="en-US" sz="3200" dirty="0"/>
            </a:br>
            <a:r>
              <a:rPr lang="en-US" sz="3200" dirty="0"/>
              <a:t>Extra FSI allowed based on built-up area handed over free to SRA or Municipal Corporation of Greater Mumbai (MCGM).</a:t>
            </a:r>
            <a:br>
              <a:rPr lang="en-US" sz="3200" dirty="0"/>
            </a:br>
            <a:r>
              <a:rPr lang="en-US" sz="3200" dirty="0"/>
              <a:t>Unused sale component can be converted into </a:t>
            </a:r>
            <a:r>
              <a:rPr lang="en-US" sz="3200" b="1" dirty="0"/>
              <a:t>TDR</a:t>
            </a:r>
            <a:r>
              <a:rPr lang="en-US" sz="3200" dirty="0"/>
              <a:t>.</a:t>
            </a:r>
            <a:endParaRPr lang="en-IN" sz="3200" dirty="0"/>
          </a:p>
          <a:p>
            <a:r>
              <a:rPr lang="en-US" sz="3200" dirty="0">
                <a:solidFill>
                  <a:srgbClr val="FF0000"/>
                </a:solidFill>
              </a:rPr>
              <a:t>• </a:t>
            </a:r>
            <a:r>
              <a:rPr lang="en-US" sz="3200" b="1" dirty="0">
                <a:solidFill>
                  <a:srgbClr val="FF0000"/>
                </a:solidFill>
              </a:rPr>
              <a:t>Approvals:</a:t>
            </a:r>
            <a:br>
              <a:rPr lang="en-US" sz="3200" dirty="0">
                <a:solidFill>
                  <a:srgbClr val="FF0000"/>
                </a:solidFill>
              </a:rPr>
            </a:br>
            <a:r>
              <a:rPr lang="en-US" sz="3200" b="1" dirty="0"/>
              <a:t>Occupancy Certificate, water and electricity</a:t>
            </a:r>
            <a:r>
              <a:rPr lang="en-US" sz="3200" dirty="0"/>
              <a:t> granted only after the transit camp is handed over to SRA.</a:t>
            </a:r>
            <a:endParaRPr lang="en-IN" sz="3200" dirty="0"/>
          </a:p>
          <a:p>
            <a:r>
              <a:rPr lang="en-US" sz="3200" dirty="0"/>
              <a:t>• </a:t>
            </a:r>
            <a:r>
              <a:rPr lang="en-US" sz="3200" b="1" dirty="0"/>
              <a:t>Plot Clubbing:</a:t>
            </a:r>
            <a:br>
              <a:rPr lang="en-US" sz="3200" dirty="0"/>
            </a:br>
            <a:r>
              <a:rPr lang="en-US" sz="3200" dirty="0"/>
              <a:t>Plots within </a:t>
            </a:r>
            <a:r>
              <a:rPr lang="en-US" sz="3200" b="1" dirty="0"/>
              <a:t>5 km</a:t>
            </a:r>
            <a:r>
              <a:rPr lang="en-US" sz="3200" dirty="0"/>
              <a:t> can be combined with consent of all owners.</a:t>
            </a:r>
            <a:endParaRPr lang="en-IN" sz="3200" dirty="0"/>
          </a:p>
          <a:p>
            <a:r>
              <a:rPr lang="en-US" sz="3200" dirty="0"/>
              <a:t>• </a:t>
            </a:r>
            <a:r>
              <a:rPr lang="en-US" sz="3200" b="1" dirty="0"/>
              <a:t>Premium:</a:t>
            </a:r>
            <a:br>
              <a:rPr lang="en-US" sz="3200" dirty="0"/>
            </a:br>
            <a:r>
              <a:rPr lang="en-US" sz="3200" dirty="0"/>
              <a:t>Developer pays </a:t>
            </a:r>
            <a:r>
              <a:rPr lang="en-US" sz="3200" b="1" dirty="0"/>
              <a:t>40% of unearned income</a:t>
            </a:r>
            <a:br>
              <a:rPr lang="en-US" sz="3200" dirty="0"/>
            </a:br>
            <a:r>
              <a:rPr lang="en-US" sz="3200" dirty="0"/>
              <a:t>(50% at </a:t>
            </a:r>
            <a:r>
              <a:rPr lang="en-US" sz="3200" b="1" dirty="0"/>
              <a:t>IOA</a:t>
            </a:r>
            <a:r>
              <a:rPr lang="en-US" sz="3200" dirty="0"/>
              <a:t>, 50% at </a:t>
            </a:r>
            <a:r>
              <a:rPr lang="en-US" sz="3200" b="1" dirty="0"/>
              <a:t>CC</a:t>
            </a:r>
            <a:r>
              <a:rPr lang="en-US" sz="3200" dirty="0"/>
              <a:t>).</a:t>
            </a:r>
            <a:endParaRPr lang="en-IN" sz="3200" dirty="0"/>
          </a:p>
          <a:p>
            <a:r>
              <a:rPr lang="en-US" sz="3200" dirty="0"/>
              <a:t>• </a:t>
            </a:r>
            <a:r>
              <a:rPr lang="en-US" sz="3200" b="1" dirty="0"/>
              <a:t>Premium Distribution:</a:t>
            </a:r>
            <a:br>
              <a:rPr lang="en-US" sz="3200" dirty="0"/>
            </a:br>
            <a:r>
              <a:rPr lang="en-US" sz="3200" dirty="0"/>
              <a:t>2/3 – Maharashtra Shelter Fund</a:t>
            </a:r>
            <a:br>
              <a:rPr lang="en-US" sz="3200" dirty="0"/>
            </a:br>
            <a:r>
              <a:rPr lang="en-US" sz="3200" dirty="0"/>
              <a:t>1/3 – Deputy Director of Town Planning (Greater Mumbai) </a:t>
            </a:r>
            <a:endParaRPr lang="en-IN" sz="3200" dirty="0"/>
          </a:p>
          <a:p>
            <a:endParaRPr lang="en-IN" dirty="0"/>
          </a:p>
        </p:txBody>
      </p:sp>
    </p:spTree>
    <p:extLst>
      <p:ext uri="{BB962C8B-B14F-4D97-AF65-F5344CB8AC3E}">
        <p14:creationId xmlns:p14="http://schemas.microsoft.com/office/powerpoint/2010/main" val="1109925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BD6E9-9417-5C5E-8D51-C00339330BE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E8C25ED-649D-E9AF-5CED-3B44FA5C7B09}"/>
              </a:ext>
            </a:extLst>
          </p:cNvPr>
          <p:cNvSpPr/>
          <p:nvPr/>
        </p:nvSpPr>
        <p:spPr>
          <a:xfrm>
            <a:off x="574765" y="75418"/>
            <a:ext cx="13363303" cy="807642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8E519ABE-B832-D211-9C57-F75E46A18DD7}"/>
                  </a:ext>
                </a:extLst>
              </p14:cNvPr>
              <p14:cNvContentPartPr/>
              <p14:nvPr/>
            </p14:nvContentPartPr>
            <p14:xfrm>
              <a:off x="12654309" y="7823880"/>
              <a:ext cx="1877400" cy="327960"/>
            </p14:xfrm>
          </p:contentPart>
        </mc:Choice>
        <mc:Fallback xmlns="">
          <p:pic>
            <p:nvPicPr>
              <p:cNvPr id="7" name="Ink 6">
                <a:extLst>
                  <a:ext uri="{FF2B5EF4-FFF2-40B4-BE49-F238E27FC236}">
                    <a16:creationId xmlns:a16="http://schemas.microsoft.com/office/drawing/2014/main" id="{8E519ABE-B832-D211-9C57-F75E46A18DD7}"/>
                  </a:ext>
                </a:extLst>
              </p:cNvPr>
              <p:cNvPicPr/>
              <p:nvPr/>
            </p:nvPicPr>
            <p:blipFill>
              <a:blip r:embed="rId3"/>
              <a:stretch>
                <a:fillRect/>
              </a:stretch>
            </p:blipFill>
            <p:spPr>
              <a:xfrm>
                <a:off x="12591309" y="7760880"/>
                <a:ext cx="2003040" cy="453600"/>
              </a:xfrm>
              <a:prstGeom prst="rect">
                <a:avLst/>
              </a:prstGeom>
            </p:spPr>
          </p:pic>
        </mc:Fallback>
      </mc:AlternateContent>
      <p:sp>
        <p:nvSpPr>
          <p:cNvPr id="8" name="TextBox 7">
            <a:extLst>
              <a:ext uri="{FF2B5EF4-FFF2-40B4-BE49-F238E27FC236}">
                <a16:creationId xmlns:a16="http://schemas.microsoft.com/office/drawing/2014/main" id="{0AA52D60-9FB9-32A1-F9B1-7109789481F1}"/>
              </a:ext>
            </a:extLst>
          </p:cNvPr>
          <p:cNvSpPr txBox="1"/>
          <p:nvPr/>
        </p:nvSpPr>
        <p:spPr>
          <a:xfrm>
            <a:off x="11599842" y="7692517"/>
            <a:ext cx="363144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r>
              <a:rPr lang="en-IN" sz="2400" b="1" dirty="0"/>
              <a:t>Pereira &amp; Associates </a:t>
            </a:r>
          </a:p>
        </p:txBody>
      </p:sp>
      <p:sp>
        <p:nvSpPr>
          <p:cNvPr id="2" name="TextBox 1">
            <a:extLst>
              <a:ext uri="{FF2B5EF4-FFF2-40B4-BE49-F238E27FC236}">
                <a16:creationId xmlns:a16="http://schemas.microsoft.com/office/drawing/2014/main" id="{B87B8541-0CC9-8507-30D3-FCCB7C2D85CB}"/>
              </a:ext>
            </a:extLst>
          </p:cNvPr>
          <p:cNvSpPr txBox="1"/>
          <p:nvPr/>
        </p:nvSpPr>
        <p:spPr>
          <a:xfrm>
            <a:off x="907033" y="30164"/>
            <a:ext cx="12478227" cy="8340745"/>
          </a:xfrm>
          <a:prstGeom prst="rect">
            <a:avLst/>
          </a:prstGeom>
          <a:noFill/>
        </p:spPr>
        <p:txBody>
          <a:bodyPr wrap="square" rtlCol="0">
            <a:spAutoFit/>
          </a:bodyPr>
          <a:lstStyle/>
          <a:p>
            <a:r>
              <a:rPr lang="en-US" sz="3600" b="1" dirty="0">
                <a:solidFill>
                  <a:srgbClr val="FF0000"/>
                </a:solidFill>
              </a:rPr>
              <a:t>DCPR 2034 - Regulation 33 (12)(B) </a:t>
            </a:r>
          </a:p>
          <a:p>
            <a:r>
              <a:rPr lang="en-IN" sz="3200" b="1" dirty="0"/>
              <a:t>Removal &amp; Re-accommodation of Tolerated / Protected Structures</a:t>
            </a:r>
            <a:endParaRPr lang="en-IN" sz="3200" dirty="0"/>
          </a:p>
          <a:p>
            <a:r>
              <a:rPr lang="en-IN" sz="3200" b="1" dirty="0"/>
              <a:t>Purpose:</a:t>
            </a:r>
            <a:br>
              <a:rPr lang="en-IN" sz="3200" dirty="0"/>
            </a:br>
            <a:r>
              <a:rPr lang="en-IN" sz="3200" dirty="0"/>
              <a:t>This rule allows relocation of certain old structures that fall in the alignment of </a:t>
            </a:r>
            <a:r>
              <a:rPr lang="en-IN" sz="3200" b="1" dirty="0"/>
              <a:t>roads, road widening, or DP roads</a:t>
            </a:r>
            <a:r>
              <a:rPr lang="en-IN" sz="3200" dirty="0"/>
              <a:t>. The occupants are shifted to a new building </a:t>
            </a:r>
            <a:r>
              <a:rPr lang="en-IN" sz="3200" b="1" dirty="0"/>
              <a:t>within the same ward</a:t>
            </a:r>
            <a:r>
              <a:rPr lang="en-IN" sz="3200" dirty="0"/>
              <a:t>.</a:t>
            </a:r>
          </a:p>
          <a:p>
            <a:r>
              <a:rPr lang="en-IN" sz="3200" b="1" dirty="0">
                <a:solidFill>
                  <a:srgbClr val="FF0000"/>
                </a:solidFill>
              </a:rPr>
              <a:t>Key Provisions:</a:t>
            </a:r>
            <a:endParaRPr lang="en-IN" sz="3200" dirty="0">
              <a:solidFill>
                <a:srgbClr val="FF0000"/>
              </a:solidFill>
            </a:endParaRPr>
          </a:p>
          <a:p>
            <a:r>
              <a:rPr lang="en-IN" sz="3200" dirty="0"/>
              <a:t>• </a:t>
            </a:r>
            <a:r>
              <a:rPr lang="en-IN" sz="3200" b="1" dirty="0"/>
              <a:t>Extra Construction (FSI):</a:t>
            </a:r>
            <a:br>
              <a:rPr lang="en-IN" sz="3200" dirty="0"/>
            </a:br>
            <a:r>
              <a:rPr lang="en-IN" sz="3200" dirty="0"/>
              <a:t>FSI can be increased </a:t>
            </a:r>
            <a:r>
              <a:rPr lang="en-IN" sz="3200" b="1" dirty="0"/>
              <a:t>beyond the normal limit</a:t>
            </a:r>
            <a:r>
              <a:rPr lang="en-IN" sz="3200" dirty="0"/>
              <a:t>, but </a:t>
            </a:r>
            <a:r>
              <a:rPr lang="en-IN" sz="3200" b="1" dirty="0"/>
              <a:t>not more than 4.0</a:t>
            </a:r>
            <a:r>
              <a:rPr lang="en-IN" sz="3200" dirty="0"/>
              <a:t>.</a:t>
            </a:r>
          </a:p>
          <a:p>
            <a:r>
              <a:rPr lang="en-IN" sz="3200" dirty="0"/>
              <a:t>• </a:t>
            </a:r>
            <a:r>
              <a:rPr lang="en-IN" sz="3200" b="1" dirty="0"/>
              <a:t>Eligible Structures:</a:t>
            </a:r>
            <a:br>
              <a:rPr lang="en-IN" sz="3200" dirty="0"/>
            </a:br>
            <a:r>
              <a:rPr lang="en-IN" sz="3200" dirty="0"/>
              <a:t>Structures must be very old and recorded in government records:</a:t>
            </a:r>
            <a:br>
              <a:rPr lang="en-IN" sz="3200" dirty="0"/>
            </a:br>
            <a:r>
              <a:rPr lang="en-IN" sz="3200" dirty="0"/>
              <a:t>– </a:t>
            </a:r>
            <a:r>
              <a:rPr lang="en-IN" sz="3200" b="1" dirty="0"/>
              <a:t>Residential:</a:t>
            </a:r>
            <a:r>
              <a:rPr lang="en-IN" sz="3200" dirty="0"/>
              <a:t> built before </a:t>
            </a:r>
            <a:r>
              <a:rPr lang="en-IN" sz="3200" b="1" dirty="0"/>
              <a:t>17 April 1964</a:t>
            </a:r>
            <a:br>
              <a:rPr lang="en-IN" sz="3200" dirty="0"/>
            </a:br>
            <a:r>
              <a:rPr lang="en-IN" sz="3200" dirty="0"/>
              <a:t>– </a:t>
            </a:r>
            <a:r>
              <a:rPr lang="en-IN" sz="3200" b="1" dirty="0"/>
              <a:t>Commercial:</a:t>
            </a:r>
            <a:r>
              <a:rPr lang="en-IN" sz="3200" dirty="0"/>
              <a:t> built before </a:t>
            </a:r>
            <a:r>
              <a:rPr lang="en-IN" sz="3200" b="1" dirty="0"/>
              <a:t>1 April 1962</a:t>
            </a:r>
            <a:endParaRPr lang="en-IN" sz="3200" dirty="0"/>
          </a:p>
          <a:p>
            <a:r>
              <a:rPr lang="en-IN" sz="3200" dirty="0"/>
              <a:t>• </a:t>
            </a:r>
            <a:r>
              <a:rPr lang="en-IN" sz="3200" b="1" dirty="0"/>
              <a:t>Where It Applies:</a:t>
            </a:r>
            <a:br>
              <a:rPr lang="en-IN" sz="3200" dirty="0"/>
            </a:br>
            <a:r>
              <a:rPr lang="en-IN" sz="3200" dirty="0"/>
              <a:t>Only when the structure </a:t>
            </a:r>
            <a:r>
              <a:rPr lang="en-IN" sz="3200" b="1" dirty="0"/>
              <a:t>comes in the way of road alignment or widening </a:t>
            </a:r>
            <a:r>
              <a:rPr lang="en-US" sz="4800" b="1" dirty="0">
                <a:solidFill>
                  <a:srgbClr val="FF0000"/>
                </a:solidFill>
              </a:rPr>
              <a:t> </a:t>
            </a:r>
          </a:p>
          <a:p>
            <a:endParaRPr lang="en-IN" dirty="0"/>
          </a:p>
          <a:p>
            <a:endParaRPr lang="en-IN" dirty="0"/>
          </a:p>
        </p:txBody>
      </p:sp>
    </p:spTree>
    <p:extLst>
      <p:ext uri="{BB962C8B-B14F-4D97-AF65-F5344CB8AC3E}">
        <p14:creationId xmlns:p14="http://schemas.microsoft.com/office/powerpoint/2010/main" val="690814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05474-5FEA-14E6-83CA-7B1F5623D8A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DC185A-96E2-8775-F643-A125A1DCDE7B}"/>
              </a:ext>
            </a:extLst>
          </p:cNvPr>
          <p:cNvSpPr/>
          <p:nvPr/>
        </p:nvSpPr>
        <p:spPr>
          <a:xfrm>
            <a:off x="574765" y="75418"/>
            <a:ext cx="13363303" cy="8076422"/>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IN" dirty="0"/>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408D47E4-4534-1470-BCB7-15F10C3C47FA}"/>
                  </a:ext>
                </a:extLst>
              </p14:cNvPr>
              <p14:cNvContentPartPr/>
              <p14:nvPr/>
            </p14:nvContentPartPr>
            <p14:xfrm>
              <a:off x="12654309" y="7823880"/>
              <a:ext cx="1877400" cy="327960"/>
            </p14:xfrm>
          </p:contentPart>
        </mc:Choice>
        <mc:Fallback xmlns="">
          <p:pic>
            <p:nvPicPr>
              <p:cNvPr id="7" name="Ink 6">
                <a:extLst>
                  <a:ext uri="{FF2B5EF4-FFF2-40B4-BE49-F238E27FC236}">
                    <a16:creationId xmlns:a16="http://schemas.microsoft.com/office/drawing/2014/main" id="{408D47E4-4534-1470-BCB7-15F10C3C47FA}"/>
                  </a:ext>
                </a:extLst>
              </p:cNvPr>
              <p:cNvPicPr/>
              <p:nvPr/>
            </p:nvPicPr>
            <p:blipFill>
              <a:blip r:embed="rId3"/>
              <a:stretch>
                <a:fillRect/>
              </a:stretch>
            </p:blipFill>
            <p:spPr>
              <a:xfrm>
                <a:off x="12591309" y="7760880"/>
                <a:ext cx="2003040" cy="453600"/>
              </a:xfrm>
              <a:prstGeom prst="rect">
                <a:avLst/>
              </a:prstGeom>
            </p:spPr>
          </p:pic>
        </mc:Fallback>
      </mc:AlternateContent>
      <p:sp>
        <p:nvSpPr>
          <p:cNvPr id="8" name="TextBox 7">
            <a:extLst>
              <a:ext uri="{FF2B5EF4-FFF2-40B4-BE49-F238E27FC236}">
                <a16:creationId xmlns:a16="http://schemas.microsoft.com/office/drawing/2014/main" id="{D312B5F2-DDAF-3D94-8DFC-BCF1A6147E18}"/>
              </a:ext>
            </a:extLst>
          </p:cNvPr>
          <p:cNvSpPr txBox="1"/>
          <p:nvPr/>
        </p:nvSpPr>
        <p:spPr>
          <a:xfrm>
            <a:off x="11599842" y="7692517"/>
            <a:ext cx="363144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a:t>
            </a:r>
            <a:r>
              <a:rPr lang="en-IN" sz="2400" b="1" dirty="0"/>
              <a:t>Pereira &amp; Associates </a:t>
            </a:r>
          </a:p>
        </p:txBody>
      </p:sp>
      <p:sp>
        <p:nvSpPr>
          <p:cNvPr id="2" name="TextBox 1">
            <a:extLst>
              <a:ext uri="{FF2B5EF4-FFF2-40B4-BE49-F238E27FC236}">
                <a16:creationId xmlns:a16="http://schemas.microsoft.com/office/drawing/2014/main" id="{4B0EDD76-C58E-5DCF-DF04-725B51083024}"/>
              </a:ext>
            </a:extLst>
          </p:cNvPr>
          <p:cNvSpPr txBox="1"/>
          <p:nvPr/>
        </p:nvSpPr>
        <p:spPr>
          <a:xfrm>
            <a:off x="907033" y="30164"/>
            <a:ext cx="12478227" cy="646331"/>
          </a:xfrm>
          <a:prstGeom prst="rect">
            <a:avLst/>
          </a:prstGeom>
          <a:noFill/>
        </p:spPr>
        <p:txBody>
          <a:bodyPr wrap="square" rtlCol="0">
            <a:spAutoFit/>
          </a:bodyPr>
          <a:lstStyle/>
          <a:p>
            <a:endParaRPr lang="en-IN" dirty="0"/>
          </a:p>
          <a:p>
            <a:endParaRPr lang="en-IN" dirty="0"/>
          </a:p>
        </p:txBody>
      </p:sp>
      <p:sp>
        <p:nvSpPr>
          <p:cNvPr id="3" name="TextBox 2">
            <a:extLst>
              <a:ext uri="{FF2B5EF4-FFF2-40B4-BE49-F238E27FC236}">
                <a16:creationId xmlns:a16="http://schemas.microsoft.com/office/drawing/2014/main" id="{55381049-D11E-8CD6-F88F-015CB2EEF5FD}"/>
              </a:ext>
            </a:extLst>
          </p:cNvPr>
          <p:cNvSpPr txBox="1"/>
          <p:nvPr/>
        </p:nvSpPr>
        <p:spPr>
          <a:xfrm>
            <a:off x="943178" y="120685"/>
            <a:ext cx="12472388" cy="88639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Where It Does Not Apply</a:t>
            </a:r>
            <a:r>
              <a:rPr lang="en-IN" sz="2400" b="1"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If development of the original plot </a:t>
            </a:r>
            <a:r>
              <a:rPr lang="en-IN" sz="2400" b="1" dirty="0">
                <a:latin typeface="Times New Roman" panose="02020603050405020304" pitchFamily="18" charset="0"/>
                <a:cs typeface="Times New Roman" panose="02020603050405020304" pitchFamily="18" charset="0"/>
              </a:rPr>
              <a:t>has already started or is proposed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Agreement Required</a:t>
            </a:r>
            <a:r>
              <a:rPr lang="en-IN" sz="2400" b="1"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registered tripartite agreement</a:t>
            </a:r>
            <a:r>
              <a:rPr lang="en-IN" sz="2400" dirty="0">
                <a:latin typeface="Times New Roman" panose="02020603050405020304" pitchFamily="18" charset="0"/>
                <a:cs typeface="Times New Roman" panose="02020603050405020304" pitchFamily="18" charset="0"/>
              </a:rPr>
              <a:t> between:</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Land Owner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Developer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Occupants</a:t>
            </a:r>
          </a:p>
          <a:p>
            <a:r>
              <a:rPr lang="en-IN" sz="2400" dirty="0">
                <a:latin typeface="Times New Roman" panose="02020603050405020304" pitchFamily="18" charset="0"/>
                <a:cs typeface="Times New Roman" panose="02020603050405020304" pitchFamily="18" charset="0"/>
              </a:rPr>
              <a:t>•</a:t>
            </a:r>
            <a:r>
              <a:rPr lang="en-IN" sz="2400" dirty="0">
                <a:solidFill>
                  <a:srgbClr val="FF0000"/>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Land Handover</a:t>
            </a:r>
            <a:r>
              <a:rPr lang="en-IN" sz="2400" b="1"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The affected land must be </a:t>
            </a:r>
            <a:r>
              <a:rPr lang="en-IN" sz="2400" b="1" dirty="0">
                <a:latin typeface="Times New Roman" panose="02020603050405020304" pitchFamily="18" charset="0"/>
                <a:cs typeface="Times New Roman" panose="02020603050405020304" pitchFamily="18" charset="0"/>
              </a:rPr>
              <a:t>given in advance to the Municipal Corporation of Greater Mumbai (MCGM)</a:t>
            </a:r>
            <a:r>
              <a:rPr lang="en-IN" sz="2400" dirty="0">
                <a:latin typeface="Times New Roman" panose="02020603050405020304" pitchFamily="18" charset="0"/>
                <a:cs typeface="Times New Roman" panose="02020603050405020304" pitchFamily="18" charset="0"/>
              </a:rPr>
              <a:t> for road work.</a:t>
            </a: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Rehabilitation Housing:</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Residential:</a:t>
            </a:r>
            <a:r>
              <a:rPr lang="en-IN" sz="2400" dirty="0">
                <a:latin typeface="Times New Roman" panose="02020603050405020304" pitchFamily="18" charset="0"/>
                <a:cs typeface="Times New Roman" panose="02020603050405020304" pitchFamily="18" charset="0"/>
              </a:rPr>
              <a:t> Minimum </a:t>
            </a:r>
            <a:r>
              <a:rPr lang="en-IN" sz="2400" b="1" dirty="0">
                <a:latin typeface="Times New Roman" panose="02020603050405020304" pitchFamily="18" charset="0"/>
                <a:cs typeface="Times New Roman" panose="02020603050405020304" pitchFamily="18" charset="0"/>
              </a:rPr>
              <a:t>27.88 </a:t>
            </a:r>
            <a:r>
              <a:rPr lang="en-IN" sz="2400" b="1" dirty="0" err="1">
                <a:latin typeface="Times New Roman" panose="02020603050405020304" pitchFamily="18" charset="0"/>
                <a:cs typeface="Times New Roman" panose="02020603050405020304" pitchFamily="18" charset="0"/>
              </a:rPr>
              <a:t>sq.m</a:t>
            </a:r>
            <a:r>
              <a:rPr lang="en-IN" sz="2400" b="1" dirty="0">
                <a:latin typeface="Times New Roman" panose="02020603050405020304" pitchFamily="18" charset="0"/>
                <a:cs typeface="Times New Roman" panose="02020603050405020304" pitchFamily="18" charset="0"/>
              </a:rPr>
              <a:t> carpet area</a:t>
            </a:r>
            <a:r>
              <a:rPr lang="en-IN" sz="2400" dirty="0">
                <a:latin typeface="Times New Roman" panose="02020603050405020304" pitchFamily="18" charset="0"/>
                <a:cs typeface="Times New Roman" panose="02020603050405020304" pitchFamily="18" charset="0"/>
              </a:rPr>
              <a:t> (or existing area if larger)</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Commercial:</a:t>
            </a:r>
            <a:r>
              <a:rPr lang="en-IN" sz="2400" dirty="0">
                <a:latin typeface="Times New Roman" panose="02020603050405020304" pitchFamily="18" charset="0"/>
                <a:cs typeface="Times New Roman" panose="02020603050405020304" pitchFamily="18" charset="0"/>
              </a:rPr>
              <a:t> Same as existing carpet area.</a:t>
            </a:r>
          </a:p>
          <a:p>
            <a:r>
              <a:rPr lang="en-IN" sz="2400"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Developer Benefits</a:t>
            </a:r>
            <a:r>
              <a:rPr lang="en-IN" sz="2400" b="1"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Developer can build:</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Rehabilitation area</a:t>
            </a:r>
            <a:r>
              <a:rPr lang="en-IN" sz="2400" dirty="0">
                <a:latin typeface="Times New Roman" panose="02020603050405020304" pitchFamily="18" charset="0"/>
                <a:cs typeface="Times New Roman" panose="02020603050405020304" pitchFamily="18" charset="0"/>
              </a:rPr>
              <a:t> for occupants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50% additional incentive construction</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Completion Rule</a:t>
            </a:r>
            <a:r>
              <a:rPr lang="en-IN" sz="2400" b="1" dirty="0">
                <a:latin typeface="Times New Roman" panose="02020603050405020304" pitchFamily="18" charset="0"/>
                <a:cs typeface="Times New Roman" panose="02020603050405020304" pitchFamily="18" charset="0"/>
              </a:rPr>
              <a: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Incentive construction permission is given </a:t>
            </a:r>
            <a:r>
              <a:rPr lang="en-IN" sz="2400" b="1" dirty="0">
                <a:latin typeface="Times New Roman" panose="02020603050405020304" pitchFamily="18" charset="0"/>
                <a:cs typeface="Times New Roman" panose="02020603050405020304" pitchFamily="18" charset="0"/>
              </a:rPr>
              <a:t>only after rehabilitation buildings are completed</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Special Rule for Protected Structures: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Residential unit: </a:t>
            </a:r>
            <a:r>
              <a:rPr lang="en-IN" sz="2400" b="1" dirty="0">
                <a:latin typeface="Times New Roman" panose="02020603050405020304" pitchFamily="18" charset="0"/>
                <a:cs typeface="Times New Roman" panose="02020603050405020304" pitchFamily="18" charset="0"/>
              </a:rPr>
              <a:t>25 </a:t>
            </a:r>
            <a:r>
              <a:rPr lang="en-IN" sz="2400" b="1" dirty="0" err="1">
                <a:latin typeface="Times New Roman" panose="02020603050405020304" pitchFamily="18" charset="0"/>
                <a:cs typeface="Times New Roman" panose="02020603050405020304" pitchFamily="18" charset="0"/>
              </a:rPr>
              <a:t>sq.m</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Commercial unit: </a:t>
            </a:r>
            <a:r>
              <a:rPr lang="en-IN" sz="2400" b="1" dirty="0">
                <a:latin typeface="Times New Roman" panose="02020603050405020304" pitchFamily="18" charset="0"/>
                <a:cs typeface="Times New Roman" panose="02020603050405020304" pitchFamily="18" charset="0"/>
              </a:rPr>
              <a:t>Existing area or 20.90 </a:t>
            </a:r>
            <a:r>
              <a:rPr lang="en-IN" sz="2400" b="1" dirty="0" err="1">
                <a:latin typeface="Times New Roman" panose="02020603050405020304" pitchFamily="18" charset="0"/>
                <a:cs typeface="Times New Roman" panose="02020603050405020304" pitchFamily="18" charset="0"/>
              </a:rPr>
              <a:t>sq.m</a:t>
            </a:r>
            <a:r>
              <a:rPr lang="en-IN" sz="2400" b="1" dirty="0">
                <a:latin typeface="Times New Roman" panose="02020603050405020304" pitchFamily="18" charset="0"/>
                <a:cs typeface="Times New Roman" panose="02020603050405020304" pitchFamily="18" charset="0"/>
              </a:rPr>
              <a:t> (whichever is smaller)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p>
          <a:p>
            <a:endParaRPr lang="en-IN" dirty="0"/>
          </a:p>
        </p:txBody>
      </p:sp>
    </p:spTree>
    <p:extLst>
      <p:ext uri="{BB962C8B-B14F-4D97-AF65-F5344CB8AC3E}">
        <p14:creationId xmlns:p14="http://schemas.microsoft.com/office/powerpoint/2010/main" val="3121423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25435" y="777240"/>
            <a:ext cx="7893129" cy="1116806"/>
          </a:xfrm>
          <a:prstGeom prst="rect">
            <a:avLst/>
          </a:prstGeom>
          <a:noFill/>
          <a:ln/>
        </p:spPr>
        <p:txBody>
          <a:bodyPr wrap="square" lIns="0" tIns="0" rIns="0" bIns="0" rtlCol="0" anchor="t"/>
          <a:lstStyle/>
          <a:p>
            <a:pPr marL="0" indent="0" algn="l">
              <a:lnSpc>
                <a:spcPts val="4350"/>
              </a:lnSpc>
              <a:buNone/>
            </a:pPr>
            <a:r>
              <a:rPr lang="en-US" sz="3500" b="1" dirty="0">
                <a:solidFill>
                  <a:srgbClr val="006747"/>
                </a:solidFill>
                <a:latin typeface="Noto Serif SC Bold" pitchFamily="34" charset="0"/>
                <a:ea typeface="Noto Serif SC Bold" pitchFamily="34" charset="-122"/>
                <a:cs typeface="Noto Serif SC Bold" pitchFamily="34" charset="-120"/>
              </a:rPr>
              <a:t>Government Resolutions: Policy Enablers</a:t>
            </a:r>
            <a:endParaRPr lang="en-US" sz="3500" dirty="0"/>
          </a:p>
        </p:txBody>
      </p:sp>
      <p:sp>
        <p:nvSpPr>
          <p:cNvPr id="4" name="Text 1"/>
          <p:cNvSpPr/>
          <p:nvPr/>
        </p:nvSpPr>
        <p:spPr>
          <a:xfrm>
            <a:off x="625435" y="2162056"/>
            <a:ext cx="7893129" cy="857607"/>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Government Resolutions (GRs) issued by the Maharashtra State Government provide detailed policy frameworks, clarifications and procedural guidelines that operationalise the statutory provisions</a:t>
            </a:r>
            <a:endParaRPr lang="en-US" sz="1400" b="1" dirty="0"/>
          </a:p>
        </p:txBody>
      </p:sp>
      <p:pic>
        <p:nvPicPr>
          <p:cNvPr id="5" name="Image 1" descr="preencoded.png"/>
          <p:cNvPicPr>
            <a:picLocks noChangeAspect="1"/>
          </p:cNvPicPr>
          <p:nvPr/>
        </p:nvPicPr>
        <p:blipFill>
          <a:blip r:embed="rId4"/>
          <a:stretch>
            <a:fillRect/>
          </a:stretch>
        </p:blipFill>
        <p:spPr>
          <a:xfrm>
            <a:off x="625435" y="3220641"/>
            <a:ext cx="893445" cy="1601153"/>
          </a:xfrm>
          <a:prstGeom prst="rect">
            <a:avLst/>
          </a:prstGeom>
        </p:spPr>
      </p:pic>
      <p:sp>
        <p:nvSpPr>
          <p:cNvPr id="6" name="Text 2"/>
          <p:cNvSpPr/>
          <p:nvPr/>
        </p:nvSpPr>
        <p:spPr>
          <a:xfrm>
            <a:off x="1697474" y="3399234"/>
            <a:ext cx="3057525" cy="279202"/>
          </a:xfrm>
          <a:prstGeom prst="rect">
            <a:avLst/>
          </a:prstGeom>
          <a:noFill/>
          <a:ln/>
        </p:spPr>
        <p:txBody>
          <a:bodyPr wrap="none" lIns="0" tIns="0" rIns="0" bIns="0" rtlCol="0" anchor="t"/>
          <a:lstStyle/>
          <a:p>
            <a:pPr marL="0" indent="0" algn="l">
              <a:lnSpc>
                <a:spcPts val="2150"/>
              </a:lnSpc>
              <a:buNone/>
            </a:pPr>
            <a:r>
              <a:rPr lang="en-US" sz="1750" b="1" dirty="0">
                <a:solidFill>
                  <a:schemeClr val="accent6">
                    <a:lumMod val="50000"/>
                  </a:schemeClr>
                </a:solidFill>
                <a:latin typeface="Noto Serif SC Bold" pitchFamily="34" charset="0"/>
                <a:ea typeface="Noto Serif SC Bold" pitchFamily="34" charset="-122"/>
                <a:cs typeface="Noto Serif SC Bold" pitchFamily="34" charset="-120"/>
              </a:rPr>
              <a:t>GR for Self-Redevelopment</a:t>
            </a:r>
            <a:endParaRPr lang="en-US" sz="1750" dirty="0">
              <a:solidFill>
                <a:schemeClr val="accent6">
                  <a:lumMod val="50000"/>
                </a:schemeClr>
              </a:solidFill>
            </a:endParaRPr>
          </a:p>
        </p:txBody>
      </p:sp>
      <p:sp>
        <p:nvSpPr>
          <p:cNvPr id="7" name="Text 3"/>
          <p:cNvSpPr/>
          <p:nvPr/>
        </p:nvSpPr>
        <p:spPr>
          <a:xfrm>
            <a:off x="1697474" y="3785592"/>
            <a:ext cx="6821091" cy="857607"/>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Empowers cooperative housing societies to undertake redevelopment independently without appointing external developers, retaining greater control and financial benefits</a:t>
            </a:r>
            <a:endParaRPr lang="en-US" sz="1400" b="1" dirty="0"/>
          </a:p>
        </p:txBody>
      </p:sp>
      <p:pic>
        <p:nvPicPr>
          <p:cNvPr id="8" name="Image 2" descr="preencoded.png"/>
          <p:cNvPicPr>
            <a:picLocks noChangeAspect="1"/>
          </p:cNvPicPr>
          <p:nvPr/>
        </p:nvPicPr>
        <p:blipFill>
          <a:blip r:embed="rId5"/>
          <a:stretch>
            <a:fillRect/>
          </a:stretch>
        </p:blipFill>
        <p:spPr>
          <a:xfrm>
            <a:off x="625435" y="4821793"/>
            <a:ext cx="893445" cy="1315283"/>
          </a:xfrm>
          <a:prstGeom prst="rect">
            <a:avLst/>
          </a:prstGeom>
        </p:spPr>
      </p:pic>
      <p:sp>
        <p:nvSpPr>
          <p:cNvPr id="9" name="Text 4"/>
          <p:cNvSpPr/>
          <p:nvPr/>
        </p:nvSpPr>
        <p:spPr>
          <a:xfrm>
            <a:off x="1697474" y="5000387"/>
            <a:ext cx="4950023" cy="279202"/>
          </a:xfrm>
          <a:prstGeom prst="rect">
            <a:avLst/>
          </a:prstGeom>
          <a:noFill/>
          <a:ln/>
        </p:spPr>
        <p:txBody>
          <a:bodyPr wrap="none" lIns="0" tIns="0" rIns="0" bIns="0" rtlCol="0" anchor="t"/>
          <a:lstStyle/>
          <a:p>
            <a:pPr marL="0" indent="0" algn="l">
              <a:lnSpc>
                <a:spcPts val="2150"/>
              </a:lnSpc>
              <a:buNone/>
            </a:pPr>
            <a:r>
              <a:rPr lang="en-US" sz="1750" b="1" dirty="0">
                <a:solidFill>
                  <a:schemeClr val="accent6">
                    <a:lumMod val="50000"/>
                  </a:schemeClr>
                </a:solidFill>
                <a:latin typeface="Noto Serif SC Bold" pitchFamily="34" charset="0"/>
                <a:ea typeface="Noto Serif SC Bold" pitchFamily="34" charset="-122"/>
                <a:cs typeface="Noto Serif SC Bold" pitchFamily="34" charset="-120"/>
              </a:rPr>
              <a:t>GR for Redevelopment of MHADA Buildings</a:t>
            </a:r>
            <a:endParaRPr lang="en-US" sz="1750" dirty="0">
              <a:solidFill>
                <a:schemeClr val="accent6">
                  <a:lumMod val="50000"/>
                </a:schemeClr>
              </a:solidFill>
            </a:endParaRPr>
          </a:p>
        </p:txBody>
      </p:sp>
      <p:sp>
        <p:nvSpPr>
          <p:cNvPr id="10" name="Text 5"/>
          <p:cNvSpPr/>
          <p:nvPr/>
        </p:nvSpPr>
        <p:spPr>
          <a:xfrm>
            <a:off x="1697474" y="5386745"/>
            <a:ext cx="6821091" cy="571738"/>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Establishes special procedures, incentives and tenant protection measures for redevelopment of buildings under MHADA's jurisdiction, including cessed properties</a:t>
            </a:r>
            <a:endParaRPr lang="en-US" sz="1400" b="1" dirty="0"/>
          </a:p>
        </p:txBody>
      </p:sp>
      <p:pic>
        <p:nvPicPr>
          <p:cNvPr id="11" name="Image 3" descr="preencoded.png"/>
          <p:cNvPicPr>
            <a:picLocks noChangeAspect="1"/>
          </p:cNvPicPr>
          <p:nvPr/>
        </p:nvPicPr>
        <p:blipFill>
          <a:blip r:embed="rId6"/>
          <a:stretch>
            <a:fillRect/>
          </a:stretch>
        </p:blipFill>
        <p:spPr>
          <a:xfrm>
            <a:off x="625435" y="6137077"/>
            <a:ext cx="893445" cy="1315283"/>
          </a:xfrm>
          <a:prstGeom prst="rect">
            <a:avLst/>
          </a:prstGeom>
        </p:spPr>
      </p:pic>
      <p:sp>
        <p:nvSpPr>
          <p:cNvPr id="12" name="Text 6"/>
          <p:cNvSpPr/>
          <p:nvPr/>
        </p:nvSpPr>
        <p:spPr>
          <a:xfrm>
            <a:off x="1697474" y="6315670"/>
            <a:ext cx="3595568" cy="279202"/>
          </a:xfrm>
          <a:prstGeom prst="rect">
            <a:avLst/>
          </a:prstGeom>
          <a:noFill/>
          <a:ln/>
        </p:spPr>
        <p:txBody>
          <a:bodyPr wrap="none" lIns="0" tIns="0" rIns="0" bIns="0" rtlCol="0" anchor="t"/>
          <a:lstStyle/>
          <a:p>
            <a:pPr marL="0" indent="0" algn="l">
              <a:lnSpc>
                <a:spcPts val="2150"/>
              </a:lnSpc>
              <a:buNone/>
            </a:pPr>
            <a:r>
              <a:rPr lang="en-US" sz="1750" b="1" dirty="0">
                <a:solidFill>
                  <a:schemeClr val="accent6">
                    <a:lumMod val="50000"/>
                  </a:schemeClr>
                </a:solidFill>
                <a:latin typeface="Noto Serif SC Bold" pitchFamily="34" charset="0"/>
                <a:ea typeface="Noto Serif SC Bold" pitchFamily="34" charset="-122"/>
                <a:cs typeface="Noto Serif SC Bold" pitchFamily="34" charset="-120"/>
              </a:rPr>
              <a:t>GR for Redevelopment of Slums</a:t>
            </a:r>
            <a:endParaRPr lang="en-US" sz="1750" dirty="0">
              <a:solidFill>
                <a:schemeClr val="accent6">
                  <a:lumMod val="50000"/>
                </a:schemeClr>
              </a:solidFill>
            </a:endParaRPr>
          </a:p>
        </p:txBody>
      </p:sp>
      <p:sp>
        <p:nvSpPr>
          <p:cNvPr id="13" name="Text 7"/>
          <p:cNvSpPr/>
          <p:nvPr/>
        </p:nvSpPr>
        <p:spPr>
          <a:xfrm>
            <a:off x="1697474" y="6702028"/>
            <a:ext cx="6821091" cy="571738"/>
          </a:xfrm>
          <a:prstGeom prst="rect">
            <a:avLst/>
          </a:prstGeom>
          <a:noFill/>
          <a:ln/>
        </p:spPr>
        <p:txBody>
          <a:bodyPr wrap="square" lIns="0" tIns="0" rIns="0" bIns="0" rtlCol="0" anchor="t"/>
          <a:lstStyle/>
          <a:p>
            <a:pPr marL="0" indent="0" algn="l">
              <a:lnSpc>
                <a:spcPts val="2250"/>
              </a:lnSpc>
              <a:buNone/>
            </a:pPr>
            <a:r>
              <a:rPr lang="en-US" sz="1400" b="1" dirty="0">
                <a:solidFill>
                  <a:srgbClr val="4B4A4A"/>
                </a:solidFill>
                <a:latin typeface="Geist" pitchFamily="34" charset="0"/>
                <a:ea typeface="Geist" pitchFamily="34" charset="-122"/>
                <a:cs typeface="Geist" pitchFamily="34" charset="-120"/>
              </a:rPr>
              <a:t>Provides the regulatory framework for Slum Rehabilitation Schemes (SRS), offering incentive FSI to developers undertaking in-situ rehabilitation of slum dwellers</a:t>
            </a:r>
            <a:endParaRPr lang="en-US" sz="1400" b="1" dirty="0"/>
          </a:p>
        </p:txBody>
      </p:sp>
      <p:sp>
        <p:nvSpPr>
          <p:cNvPr id="14" name="TextBox 13">
            <a:extLst>
              <a:ext uri="{FF2B5EF4-FFF2-40B4-BE49-F238E27FC236}">
                <a16:creationId xmlns:a16="http://schemas.microsoft.com/office/drawing/2014/main" id="{F17230F4-D291-1145-DAC2-3A1F6ADF5F0B}"/>
              </a:ext>
            </a:extLst>
          </p:cNvPr>
          <p:cNvSpPr txBox="1"/>
          <p:nvPr/>
        </p:nvSpPr>
        <p:spPr>
          <a:xfrm>
            <a:off x="12110851" y="6987897"/>
            <a:ext cx="251954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79346" y="376714"/>
            <a:ext cx="8515826" cy="428030"/>
          </a:xfrm>
          <a:prstGeom prst="rect">
            <a:avLst/>
          </a:prstGeom>
          <a:noFill/>
          <a:ln/>
        </p:spPr>
        <p:txBody>
          <a:bodyPr wrap="none" lIns="0" tIns="0" rIns="0" bIns="0" rtlCol="0" anchor="t"/>
          <a:lstStyle/>
          <a:p>
            <a:pPr marL="0" indent="0" algn="l">
              <a:lnSpc>
                <a:spcPts val="3350"/>
              </a:lnSpc>
              <a:buNone/>
            </a:pPr>
            <a:r>
              <a:rPr lang="en-US" sz="2650" b="1" dirty="0">
                <a:solidFill>
                  <a:srgbClr val="006747"/>
                </a:solidFill>
                <a:latin typeface="Noto Serif SC Bold" pitchFamily="34" charset="0"/>
                <a:ea typeface="Noto Serif SC Bold" pitchFamily="34" charset="-122"/>
                <a:cs typeface="Noto Serif SC Bold" pitchFamily="34" charset="-120"/>
              </a:rPr>
              <a:t>Redevelopment of a Cooperative Housing Society</a:t>
            </a:r>
            <a:endParaRPr lang="en-US" sz="2650" dirty="0"/>
          </a:p>
        </p:txBody>
      </p:sp>
      <p:sp>
        <p:nvSpPr>
          <p:cNvPr id="3" name="Text 1"/>
          <p:cNvSpPr/>
          <p:nvPr/>
        </p:nvSpPr>
        <p:spPr>
          <a:xfrm>
            <a:off x="479346" y="859512"/>
            <a:ext cx="2830711" cy="213955"/>
          </a:xfrm>
          <a:prstGeom prst="rect">
            <a:avLst/>
          </a:prstGeom>
          <a:noFill/>
          <a:ln/>
        </p:spPr>
        <p:txBody>
          <a:bodyPr wrap="none" lIns="0" tIns="0" rIns="0" bIns="0" rtlCol="0" anchor="t"/>
          <a:lstStyle/>
          <a:p>
            <a:pPr marL="0" indent="0" algn="l">
              <a:lnSpc>
                <a:spcPts val="1650"/>
              </a:lnSpc>
              <a:buNone/>
            </a:pPr>
            <a:r>
              <a:rPr lang="en-US" sz="1300" b="1" dirty="0">
                <a:solidFill>
                  <a:srgbClr val="006747"/>
                </a:solidFill>
                <a:latin typeface="Noto Serif SC Bold" pitchFamily="34" charset="0"/>
                <a:ea typeface="Noto Serif SC Bold" pitchFamily="34" charset="-122"/>
                <a:cs typeface="Noto Serif SC Bold" pitchFamily="34" charset="-120"/>
              </a:rPr>
              <a:t>A Step-by-Step Procedural Guide</a:t>
            </a:r>
            <a:endParaRPr lang="en-US" sz="1300" dirty="0"/>
          </a:p>
        </p:txBody>
      </p:sp>
      <p:sp>
        <p:nvSpPr>
          <p:cNvPr id="4" name="Shape 2"/>
          <p:cNvSpPr/>
          <p:nvPr/>
        </p:nvSpPr>
        <p:spPr>
          <a:xfrm>
            <a:off x="616268" y="1484233"/>
            <a:ext cx="136922" cy="616268"/>
          </a:xfrm>
          <a:prstGeom prst="roundRect">
            <a:avLst>
              <a:gd name="adj" fmla="val 90038"/>
            </a:avLst>
          </a:prstGeom>
          <a:solidFill>
            <a:srgbClr val="D1EFE4"/>
          </a:solidFill>
          <a:ln w="7620">
            <a:solidFill>
              <a:srgbClr val="B7D5CA"/>
            </a:solidFill>
            <a:prstDash val="solid"/>
          </a:ln>
        </p:spPr>
        <p:txBody>
          <a:bodyPr/>
          <a:lstStyle/>
          <a:p>
            <a:endParaRPr lang="en-IN"/>
          </a:p>
        </p:txBody>
      </p:sp>
      <p:sp>
        <p:nvSpPr>
          <p:cNvPr id="5" name="Shape 3"/>
          <p:cNvSpPr/>
          <p:nvPr/>
        </p:nvSpPr>
        <p:spPr>
          <a:xfrm>
            <a:off x="479346" y="1394341"/>
            <a:ext cx="410885" cy="410885"/>
          </a:xfrm>
          <a:prstGeom prst="roundRect">
            <a:avLst>
              <a:gd name="adj" fmla="val 111272"/>
            </a:avLst>
          </a:prstGeom>
          <a:solidFill>
            <a:srgbClr val="D1EFE4"/>
          </a:solidFill>
          <a:ln w="7620">
            <a:solidFill>
              <a:srgbClr val="B7D5CA"/>
            </a:solidFill>
            <a:prstDash val="solid"/>
          </a:ln>
        </p:spPr>
        <p:txBody>
          <a:bodyPr/>
          <a:lstStyle/>
          <a:p>
            <a:endParaRPr lang="en-IN"/>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2097" y="1497092"/>
            <a:ext cx="205383" cy="205383"/>
          </a:xfrm>
          <a:prstGeom prst="rect">
            <a:avLst/>
          </a:prstGeom>
        </p:spPr>
      </p:pic>
      <p:sp>
        <p:nvSpPr>
          <p:cNvPr id="7" name="Text 4"/>
          <p:cNvSpPr/>
          <p:nvPr/>
        </p:nvSpPr>
        <p:spPr>
          <a:xfrm>
            <a:off x="1027152" y="1415772"/>
            <a:ext cx="3540681" cy="213955"/>
          </a:xfrm>
          <a:prstGeom prst="rect">
            <a:avLst/>
          </a:prstGeom>
          <a:noFill/>
          <a:ln/>
        </p:spPr>
        <p:txBody>
          <a:bodyPr wrap="none" lIns="0" tIns="0" rIns="0" bIns="0" rtlCol="0" anchor="t"/>
          <a:lstStyle/>
          <a:p>
            <a:pPr marL="0" indent="0" algn="l">
              <a:lnSpc>
                <a:spcPts val="16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Formation of Redevelopment Committee</a:t>
            </a:r>
            <a:endParaRPr lang="en-US" sz="1600" dirty="0">
              <a:solidFill>
                <a:schemeClr val="accent6">
                  <a:lumMod val="50000"/>
                </a:schemeClr>
              </a:solidFill>
            </a:endParaRPr>
          </a:p>
        </p:txBody>
      </p:sp>
      <p:sp>
        <p:nvSpPr>
          <p:cNvPr id="8" name="Text 5"/>
          <p:cNvSpPr/>
          <p:nvPr/>
        </p:nvSpPr>
        <p:spPr>
          <a:xfrm>
            <a:off x="1027152" y="1711881"/>
            <a:ext cx="13123902" cy="219075"/>
          </a:xfrm>
          <a:prstGeom prst="rect">
            <a:avLst/>
          </a:prstGeom>
          <a:noFill/>
          <a:ln/>
        </p:spPr>
        <p:txBody>
          <a:bodyPr wrap="none" lIns="0" tIns="0" rIns="0" bIns="0" rtlCol="0" anchor="t"/>
          <a:lstStyle/>
          <a:p>
            <a:pPr marL="0" indent="0" algn="l">
              <a:lnSpc>
                <a:spcPts val="1700"/>
              </a:lnSpc>
              <a:buNone/>
            </a:pPr>
            <a:r>
              <a:rPr lang="en-US" sz="1400" b="1" dirty="0">
                <a:solidFill>
                  <a:srgbClr val="4B4A4A"/>
                </a:solidFill>
                <a:latin typeface="Geist" pitchFamily="34" charset="0"/>
                <a:ea typeface="Geist" pitchFamily="34" charset="-122"/>
                <a:cs typeface="Geist" pitchFamily="34" charset="-120"/>
              </a:rPr>
              <a:t>Society establishes a dedicated committee to oversee the redevelopment process and liaise with stakeholders</a:t>
            </a:r>
            <a:endParaRPr lang="en-US" sz="1400" b="1" dirty="0"/>
          </a:p>
        </p:txBody>
      </p:sp>
      <p:sp>
        <p:nvSpPr>
          <p:cNvPr id="9" name="Shape 6"/>
          <p:cNvSpPr/>
          <p:nvPr/>
        </p:nvSpPr>
        <p:spPr>
          <a:xfrm>
            <a:off x="821650" y="2442924"/>
            <a:ext cx="136922" cy="616268"/>
          </a:xfrm>
          <a:prstGeom prst="roundRect">
            <a:avLst>
              <a:gd name="adj" fmla="val 90038"/>
            </a:avLst>
          </a:prstGeom>
          <a:solidFill>
            <a:srgbClr val="D1EFE4"/>
          </a:solidFill>
          <a:ln w="7620">
            <a:solidFill>
              <a:srgbClr val="B7D5CA"/>
            </a:solidFill>
            <a:prstDash val="solid"/>
          </a:ln>
        </p:spPr>
        <p:txBody>
          <a:bodyPr/>
          <a:lstStyle/>
          <a:p>
            <a:endParaRPr lang="en-IN"/>
          </a:p>
        </p:txBody>
      </p:sp>
      <p:sp>
        <p:nvSpPr>
          <p:cNvPr id="10" name="Shape 7"/>
          <p:cNvSpPr/>
          <p:nvPr/>
        </p:nvSpPr>
        <p:spPr>
          <a:xfrm>
            <a:off x="684728" y="2353032"/>
            <a:ext cx="410885" cy="410885"/>
          </a:xfrm>
          <a:prstGeom prst="roundRect">
            <a:avLst>
              <a:gd name="adj" fmla="val 111272"/>
            </a:avLst>
          </a:prstGeom>
          <a:solidFill>
            <a:srgbClr val="D1EFE4"/>
          </a:solidFill>
          <a:ln w="7620">
            <a:solidFill>
              <a:srgbClr val="B7D5CA"/>
            </a:solidFill>
            <a:prstDash val="solid"/>
          </a:ln>
        </p:spPr>
        <p:txBody>
          <a:bodyPr/>
          <a:lstStyle/>
          <a:p>
            <a:endParaRPr lang="en-IN"/>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7479" y="2455783"/>
            <a:ext cx="205383" cy="205383"/>
          </a:xfrm>
          <a:prstGeom prst="rect">
            <a:avLst/>
          </a:prstGeom>
        </p:spPr>
      </p:pic>
      <p:sp>
        <p:nvSpPr>
          <p:cNvPr id="12" name="Text 8"/>
          <p:cNvSpPr/>
          <p:nvPr/>
        </p:nvSpPr>
        <p:spPr>
          <a:xfrm>
            <a:off x="1232535" y="2374463"/>
            <a:ext cx="3401020" cy="213955"/>
          </a:xfrm>
          <a:prstGeom prst="rect">
            <a:avLst/>
          </a:prstGeom>
          <a:noFill/>
          <a:ln/>
        </p:spPr>
        <p:txBody>
          <a:bodyPr wrap="none" lIns="0" tIns="0" rIns="0" bIns="0" rtlCol="0" anchor="t"/>
          <a:lstStyle/>
          <a:p>
            <a:pPr marL="0" indent="0" algn="l">
              <a:lnSpc>
                <a:spcPts val="16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Approval of Redevelopment Resolution</a:t>
            </a:r>
            <a:endParaRPr lang="en-US" sz="1600" dirty="0">
              <a:solidFill>
                <a:schemeClr val="accent6">
                  <a:lumMod val="50000"/>
                </a:schemeClr>
              </a:solidFill>
            </a:endParaRPr>
          </a:p>
        </p:txBody>
      </p:sp>
      <p:sp>
        <p:nvSpPr>
          <p:cNvPr id="13" name="Text 9"/>
          <p:cNvSpPr/>
          <p:nvPr/>
        </p:nvSpPr>
        <p:spPr>
          <a:xfrm>
            <a:off x="1232535" y="2670572"/>
            <a:ext cx="12918519" cy="219075"/>
          </a:xfrm>
          <a:prstGeom prst="rect">
            <a:avLst/>
          </a:prstGeom>
          <a:noFill/>
          <a:ln/>
        </p:spPr>
        <p:txBody>
          <a:bodyPr wrap="none" lIns="0" tIns="0" rIns="0" bIns="0" rtlCol="0" anchor="t"/>
          <a:lstStyle/>
          <a:p>
            <a:pPr marL="0" indent="0" algn="l">
              <a:lnSpc>
                <a:spcPts val="1700"/>
              </a:lnSpc>
              <a:buNone/>
            </a:pPr>
            <a:r>
              <a:rPr lang="en-US" sz="1400" b="1" dirty="0">
                <a:solidFill>
                  <a:srgbClr val="4B4A4A"/>
                </a:solidFill>
                <a:latin typeface="Geist" pitchFamily="34" charset="0"/>
                <a:ea typeface="Geist" pitchFamily="34" charset="-122"/>
                <a:cs typeface="Geist" pitchFamily="34" charset="-120"/>
              </a:rPr>
              <a:t>Special general body meeting convened to pass resolution with requisite majority as per MCS Act provisions</a:t>
            </a:r>
            <a:endParaRPr lang="en-US" sz="1400" b="1" dirty="0"/>
          </a:p>
        </p:txBody>
      </p:sp>
      <p:sp>
        <p:nvSpPr>
          <p:cNvPr id="14" name="Shape 10"/>
          <p:cNvSpPr/>
          <p:nvPr/>
        </p:nvSpPr>
        <p:spPr>
          <a:xfrm>
            <a:off x="1027152" y="3401616"/>
            <a:ext cx="136922" cy="616268"/>
          </a:xfrm>
          <a:prstGeom prst="roundRect">
            <a:avLst>
              <a:gd name="adj" fmla="val 90038"/>
            </a:avLst>
          </a:prstGeom>
          <a:solidFill>
            <a:srgbClr val="D1EFE4"/>
          </a:solidFill>
          <a:ln w="7620">
            <a:solidFill>
              <a:srgbClr val="B7D5CA"/>
            </a:solidFill>
            <a:prstDash val="solid"/>
          </a:ln>
        </p:spPr>
        <p:txBody>
          <a:bodyPr/>
          <a:lstStyle/>
          <a:p>
            <a:endParaRPr lang="en-IN"/>
          </a:p>
        </p:txBody>
      </p:sp>
      <p:sp>
        <p:nvSpPr>
          <p:cNvPr id="15" name="Shape 11"/>
          <p:cNvSpPr/>
          <p:nvPr/>
        </p:nvSpPr>
        <p:spPr>
          <a:xfrm>
            <a:off x="890230" y="3311723"/>
            <a:ext cx="410885" cy="410885"/>
          </a:xfrm>
          <a:prstGeom prst="roundRect">
            <a:avLst>
              <a:gd name="adj" fmla="val 111272"/>
            </a:avLst>
          </a:prstGeom>
          <a:solidFill>
            <a:srgbClr val="D1EFE4"/>
          </a:solidFill>
          <a:ln w="7620">
            <a:solidFill>
              <a:srgbClr val="B7D5CA"/>
            </a:solidFill>
            <a:prstDash val="solid"/>
          </a:ln>
        </p:spPr>
        <p:txBody>
          <a:bodyPr/>
          <a:lstStyle/>
          <a:p>
            <a:endParaRPr lang="en-IN"/>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2981" y="3414474"/>
            <a:ext cx="205383" cy="205383"/>
          </a:xfrm>
          <a:prstGeom prst="rect">
            <a:avLst/>
          </a:prstGeom>
        </p:spPr>
      </p:pic>
      <p:sp>
        <p:nvSpPr>
          <p:cNvPr id="17" name="Text 12"/>
          <p:cNvSpPr/>
          <p:nvPr/>
        </p:nvSpPr>
        <p:spPr>
          <a:xfrm>
            <a:off x="1438037" y="3333155"/>
            <a:ext cx="1952030" cy="213955"/>
          </a:xfrm>
          <a:prstGeom prst="rect">
            <a:avLst/>
          </a:prstGeom>
          <a:noFill/>
          <a:ln/>
        </p:spPr>
        <p:txBody>
          <a:bodyPr wrap="none" lIns="0" tIns="0" rIns="0" bIns="0" rtlCol="0" anchor="t"/>
          <a:lstStyle/>
          <a:p>
            <a:pPr marL="0" indent="0" algn="l">
              <a:lnSpc>
                <a:spcPts val="16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Selection of Developer</a:t>
            </a:r>
            <a:endParaRPr lang="en-US" sz="1600" dirty="0">
              <a:solidFill>
                <a:schemeClr val="accent6">
                  <a:lumMod val="50000"/>
                </a:schemeClr>
              </a:solidFill>
            </a:endParaRPr>
          </a:p>
        </p:txBody>
      </p:sp>
      <p:sp>
        <p:nvSpPr>
          <p:cNvPr id="18" name="Text 13"/>
          <p:cNvSpPr/>
          <p:nvPr/>
        </p:nvSpPr>
        <p:spPr>
          <a:xfrm>
            <a:off x="1438037" y="3629263"/>
            <a:ext cx="12713018" cy="219075"/>
          </a:xfrm>
          <a:prstGeom prst="rect">
            <a:avLst/>
          </a:prstGeom>
          <a:noFill/>
          <a:ln/>
        </p:spPr>
        <p:txBody>
          <a:bodyPr wrap="none" lIns="0" tIns="0" rIns="0" bIns="0" rtlCol="0" anchor="t"/>
          <a:lstStyle/>
          <a:p>
            <a:pPr marL="0" indent="0" algn="l">
              <a:lnSpc>
                <a:spcPts val="1700"/>
              </a:lnSpc>
              <a:buNone/>
            </a:pPr>
            <a:r>
              <a:rPr lang="en-US" sz="1400" b="1" dirty="0">
                <a:solidFill>
                  <a:srgbClr val="4B4A4A"/>
                </a:solidFill>
                <a:latin typeface="Geist" pitchFamily="34" charset="0"/>
                <a:ea typeface="Geist" pitchFamily="34" charset="-122"/>
                <a:cs typeface="Geist" pitchFamily="34" charset="-120"/>
              </a:rPr>
              <a:t>Transparent tendering process to invite and evaluate bids from qualified developers based on technical and financial criteria</a:t>
            </a:r>
            <a:endParaRPr lang="en-US" sz="1400" b="1" dirty="0"/>
          </a:p>
        </p:txBody>
      </p:sp>
      <p:sp>
        <p:nvSpPr>
          <p:cNvPr id="19" name="Shape 14"/>
          <p:cNvSpPr/>
          <p:nvPr/>
        </p:nvSpPr>
        <p:spPr>
          <a:xfrm>
            <a:off x="1232654" y="4360307"/>
            <a:ext cx="136922" cy="616268"/>
          </a:xfrm>
          <a:prstGeom prst="roundRect">
            <a:avLst>
              <a:gd name="adj" fmla="val 90038"/>
            </a:avLst>
          </a:prstGeom>
          <a:solidFill>
            <a:srgbClr val="D1EFE4"/>
          </a:solidFill>
          <a:ln w="7620">
            <a:solidFill>
              <a:srgbClr val="B7D5CA"/>
            </a:solidFill>
            <a:prstDash val="solid"/>
          </a:ln>
        </p:spPr>
        <p:txBody>
          <a:bodyPr/>
          <a:lstStyle/>
          <a:p>
            <a:endParaRPr lang="en-IN"/>
          </a:p>
        </p:txBody>
      </p:sp>
      <p:sp>
        <p:nvSpPr>
          <p:cNvPr id="20" name="Shape 15"/>
          <p:cNvSpPr/>
          <p:nvPr/>
        </p:nvSpPr>
        <p:spPr>
          <a:xfrm>
            <a:off x="1095732" y="4270415"/>
            <a:ext cx="410885" cy="410885"/>
          </a:xfrm>
          <a:prstGeom prst="roundRect">
            <a:avLst>
              <a:gd name="adj" fmla="val 111272"/>
            </a:avLst>
          </a:prstGeom>
          <a:solidFill>
            <a:srgbClr val="D1EFE4"/>
          </a:solidFill>
          <a:ln w="7620">
            <a:solidFill>
              <a:srgbClr val="B7D5CA"/>
            </a:solidFill>
            <a:prstDash val="solid"/>
          </a:ln>
        </p:spPr>
        <p:txBody>
          <a:bodyPr/>
          <a:lstStyle/>
          <a:p>
            <a:endParaRPr lang="en-IN"/>
          </a:p>
        </p:txBody>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98483" y="4373166"/>
            <a:ext cx="205383" cy="205383"/>
          </a:xfrm>
          <a:prstGeom prst="rect">
            <a:avLst/>
          </a:prstGeom>
        </p:spPr>
      </p:pic>
      <p:sp>
        <p:nvSpPr>
          <p:cNvPr id="22" name="Text 16"/>
          <p:cNvSpPr/>
          <p:nvPr/>
        </p:nvSpPr>
        <p:spPr>
          <a:xfrm>
            <a:off x="1643539" y="4291846"/>
            <a:ext cx="3027045" cy="213955"/>
          </a:xfrm>
          <a:prstGeom prst="rect">
            <a:avLst/>
          </a:prstGeom>
          <a:noFill/>
          <a:ln/>
        </p:spPr>
        <p:txBody>
          <a:bodyPr wrap="none" lIns="0" tIns="0" rIns="0" bIns="0" rtlCol="0" anchor="t"/>
          <a:lstStyle/>
          <a:p>
            <a:pPr marL="0" indent="0" algn="l">
              <a:lnSpc>
                <a:spcPts val="16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Execution of Developer Agreement</a:t>
            </a:r>
            <a:endParaRPr lang="en-US" sz="1600" dirty="0">
              <a:solidFill>
                <a:schemeClr val="accent6">
                  <a:lumMod val="50000"/>
                </a:schemeClr>
              </a:solidFill>
            </a:endParaRPr>
          </a:p>
        </p:txBody>
      </p:sp>
      <p:sp>
        <p:nvSpPr>
          <p:cNvPr id="23" name="Text 17"/>
          <p:cNvSpPr/>
          <p:nvPr/>
        </p:nvSpPr>
        <p:spPr>
          <a:xfrm>
            <a:off x="1643539" y="4587954"/>
            <a:ext cx="12507516" cy="219075"/>
          </a:xfrm>
          <a:prstGeom prst="rect">
            <a:avLst/>
          </a:prstGeom>
          <a:noFill/>
          <a:ln/>
        </p:spPr>
        <p:txBody>
          <a:bodyPr wrap="none" lIns="0" tIns="0" rIns="0" bIns="0" rtlCol="0" anchor="t"/>
          <a:lstStyle/>
          <a:p>
            <a:pPr marL="0" indent="0" algn="l">
              <a:lnSpc>
                <a:spcPts val="1700"/>
              </a:lnSpc>
              <a:buNone/>
            </a:pPr>
            <a:r>
              <a:rPr lang="en-US" sz="1400" b="1" dirty="0">
                <a:solidFill>
                  <a:srgbClr val="4B4A4A"/>
                </a:solidFill>
                <a:latin typeface="Geist" pitchFamily="34" charset="0"/>
                <a:ea typeface="Geist" pitchFamily="34" charset="-122"/>
                <a:cs typeface="Geist" pitchFamily="34" charset="-120"/>
              </a:rPr>
              <a:t>Comprehensive agreement detailing rights, obligations, timelines, amenities, transit accommodation and dispute resolution mechanisms</a:t>
            </a:r>
            <a:endParaRPr lang="en-US" sz="1400" b="1" dirty="0"/>
          </a:p>
        </p:txBody>
      </p:sp>
      <p:sp>
        <p:nvSpPr>
          <p:cNvPr id="24" name="Shape 18"/>
          <p:cNvSpPr/>
          <p:nvPr/>
        </p:nvSpPr>
        <p:spPr>
          <a:xfrm>
            <a:off x="1027152" y="5318998"/>
            <a:ext cx="136922" cy="616268"/>
          </a:xfrm>
          <a:prstGeom prst="roundRect">
            <a:avLst>
              <a:gd name="adj" fmla="val 90038"/>
            </a:avLst>
          </a:prstGeom>
          <a:solidFill>
            <a:srgbClr val="D1EFE4"/>
          </a:solidFill>
          <a:ln w="7620">
            <a:solidFill>
              <a:srgbClr val="B7D5CA"/>
            </a:solidFill>
            <a:prstDash val="solid"/>
          </a:ln>
        </p:spPr>
        <p:txBody>
          <a:bodyPr/>
          <a:lstStyle/>
          <a:p>
            <a:endParaRPr lang="en-IN"/>
          </a:p>
        </p:txBody>
      </p:sp>
      <p:sp>
        <p:nvSpPr>
          <p:cNvPr id="25" name="Shape 19"/>
          <p:cNvSpPr/>
          <p:nvPr/>
        </p:nvSpPr>
        <p:spPr>
          <a:xfrm>
            <a:off x="890230" y="5229106"/>
            <a:ext cx="410885" cy="410885"/>
          </a:xfrm>
          <a:prstGeom prst="roundRect">
            <a:avLst>
              <a:gd name="adj" fmla="val 111272"/>
            </a:avLst>
          </a:prstGeom>
          <a:solidFill>
            <a:srgbClr val="D1EFE4"/>
          </a:solidFill>
          <a:ln w="7620">
            <a:solidFill>
              <a:srgbClr val="B7D5CA"/>
            </a:solidFill>
            <a:prstDash val="solid"/>
          </a:ln>
        </p:spPr>
        <p:txBody>
          <a:bodyPr/>
          <a:lstStyle/>
          <a:p>
            <a:endParaRPr lang="en-IN"/>
          </a:p>
        </p:txBody>
      </p:sp>
      <p:pic>
        <p:nvPicPr>
          <p:cNvPr id="2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92981" y="5331857"/>
            <a:ext cx="205383" cy="205383"/>
          </a:xfrm>
          <a:prstGeom prst="rect">
            <a:avLst/>
          </a:prstGeom>
        </p:spPr>
      </p:pic>
      <p:sp>
        <p:nvSpPr>
          <p:cNvPr id="27" name="Text 20"/>
          <p:cNvSpPr/>
          <p:nvPr/>
        </p:nvSpPr>
        <p:spPr>
          <a:xfrm>
            <a:off x="1438037" y="5250537"/>
            <a:ext cx="1886426" cy="213955"/>
          </a:xfrm>
          <a:prstGeom prst="rect">
            <a:avLst/>
          </a:prstGeom>
          <a:noFill/>
          <a:ln/>
        </p:spPr>
        <p:txBody>
          <a:bodyPr wrap="none" lIns="0" tIns="0" rIns="0" bIns="0" rtlCol="0" anchor="t"/>
          <a:lstStyle/>
          <a:p>
            <a:pPr marL="0" indent="0" algn="l">
              <a:lnSpc>
                <a:spcPts val="16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Regulatory Approvals</a:t>
            </a:r>
            <a:endParaRPr lang="en-US" sz="1600" dirty="0">
              <a:solidFill>
                <a:schemeClr val="accent6">
                  <a:lumMod val="50000"/>
                </a:schemeClr>
              </a:solidFill>
            </a:endParaRPr>
          </a:p>
        </p:txBody>
      </p:sp>
      <p:sp>
        <p:nvSpPr>
          <p:cNvPr id="28" name="Text 21"/>
          <p:cNvSpPr/>
          <p:nvPr/>
        </p:nvSpPr>
        <p:spPr>
          <a:xfrm>
            <a:off x="1438037" y="5546646"/>
            <a:ext cx="12713018" cy="219075"/>
          </a:xfrm>
          <a:prstGeom prst="rect">
            <a:avLst/>
          </a:prstGeom>
          <a:noFill/>
          <a:ln/>
        </p:spPr>
        <p:txBody>
          <a:bodyPr wrap="none" lIns="0" tIns="0" rIns="0" bIns="0" rtlCol="0" anchor="t"/>
          <a:lstStyle/>
          <a:p>
            <a:pPr marL="0" indent="0" algn="l">
              <a:lnSpc>
                <a:spcPts val="1700"/>
              </a:lnSpc>
              <a:buNone/>
            </a:pPr>
            <a:r>
              <a:rPr lang="en-US" sz="1400" b="1" dirty="0">
                <a:solidFill>
                  <a:srgbClr val="4B4A4A"/>
                </a:solidFill>
                <a:latin typeface="Geist" pitchFamily="34" charset="0"/>
                <a:ea typeface="Geist" pitchFamily="34" charset="-122"/>
                <a:cs typeface="Geist" pitchFamily="34" charset="-120"/>
              </a:rPr>
              <a:t>Obtaining IOD, building plan sanction, RERA registration, commencement certificate and other statutory clearances</a:t>
            </a:r>
            <a:endParaRPr lang="en-US" sz="1400" b="1" dirty="0"/>
          </a:p>
        </p:txBody>
      </p:sp>
      <p:sp>
        <p:nvSpPr>
          <p:cNvPr id="29" name="Shape 22"/>
          <p:cNvSpPr/>
          <p:nvPr/>
        </p:nvSpPr>
        <p:spPr>
          <a:xfrm>
            <a:off x="821650" y="6277689"/>
            <a:ext cx="136922" cy="616268"/>
          </a:xfrm>
          <a:prstGeom prst="roundRect">
            <a:avLst>
              <a:gd name="adj" fmla="val 90038"/>
            </a:avLst>
          </a:prstGeom>
          <a:solidFill>
            <a:srgbClr val="D1EFE4"/>
          </a:solidFill>
          <a:ln w="7620">
            <a:solidFill>
              <a:srgbClr val="B7D5CA"/>
            </a:solidFill>
            <a:prstDash val="solid"/>
          </a:ln>
        </p:spPr>
        <p:txBody>
          <a:bodyPr/>
          <a:lstStyle/>
          <a:p>
            <a:endParaRPr lang="en-IN"/>
          </a:p>
        </p:txBody>
      </p:sp>
      <p:sp>
        <p:nvSpPr>
          <p:cNvPr id="30" name="Shape 23"/>
          <p:cNvSpPr/>
          <p:nvPr/>
        </p:nvSpPr>
        <p:spPr>
          <a:xfrm>
            <a:off x="684728" y="6187797"/>
            <a:ext cx="410885" cy="410885"/>
          </a:xfrm>
          <a:prstGeom prst="roundRect">
            <a:avLst>
              <a:gd name="adj" fmla="val 111272"/>
            </a:avLst>
          </a:prstGeom>
          <a:solidFill>
            <a:srgbClr val="D1EFE4"/>
          </a:solidFill>
          <a:ln w="7620">
            <a:solidFill>
              <a:srgbClr val="B7D5CA"/>
            </a:solidFill>
            <a:prstDash val="solid"/>
          </a:ln>
        </p:spPr>
        <p:txBody>
          <a:bodyPr/>
          <a:lstStyle/>
          <a:p>
            <a:endParaRPr lang="en-IN"/>
          </a:p>
        </p:txBody>
      </p:sp>
      <p:pic>
        <p:nvPicPr>
          <p:cNvPr id="31"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87479" y="6290548"/>
            <a:ext cx="205383" cy="205383"/>
          </a:xfrm>
          <a:prstGeom prst="rect">
            <a:avLst/>
          </a:prstGeom>
        </p:spPr>
      </p:pic>
      <p:sp>
        <p:nvSpPr>
          <p:cNvPr id="32" name="Text 24"/>
          <p:cNvSpPr/>
          <p:nvPr/>
        </p:nvSpPr>
        <p:spPr>
          <a:xfrm>
            <a:off x="1232535" y="6209228"/>
            <a:ext cx="2812375" cy="213955"/>
          </a:xfrm>
          <a:prstGeom prst="rect">
            <a:avLst/>
          </a:prstGeom>
          <a:noFill/>
          <a:ln/>
        </p:spPr>
        <p:txBody>
          <a:bodyPr wrap="none" lIns="0" tIns="0" rIns="0" bIns="0" rtlCol="0" anchor="t"/>
          <a:lstStyle/>
          <a:p>
            <a:pPr marL="0" indent="0" algn="l">
              <a:lnSpc>
                <a:spcPts val="16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Rehabilitation and Construction</a:t>
            </a:r>
            <a:endParaRPr lang="en-US" sz="1600" dirty="0">
              <a:solidFill>
                <a:schemeClr val="accent6">
                  <a:lumMod val="50000"/>
                </a:schemeClr>
              </a:solidFill>
            </a:endParaRPr>
          </a:p>
        </p:txBody>
      </p:sp>
      <p:sp>
        <p:nvSpPr>
          <p:cNvPr id="33" name="Text 25"/>
          <p:cNvSpPr/>
          <p:nvPr/>
        </p:nvSpPr>
        <p:spPr>
          <a:xfrm>
            <a:off x="1232535" y="6505337"/>
            <a:ext cx="12918519" cy="219075"/>
          </a:xfrm>
          <a:prstGeom prst="rect">
            <a:avLst/>
          </a:prstGeom>
          <a:noFill/>
          <a:ln/>
        </p:spPr>
        <p:txBody>
          <a:bodyPr wrap="none" lIns="0" tIns="0" rIns="0" bIns="0" rtlCol="0" anchor="t"/>
          <a:lstStyle/>
          <a:p>
            <a:pPr marL="0" indent="0" algn="l">
              <a:lnSpc>
                <a:spcPts val="1700"/>
              </a:lnSpc>
              <a:buNone/>
            </a:pPr>
            <a:r>
              <a:rPr lang="en-US" sz="1400" b="1" dirty="0">
                <a:solidFill>
                  <a:srgbClr val="4B4A4A"/>
                </a:solidFill>
                <a:latin typeface="Geist" pitchFamily="34" charset="0"/>
                <a:ea typeface="Geist" pitchFamily="34" charset="-122"/>
                <a:cs typeface="Geist" pitchFamily="34" charset="-120"/>
              </a:rPr>
              <a:t>Provision of transit accommodation, demolition of existing structure, and construction of new building as per sanctioned plans</a:t>
            </a:r>
            <a:endParaRPr lang="en-US" sz="1400" b="1" dirty="0"/>
          </a:p>
        </p:txBody>
      </p:sp>
      <p:sp>
        <p:nvSpPr>
          <p:cNvPr id="34" name="Shape 26"/>
          <p:cNvSpPr/>
          <p:nvPr/>
        </p:nvSpPr>
        <p:spPr>
          <a:xfrm>
            <a:off x="616268" y="7236381"/>
            <a:ext cx="136922" cy="616268"/>
          </a:xfrm>
          <a:prstGeom prst="roundRect">
            <a:avLst>
              <a:gd name="adj" fmla="val 90038"/>
            </a:avLst>
          </a:prstGeom>
          <a:solidFill>
            <a:srgbClr val="D1EFE4"/>
          </a:solidFill>
          <a:ln w="7620">
            <a:solidFill>
              <a:srgbClr val="B7D5CA"/>
            </a:solidFill>
            <a:prstDash val="solid"/>
          </a:ln>
        </p:spPr>
        <p:txBody>
          <a:bodyPr/>
          <a:lstStyle/>
          <a:p>
            <a:endParaRPr lang="en-IN"/>
          </a:p>
        </p:txBody>
      </p:sp>
      <p:sp>
        <p:nvSpPr>
          <p:cNvPr id="35" name="Shape 27"/>
          <p:cNvSpPr/>
          <p:nvPr/>
        </p:nvSpPr>
        <p:spPr>
          <a:xfrm>
            <a:off x="479346" y="7146488"/>
            <a:ext cx="410885" cy="410885"/>
          </a:xfrm>
          <a:prstGeom prst="roundRect">
            <a:avLst>
              <a:gd name="adj" fmla="val 111272"/>
            </a:avLst>
          </a:prstGeom>
          <a:solidFill>
            <a:srgbClr val="D1EFE4"/>
          </a:solidFill>
          <a:ln w="7620">
            <a:solidFill>
              <a:srgbClr val="B7D5CA"/>
            </a:solidFill>
            <a:prstDash val="solid"/>
          </a:ln>
        </p:spPr>
        <p:txBody>
          <a:bodyPr/>
          <a:lstStyle/>
          <a:p>
            <a:endParaRPr lang="en-IN"/>
          </a:p>
        </p:txBody>
      </p:sp>
      <p:pic>
        <p:nvPicPr>
          <p:cNvPr id="36"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82097" y="7249239"/>
            <a:ext cx="205383" cy="205383"/>
          </a:xfrm>
          <a:prstGeom prst="rect">
            <a:avLst/>
          </a:prstGeom>
        </p:spPr>
      </p:pic>
      <p:sp>
        <p:nvSpPr>
          <p:cNvPr id="37" name="Text 28"/>
          <p:cNvSpPr/>
          <p:nvPr/>
        </p:nvSpPr>
        <p:spPr>
          <a:xfrm>
            <a:off x="1027152" y="7167920"/>
            <a:ext cx="2960846" cy="213955"/>
          </a:xfrm>
          <a:prstGeom prst="rect">
            <a:avLst/>
          </a:prstGeom>
          <a:noFill/>
          <a:ln/>
        </p:spPr>
        <p:txBody>
          <a:bodyPr wrap="none" lIns="0" tIns="0" rIns="0" bIns="0" rtlCol="0" anchor="t"/>
          <a:lstStyle/>
          <a:p>
            <a:pPr marL="0" indent="0" algn="l">
              <a:lnSpc>
                <a:spcPts val="1650"/>
              </a:lnSpc>
              <a:buNone/>
            </a:pPr>
            <a:r>
              <a:rPr lang="en-US" sz="1600" b="1" dirty="0">
                <a:solidFill>
                  <a:schemeClr val="accent6">
                    <a:lumMod val="50000"/>
                  </a:schemeClr>
                </a:solidFill>
                <a:latin typeface="Noto Serif SC Bold" pitchFamily="34" charset="0"/>
                <a:ea typeface="Noto Serif SC Bold" pitchFamily="34" charset="-122"/>
                <a:cs typeface="Noto Serif SC Bold" pitchFamily="34" charset="-120"/>
              </a:rPr>
              <a:t>Project Completion and Handover</a:t>
            </a:r>
            <a:endParaRPr lang="en-US" sz="1600" dirty="0">
              <a:solidFill>
                <a:schemeClr val="accent6">
                  <a:lumMod val="50000"/>
                </a:schemeClr>
              </a:solidFill>
            </a:endParaRPr>
          </a:p>
        </p:txBody>
      </p:sp>
      <p:sp>
        <p:nvSpPr>
          <p:cNvPr id="38" name="Text 29"/>
          <p:cNvSpPr/>
          <p:nvPr/>
        </p:nvSpPr>
        <p:spPr>
          <a:xfrm>
            <a:off x="1027152" y="7464028"/>
            <a:ext cx="13123902" cy="219075"/>
          </a:xfrm>
          <a:prstGeom prst="rect">
            <a:avLst/>
          </a:prstGeom>
          <a:noFill/>
          <a:ln/>
        </p:spPr>
        <p:txBody>
          <a:bodyPr wrap="none" lIns="0" tIns="0" rIns="0" bIns="0" rtlCol="0" anchor="t"/>
          <a:lstStyle/>
          <a:p>
            <a:pPr marL="0" indent="0" algn="l">
              <a:lnSpc>
                <a:spcPts val="1700"/>
              </a:lnSpc>
              <a:buNone/>
            </a:pPr>
            <a:r>
              <a:rPr lang="en-US" sz="1400" b="1" dirty="0">
                <a:solidFill>
                  <a:srgbClr val="4B4A4A"/>
                </a:solidFill>
                <a:latin typeface="Geist" pitchFamily="34" charset="0"/>
                <a:ea typeface="Geist" pitchFamily="34" charset="-122"/>
                <a:cs typeface="Geist" pitchFamily="34" charset="-120"/>
              </a:rPr>
              <a:t>Obtaining Occupation Certificate, conveyance of society premises, and formal handover of flats to members with clear title</a:t>
            </a:r>
            <a:endParaRPr lang="en-US" sz="1400" b="1" dirty="0"/>
          </a:p>
        </p:txBody>
      </p:sp>
      <mc:AlternateContent xmlns:mc="http://schemas.openxmlformats.org/markup-compatibility/2006" xmlns:p14="http://schemas.microsoft.com/office/powerpoint/2010/main">
        <mc:Choice Requires="p14">
          <p:contentPart p14:bwMode="auto" r:id="rId17">
            <p14:nvContentPartPr>
              <p14:cNvPr id="39" name="Ink 38">
                <a:extLst>
                  <a:ext uri="{FF2B5EF4-FFF2-40B4-BE49-F238E27FC236}">
                    <a16:creationId xmlns:a16="http://schemas.microsoft.com/office/drawing/2014/main" id="{D0A99B95-17FA-AA56-910A-9D94D8DB6594}"/>
                  </a:ext>
                </a:extLst>
              </p14:cNvPr>
              <p14:cNvContentPartPr/>
              <p14:nvPr/>
            </p14:nvContentPartPr>
            <p14:xfrm>
              <a:off x="12918549" y="7836120"/>
              <a:ext cx="1621800" cy="249480"/>
            </p14:xfrm>
          </p:contentPart>
        </mc:Choice>
        <mc:Fallback xmlns="">
          <p:pic>
            <p:nvPicPr>
              <p:cNvPr id="39" name="Ink 38">
                <a:extLst>
                  <a:ext uri="{FF2B5EF4-FFF2-40B4-BE49-F238E27FC236}">
                    <a16:creationId xmlns:a16="http://schemas.microsoft.com/office/drawing/2014/main" id="{D0A99B95-17FA-AA56-910A-9D94D8DB6594}"/>
                  </a:ext>
                </a:extLst>
              </p:cNvPr>
              <p:cNvPicPr/>
              <p:nvPr/>
            </p:nvPicPr>
            <p:blipFill>
              <a:blip r:embed="rId18"/>
              <a:stretch>
                <a:fillRect/>
              </a:stretch>
            </p:blipFill>
            <p:spPr>
              <a:xfrm>
                <a:off x="12855549" y="7773120"/>
                <a:ext cx="1747440" cy="375120"/>
              </a:xfrm>
              <a:prstGeom prst="rect">
                <a:avLst/>
              </a:prstGeom>
            </p:spPr>
          </p:pic>
        </mc:Fallback>
      </mc:AlternateContent>
      <p:sp>
        <p:nvSpPr>
          <p:cNvPr id="40" name="TextBox 39">
            <a:extLst>
              <a:ext uri="{FF2B5EF4-FFF2-40B4-BE49-F238E27FC236}">
                <a16:creationId xmlns:a16="http://schemas.microsoft.com/office/drawing/2014/main" id="{CFD29363-FDBE-197D-9065-A10A1B5C7B6D}"/>
              </a:ext>
            </a:extLst>
          </p:cNvPr>
          <p:cNvSpPr txBox="1"/>
          <p:nvPr/>
        </p:nvSpPr>
        <p:spPr>
          <a:xfrm>
            <a:off x="12213771" y="7737497"/>
            <a:ext cx="2600898"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15910" y="903923"/>
            <a:ext cx="10743486" cy="549831"/>
          </a:xfrm>
          <a:prstGeom prst="rect">
            <a:avLst/>
          </a:prstGeom>
          <a:noFill/>
          <a:ln/>
        </p:spPr>
        <p:txBody>
          <a:bodyPr wrap="none" lIns="0" tIns="0" rIns="0" bIns="0" rtlCol="0" anchor="t"/>
          <a:lstStyle/>
          <a:p>
            <a:pPr marL="0" indent="0" algn="l">
              <a:lnSpc>
                <a:spcPts val="4300"/>
              </a:lnSpc>
              <a:buNone/>
            </a:pPr>
            <a:r>
              <a:rPr lang="en-US" sz="3450" b="1" dirty="0">
                <a:solidFill>
                  <a:srgbClr val="006747"/>
                </a:solidFill>
                <a:latin typeface="Noto Serif SC Bold" pitchFamily="34" charset="0"/>
                <a:ea typeface="Noto Serif SC Bold" pitchFamily="34" charset="-122"/>
                <a:cs typeface="Noto Serif SC Bold" pitchFamily="34" charset="-120"/>
              </a:rPr>
              <a:t>Key Components of Redevelopment Agreements</a:t>
            </a:r>
            <a:endParaRPr lang="en-US" sz="3450" dirty="0"/>
          </a:p>
        </p:txBody>
      </p:sp>
      <p:sp>
        <p:nvSpPr>
          <p:cNvPr id="3" name="Text 1"/>
          <p:cNvSpPr/>
          <p:nvPr/>
        </p:nvSpPr>
        <p:spPr>
          <a:xfrm>
            <a:off x="615910" y="1805702"/>
            <a:ext cx="13398579" cy="562927"/>
          </a:xfrm>
          <a:prstGeom prst="rect">
            <a:avLst/>
          </a:prstGeom>
          <a:noFill/>
          <a:ln/>
        </p:spPr>
        <p:txBody>
          <a:bodyPr wrap="square" lIns="0" tIns="0" rIns="0" bIns="0" rtlCol="0" anchor="t"/>
          <a:lstStyle/>
          <a:p>
            <a:pPr marL="0" indent="0" algn="l">
              <a:lnSpc>
                <a:spcPts val="2200"/>
              </a:lnSpc>
              <a:buNone/>
            </a:pPr>
            <a:r>
              <a:rPr lang="en-US" sz="1600" b="1" dirty="0">
                <a:solidFill>
                  <a:srgbClr val="4B4A4A"/>
                </a:solidFill>
                <a:latin typeface="Geist" pitchFamily="34" charset="0"/>
                <a:ea typeface="Geist" pitchFamily="34" charset="-122"/>
                <a:cs typeface="Geist" pitchFamily="34" charset="-120"/>
              </a:rPr>
              <a:t>Redevelopment agreements are complex legal documents outlining the responsibilities and entitlements of all parties. Understanding their key clauses is crucial for a smooth and successful project.</a:t>
            </a:r>
            <a:endParaRPr lang="en-US" sz="1600" b="1" dirty="0"/>
          </a:p>
        </p:txBody>
      </p:sp>
      <p:sp>
        <p:nvSpPr>
          <p:cNvPr id="4" name="Text 2"/>
          <p:cNvSpPr/>
          <p:nvPr/>
        </p:nvSpPr>
        <p:spPr>
          <a:xfrm>
            <a:off x="698897" y="2566511"/>
            <a:ext cx="4271605" cy="275034"/>
          </a:xfrm>
          <a:prstGeom prst="rect">
            <a:avLst/>
          </a:prstGeom>
          <a:noFill/>
          <a:ln/>
        </p:spPr>
        <p:txBody>
          <a:bodyPr wrap="none" lIns="0" tIns="0" rIns="0" bIns="0" rtlCol="0" anchor="t"/>
          <a:lstStyle/>
          <a:p>
            <a:pPr marL="0" indent="0" algn="r">
              <a:lnSpc>
                <a:spcPts val="21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Transfer of Development Rights (TDR)</a:t>
            </a:r>
            <a:endParaRPr lang="en-US" dirty="0">
              <a:solidFill>
                <a:schemeClr val="accent6">
                  <a:lumMod val="50000"/>
                </a:schemeClr>
              </a:solidFill>
            </a:endParaRPr>
          </a:p>
        </p:txBody>
      </p:sp>
      <p:sp>
        <p:nvSpPr>
          <p:cNvPr id="5" name="Text 3"/>
          <p:cNvSpPr/>
          <p:nvPr/>
        </p:nvSpPr>
        <p:spPr>
          <a:xfrm>
            <a:off x="615910" y="2947035"/>
            <a:ext cx="4354592" cy="844391"/>
          </a:xfrm>
          <a:prstGeom prst="rect">
            <a:avLst/>
          </a:prstGeom>
          <a:noFill/>
          <a:ln/>
        </p:spPr>
        <p:txBody>
          <a:bodyPr wrap="square" lIns="0" tIns="0" rIns="0" bIns="0" rtlCol="0" anchor="t"/>
          <a:lstStyle/>
          <a:p>
            <a:pPr marL="0" indent="0" algn="r">
              <a:lnSpc>
                <a:spcPts val="2200"/>
              </a:lnSpc>
              <a:buNone/>
            </a:pPr>
            <a:r>
              <a:rPr lang="en-US" sz="1400" b="1" dirty="0">
                <a:solidFill>
                  <a:srgbClr val="4B4A4A"/>
                </a:solidFill>
                <a:latin typeface="Geist" pitchFamily="34" charset="0"/>
                <a:ea typeface="Geist" pitchFamily="34" charset="-122"/>
                <a:cs typeface="Geist" pitchFamily="34" charset="-120"/>
              </a:rPr>
              <a:t>Often used as compensation, TDR allows developers to use unused FSI from one plot on another, boosting project viability.</a:t>
            </a:r>
            <a:endParaRPr lang="en-US" sz="1400" b="1" dirty="0"/>
          </a:p>
        </p:txBody>
      </p:sp>
      <p:pic>
        <p:nvPicPr>
          <p:cNvPr id="6" name="Image 0" descr="preencoded.png"/>
          <p:cNvPicPr>
            <a:picLocks noChangeAspect="1"/>
          </p:cNvPicPr>
          <p:nvPr/>
        </p:nvPicPr>
        <p:blipFill>
          <a:blip r:embed="rId3"/>
          <a:stretch>
            <a:fillRect/>
          </a:stretch>
        </p:blipFill>
        <p:spPr>
          <a:xfrm>
            <a:off x="4970502" y="2601397"/>
            <a:ext cx="4689396" cy="4689396"/>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7669" y="3776484"/>
            <a:ext cx="247412" cy="247412"/>
          </a:xfrm>
          <a:prstGeom prst="rect">
            <a:avLst/>
          </a:prstGeom>
        </p:spPr>
      </p:pic>
      <p:sp>
        <p:nvSpPr>
          <p:cNvPr id="8" name="Text 4"/>
          <p:cNvSpPr/>
          <p:nvPr/>
        </p:nvSpPr>
        <p:spPr>
          <a:xfrm>
            <a:off x="9659898" y="2566511"/>
            <a:ext cx="2610207" cy="275034"/>
          </a:xfrm>
          <a:prstGeom prst="rect">
            <a:avLst/>
          </a:prstGeom>
          <a:noFill/>
          <a:ln/>
        </p:spPr>
        <p:txBody>
          <a:bodyPr wrap="none" lIns="0" tIns="0" rIns="0" bIns="0" rtlCol="0" anchor="t"/>
          <a:lstStyle/>
          <a:p>
            <a:pPr marL="0" indent="0" algn="l">
              <a:lnSpc>
                <a:spcPts val="21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Floor Space Index (FSI)</a:t>
            </a:r>
            <a:endParaRPr lang="en-US" dirty="0">
              <a:solidFill>
                <a:schemeClr val="accent6">
                  <a:lumMod val="50000"/>
                </a:schemeClr>
              </a:solidFill>
            </a:endParaRPr>
          </a:p>
        </p:txBody>
      </p:sp>
      <p:sp>
        <p:nvSpPr>
          <p:cNvPr id="9" name="Text 5"/>
          <p:cNvSpPr/>
          <p:nvPr/>
        </p:nvSpPr>
        <p:spPr>
          <a:xfrm>
            <a:off x="9659898" y="2947035"/>
            <a:ext cx="4354592" cy="844391"/>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This critical ratio dictates the permissible built-up area on a plot, directly impacting the number of new units and developer's profit margin.</a:t>
            </a:r>
            <a:endParaRPr lang="en-US" sz="1350" b="1" dirty="0"/>
          </a:p>
        </p:txBody>
      </p:sp>
      <p:pic>
        <p:nvPicPr>
          <p:cNvPr id="10" name="Image 2" descr="preencoded.png"/>
          <p:cNvPicPr>
            <a:picLocks noChangeAspect="1"/>
          </p:cNvPicPr>
          <p:nvPr/>
        </p:nvPicPr>
        <p:blipFill>
          <a:blip r:embed="rId6"/>
          <a:stretch>
            <a:fillRect/>
          </a:stretch>
        </p:blipFill>
        <p:spPr>
          <a:xfrm>
            <a:off x="4970502" y="2601397"/>
            <a:ext cx="4689396" cy="4689396"/>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95081" y="3776484"/>
            <a:ext cx="247412" cy="247412"/>
          </a:xfrm>
          <a:prstGeom prst="rect">
            <a:avLst/>
          </a:prstGeom>
        </p:spPr>
      </p:pic>
      <p:sp>
        <p:nvSpPr>
          <p:cNvPr id="12" name="Text 6"/>
          <p:cNvSpPr/>
          <p:nvPr/>
        </p:nvSpPr>
        <p:spPr>
          <a:xfrm>
            <a:off x="10011847" y="4196120"/>
            <a:ext cx="2199799" cy="275034"/>
          </a:xfrm>
          <a:prstGeom prst="rect">
            <a:avLst/>
          </a:prstGeom>
          <a:noFill/>
          <a:ln/>
        </p:spPr>
        <p:txBody>
          <a:bodyPr wrap="none" lIns="0" tIns="0" rIns="0" bIns="0" rtlCol="0" anchor="t"/>
          <a:lstStyle/>
          <a:p>
            <a:pPr marL="0" indent="0" algn="l">
              <a:lnSpc>
                <a:spcPts val="21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Consent Clause</a:t>
            </a:r>
            <a:endParaRPr lang="en-US" dirty="0">
              <a:solidFill>
                <a:schemeClr val="accent6">
                  <a:lumMod val="50000"/>
                </a:schemeClr>
              </a:solidFill>
            </a:endParaRPr>
          </a:p>
        </p:txBody>
      </p:sp>
      <p:sp>
        <p:nvSpPr>
          <p:cNvPr id="13" name="Text 7"/>
          <p:cNvSpPr/>
          <p:nvPr/>
        </p:nvSpPr>
        <p:spPr>
          <a:xfrm>
            <a:off x="10011847" y="4576643"/>
            <a:ext cx="4002643" cy="844391"/>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Specifies the mandatory majority consent from society members, ensuring collective approval for the redevelopment process as per MCS Act.</a:t>
            </a:r>
            <a:endParaRPr lang="en-US" sz="1350" b="1" dirty="0"/>
          </a:p>
        </p:txBody>
      </p:sp>
      <p:pic>
        <p:nvPicPr>
          <p:cNvPr id="14" name="Image 4" descr="preencoded.png"/>
          <p:cNvPicPr>
            <a:picLocks noChangeAspect="1"/>
          </p:cNvPicPr>
          <p:nvPr/>
        </p:nvPicPr>
        <p:blipFill>
          <a:blip r:embed="rId9"/>
          <a:stretch>
            <a:fillRect/>
          </a:stretch>
        </p:blipFill>
        <p:spPr>
          <a:xfrm>
            <a:off x="4970502" y="2601397"/>
            <a:ext cx="4689396" cy="4689396"/>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98847" y="4822329"/>
            <a:ext cx="247412" cy="247412"/>
          </a:xfrm>
          <a:prstGeom prst="rect">
            <a:avLst/>
          </a:prstGeom>
        </p:spPr>
      </p:pic>
      <p:sp>
        <p:nvSpPr>
          <p:cNvPr id="16" name="Text 8"/>
          <p:cNvSpPr/>
          <p:nvPr/>
        </p:nvSpPr>
        <p:spPr>
          <a:xfrm>
            <a:off x="9659898" y="5825728"/>
            <a:ext cx="4354592" cy="550069"/>
          </a:xfrm>
          <a:prstGeom prst="rect">
            <a:avLst/>
          </a:prstGeom>
          <a:noFill/>
          <a:ln/>
        </p:spPr>
        <p:txBody>
          <a:bodyPr wrap="square" lIns="0" tIns="0" rIns="0" bIns="0" rtlCol="0" anchor="t"/>
          <a:lstStyle/>
          <a:p>
            <a:pPr marL="0" indent="0" algn="l">
              <a:lnSpc>
                <a:spcPts val="21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Permanent and Temporary Alternate Accommodation</a:t>
            </a:r>
            <a:endParaRPr lang="en-US" dirty="0">
              <a:solidFill>
                <a:schemeClr val="accent6">
                  <a:lumMod val="50000"/>
                </a:schemeClr>
              </a:solidFill>
            </a:endParaRPr>
          </a:p>
        </p:txBody>
      </p:sp>
      <p:sp>
        <p:nvSpPr>
          <p:cNvPr id="17" name="Text 9"/>
          <p:cNvSpPr/>
          <p:nvPr/>
        </p:nvSpPr>
        <p:spPr>
          <a:xfrm>
            <a:off x="9659898" y="6481286"/>
            <a:ext cx="4354592" cy="844391"/>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Details the developer's obligation to provide suitable transit accommodation during construction and the terms for allocation of new, permanent flats.</a:t>
            </a:r>
            <a:endParaRPr lang="en-US" sz="1350" b="1" dirty="0"/>
          </a:p>
        </p:txBody>
      </p:sp>
      <p:pic>
        <p:nvPicPr>
          <p:cNvPr id="18" name="Image 6" descr="preencoded.png"/>
          <p:cNvPicPr>
            <a:picLocks noChangeAspect="1"/>
          </p:cNvPicPr>
          <p:nvPr/>
        </p:nvPicPr>
        <p:blipFill>
          <a:blip r:embed="rId12"/>
          <a:stretch>
            <a:fillRect/>
          </a:stretch>
        </p:blipFill>
        <p:spPr>
          <a:xfrm>
            <a:off x="4970502" y="2601397"/>
            <a:ext cx="4689396" cy="4689396"/>
          </a:xfrm>
          <a:prstGeom prst="rect">
            <a:avLst/>
          </a:prstGeom>
        </p:spPr>
      </p:pic>
      <p:pic>
        <p:nvPicPr>
          <p:cNvPr id="19" name="Image 7"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95081" y="5868055"/>
            <a:ext cx="247412" cy="247412"/>
          </a:xfrm>
          <a:prstGeom prst="rect">
            <a:avLst/>
          </a:prstGeom>
        </p:spPr>
      </p:pic>
      <p:sp>
        <p:nvSpPr>
          <p:cNvPr id="20" name="Text 10"/>
          <p:cNvSpPr/>
          <p:nvPr/>
        </p:nvSpPr>
        <p:spPr>
          <a:xfrm>
            <a:off x="794623" y="5963245"/>
            <a:ext cx="4175879" cy="275034"/>
          </a:xfrm>
          <a:prstGeom prst="rect">
            <a:avLst/>
          </a:prstGeom>
          <a:noFill/>
          <a:ln/>
        </p:spPr>
        <p:txBody>
          <a:bodyPr wrap="none" lIns="0" tIns="0" rIns="0" bIns="0" rtlCol="0" anchor="t"/>
          <a:lstStyle/>
          <a:p>
            <a:pPr marL="0" indent="0" algn="r">
              <a:lnSpc>
                <a:spcPts val="21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Conveyance and Deemed Conveyance</a:t>
            </a:r>
            <a:endParaRPr lang="en-US" dirty="0">
              <a:solidFill>
                <a:schemeClr val="accent6">
                  <a:lumMod val="50000"/>
                </a:schemeClr>
              </a:solidFill>
            </a:endParaRPr>
          </a:p>
        </p:txBody>
      </p:sp>
      <p:sp>
        <p:nvSpPr>
          <p:cNvPr id="21" name="Text 11"/>
          <p:cNvSpPr/>
          <p:nvPr/>
        </p:nvSpPr>
        <p:spPr>
          <a:xfrm>
            <a:off x="615910" y="6343769"/>
            <a:ext cx="4354592" cy="844391"/>
          </a:xfrm>
          <a:prstGeom prst="rect">
            <a:avLst/>
          </a:prstGeom>
          <a:noFill/>
          <a:ln/>
        </p:spPr>
        <p:txBody>
          <a:bodyPr wrap="square" lIns="0" tIns="0" rIns="0" bIns="0" rtlCol="0" anchor="t"/>
          <a:lstStyle/>
          <a:p>
            <a:pPr marL="0" indent="0" algn="r">
              <a:lnSpc>
                <a:spcPts val="2200"/>
              </a:lnSpc>
              <a:buNone/>
            </a:pPr>
            <a:r>
              <a:rPr lang="en-US" sz="1350" b="1" dirty="0">
                <a:solidFill>
                  <a:srgbClr val="4B4A4A"/>
                </a:solidFill>
                <a:latin typeface="Geist" pitchFamily="34" charset="0"/>
                <a:ea typeface="Geist" pitchFamily="34" charset="-122"/>
                <a:cs typeface="Geist" pitchFamily="34" charset="-120"/>
              </a:rPr>
              <a:t>Outlines the legal transfer of land and building ownership to the cooperative society, crucial for securing property rights post-redevelopment.</a:t>
            </a:r>
            <a:endParaRPr lang="en-US" sz="1350" b="1" dirty="0"/>
          </a:p>
        </p:txBody>
      </p:sp>
      <p:pic>
        <p:nvPicPr>
          <p:cNvPr id="22" name="Image 8" descr="preencoded.png"/>
          <p:cNvPicPr>
            <a:picLocks noChangeAspect="1"/>
          </p:cNvPicPr>
          <p:nvPr/>
        </p:nvPicPr>
        <p:blipFill>
          <a:blip r:embed="rId15"/>
          <a:stretch>
            <a:fillRect/>
          </a:stretch>
        </p:blipFill>
        <p:spPr>
          <a:xfrm>
            <a:off x="4970502" y="2601397"/>
            <a:ext cx="4689396" cy="4689396"/>
          </a:xfrm>
          <a:prstGeom prst="rect">
            <a:avLst/>
          </a:prstGeom>
        </p:spPr>
      </p:pic>
      <p:pic>
        <p:nvPicPr>
          <p:cNvPr id="23" name="Image 9"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587669" y="5868055"/>
            <a:ext cx="247412" cy="247412"/>
          </a:xfrm>
          <a:prstGeom prst="rect">
            <a:avLst/>
          </a:prstGeom>
        </p:spPr>
      </p:pic>
      <p:sp>
        <p:nvSpPr>
          <p:cNvPr id="24" name="Text 12"/>
          <p:cNvSpPr/>
          <p:nvPr/>
        </p:nvSpPr>
        <p:spPr>
          <a:xfrm>
            <a:off x="1336834" y="4055388"/>
            <a:ext cx="3281720" cy="275034"/>
          </a:xfrm>
          <a:prstGeom prst="rect">
            <a:avLst/>
          </a:prstGeom>
          <a:noFill/>
          <a:ln/>
        </p:spPr>
        <p:txBody>
          <a:bodyPr wrap="none" lIns="0" tIns="0" rIns="0" bIns="0" rtlCol="0" anchor="t"/>
          <a:lstStyle/>
          <a:p>
            <a:pPr marL="0" indent="0" algn="r">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Termination and Exit Clauses</a:t>
            </a:r>
            <a:endParaRPr lang="en-US" sz="1700" dirty="0">
              <a:solidFill>
                <a:schemeClr val="accent6">
                  <a:lumMod val="50000"/>
                </a:schemeClr>
              </a:solidFill>
            </a:endParaRPr>
          </a:p>
        </p:txBody>
      </p:sp>
      <p:sp>
        <p:nvSpPr>
          <p:cNvPr id="25" name="Text 13"/>
          <p:cNvSpPr/>
          <p:nvPr/>
        </p:nvSpPr>
        <p:spPr>
          <a:xfrm>
            <a:off x="615910" y="4435912"/>
            <a:ext cx="4002643" cy="1125855"/>
          </a:xfrm>
          <a:prstGeom prst="rect">
            <a:avLst/>
          </a:prstGeom>
          <a:noFill/>
          <a:ln/>
        </p:spPr>
        <p:txBody>
          <a:bodyPr wrap="square" lIns="0" tIns="0" rIns="0" bIns="0" rtlCol="0" anchor="t"/>
          <a:lstStyle/>
          <a:p>
            <a:pPr marL="0" indent="0" algn="r">
              <a:lnSpc>
                <a:spcPts val="2200"/>
              </a:lnSpc>
              <a:buNone/>
            </a:pPr>
            <a:r>
              <a:rPr lang="en-US" sz="1350" b="1" dirty="0">
                <a:solidFill>
                  <a:srgbClr val="4B4A4A"/>
                </a:solidFill>
                <a:latin typeface="Geist" pitchFamily="34" charset="0"/>
                <a:ea typeface="Geist" pitchFamily="34" charset="-122"/>
                <a:cs typeface="Geist" pitchFamily="34" charset="-120"/>
              </a:rPr>
              <a:t>Includes provisions for circumstances under which the agreement can be terminated, protecting the interests of the society in case of developer default or non-performance.</a:t>
            </a:r>
            <a:endParaRPr lang="en-US" sz="1350" b="1" dirty="0"/>
          </a:p>
        </p:txBody>
      </p:sp>
      <p:pic>
        <p:nvPicPr>
          <p:cNvPr id="26" name="Image 10" descr="preencoded.png"/>
          <p:cNvPicPr>
            <a:picLocks noChangeAspect="1"/>
          </p:cNvPicPr>
          <p:nvPr/>
        </p:nvPicPr>
        <p:blipFill>
          <a:blip r:embed="rId18"/>
          <a:stretch>
            <a:fillRect/>
          </a:stretch>
        </p:blipFill>
        <p:spPr>
          <a:xfrm>
            <a:off x="4970502" y="2601397"/>
            <a:ext cx="4689396" cy="4689396"/>
          </a:xfrm>
          <a:prstGeom prst="rect">
            <a:avLst/>
          </a:prstGeom>
        </p:spPr>
      </p:pic>
      <p:pic>
        <p:nvPicPr>
          <p:cNvPr id="27" name="Image 11"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983903" y="4822329"/>
            <a:ext cx="247412" cy="247412"/>
          </a:xfrm>
          <a:prstGeom prst="rect">
            <a:avLst/>
          </a:prstGeom>
        </p:spPr>
      </p:pic>
      <mc:AlternateContent xmlns:mc="http://schemas.openxmlformats.org/markup-compatibility/2006" xmlns:p14="http://schemas.microsoft.com/office/powerpoint/2010/main">
        <mc:Choice Requires="p14">
          <p:contentPart p14:bwMode="auto" r:id="rId21">
            <p14:nvContentPartPr>
              <p14:cNvPr id="28" name="Ink 27">
                <a:extLst>
                  <a:ext uri="{FF2B5EF4-FFF2-40B4-BE49-F238E27FC236}">
                    <a16:creationId xmlns:a16="http://schemas.microsoft.com/office/drawing/2014/main" id="{DBD2DD15-3D37-2D44-8759-BCA0439B5346}"/>
                  </a:ext>
                </a:extLst>
              </p14:cNvPr>
              <p14:cNvContentPartPr/>
              <p14:nvPr/>
            </p14:nvContentPartPr>
            <p14:xfrm>
              <a:off x="12844029" y="7797600"/>
              <a:ext cx="1620000" cy="275400"/>
            </p14:xfrm>
          </p:contentPart>
        </mc:Choice>
        <mc:Fallback xmlns="">
          <p:pic>
            <p:nvPicPr>
              <p:cNvPr id="28" name="Ink 27">
                <a:extLst>
                  <a:ext uri="{FF2B5EF4-FFF2-40B4-BE49-F238E27FC236}">
                    <a16:creationId xmlns:a16="http://schemas.microsoft.com/office/drawing/2014/main" id="{DBD2DD15-3D37-2D44-8759-BCA0439B5346}"/>
                  </a:ext>
                </a:extLst>
              </p:cNvPr>
              <p:cNvPicPr/>
              <p:nvPr/>
            </p:nvPicPr>
            <p:blipFill>
              <a:blip r:embed="rId22"/>
              <a:stretch>
                <a:fillRect/>
              </a:stretch>
            </p:blipFill>
            <p:spPr>
              <a:xfrm>
                <a:off x="12781029" y="7734600"/>
                <a:ext cx="1745640" cy="401040"/>
              </a:xfrm>
              <a:prstGeom prst="rect">
                <a:avLst/>
              </a:prstGeom>
            </p:spPr>
          </p:pic>
        </mc:Fallback>
      </mc:AlternateContent>
      <p:sp>
        <p:nvSpPr>
          <p:cNvPr id="29" name="TextBox 28">
            <a:extLst>
              <a:ext uri="{FF2B5EF4-FFF2-40B4-BE49-F238E27FC236}">
                <a16:creationId xmlns:a16="http://schemas.microsoft.com/office/drawing/2014/main" id="{717CB472-C4B5-19BA-EB3B-31DAE0A46D9A}"/>
              </a:ext>
            </a:extLst>
          </p:cNvPr>
          <p:cNvSpPr txBox="1"/>
          <p:nvPr/>
        </p:nvSpPr>
        <p:spPr>
          <a:xfrm>
            <a:off x="12145269" y="7776831"/>
            <a:ext cx="301752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17445"/>
          </a:xfrm>
          <a:prstGeom prst="rect">
            <a:avLst/>
          </a:prstGeom>
        </p:spPr>
      </p:pic>
      <p:sp>
        <p:nvSpPr>
          <p:cNvPr id="3" name="Text 0"/>
          <p:cNvSpPr/>
          <p:nvPr/>
        </p:nvSpPr>
        <p:spPr>
          <a:xfrm>
            <a:off x="644604" y="2997279"/>
            <a:ext cx="10968990" cy="575667"/>
          </a:xfrm>
          <a:prstGeom prst="rect">
            <a:avLst/>
          </a:prstGeom>
          <a:noFill/>
          <a:ln/>
        </p:spPr>
        <p:txBody>
          <a:bodyPr wrap="none" lIns="0" tIns="0" rIns="0" bIns="0" rtlCol="0" anchor="t"/>
          <a:lstStyle/>
          <a:p>
            <a:pPr marL="0" indent="0" algn="l">
              <a:lnSpc>
                <a:spcPts val="4500"/>
              </a:lnSpc>
              <a:buNone/>
            </a:pPr>
            <a:r>
              <a:rPr lang="en-US" sz="3600" b="1" dirty="0">
                <a:solidFill>
                  <a:srgbClr val="006747"/>
                </a:solidFill>
                <a:latin typeface="Noto Serif SC Bold" pitchFamily="34" charset="0"/>
                <a:ea typeface="Noto Serif SC Bold" pitchFamily="34" charset="-122"/>
                <a:cs typeface="Noto Serif SC Bold" pitchFamily="34" charset="-120"/>
              </a:rPr>
              <a:t>Bargaining Power Dynamics in Redevelopment</a:t>
            </a:r>
            <a:endParaRPr lang="en-US" sz="3600" dirty="0"/>
          </a:p>
        </p:txBody>
      </p:sp>
      <p:sp>
        <p:nvSpPr>
          <p:cNvPr id="4" name="Text 1"/>
          <p:cNvSpPr/>
          <p:nvPr/>
        </p:nvSpPr>
        <p:spPr>
          <a:xfrm>
            <a:off x="644604" y="3849172"/>
            <a:ext cx="13341191" cy="589359"/>
          </a:xfrm>
          <a:prstGeom prst="rect">
            <a:avLst/>
          </a:prstGeom>
          <a:noFill/>
          <a:ln/>
        </p:spPr>
        <p:txBody>
          <a:bodyPr wrap="square" lIns="0" tIns="0" rIns="0" bIns="0" rtlCol="0" anchor="t"/>
          <a:lstStyle/>
          <a:p>
            <a:pPr marL="0" indent="0" algn="l">
              <a:lnSpc>
                <a:spcPts val="2300"/>
              </a:lnSpc>
              <a:buNone/>
            </a:pPr>
            <a:r>
              <a:rPr lang="en-US" sz="1450" b="1" dirty="0">
                <a:solidFill>
                  <a:srgbClr val="4B4A4A"/>
                </a:solidFill>
                <a:latin typeface="Geist" pitchFamily="34" charset="0"/>
                <a:ea typeface="Geist" pitchFamily="34" charset="-122"/>
                <a:cs typeface="Geist" pitchFamily="34" charset="-120"/>
              </a:rPr>
              <a:t>In Mumbai's competitive redevelopment landscape, understanding the power dynamics between developers and housing societies is crucial. Developers often hold a significantly stronger negotiating position due to several inherent advantages.</a:t>
            </a:r>
            <a:endParaRPr lang="en-US" sz="1450" b="1" dirty="0"/>
          </a:p>
        </p:txBody>
      </p:sp>
      <p:sp>
        <p:nvSpPr>
          <p:cNvPr id="5" name="Text 2"/>
          <p:cNvSpPr/>
          <p:nvPr/>
        </p:nvSpPr>
        <p:spPr>
          <a:xfrm>
            <a:off x="644604" y="4829889"/>
            <a:ext cx="5993725" cy="287774"/>
          </a:xfrm>
          <a:prstGeom prst="rect">
            <a:avLst/>
          </a:prstGeom>
          <a:noFill/>
          <a:ln/>
        </p:spPr>
        <p:txBody>
          <a:bodyPr wrap="none" lIns="0" tIns="0" rIns="0" bIns="0" rtlCol="0" anchor="t"/>
          <a:lstStyle/>
          <a:p>
            <a:pPr marL="0" indent="0" algn="l">
              <a:lnSpc>
                <a:spcPts val="2250"/>
              </a:lnSpc>
              <a:buNone/>
            </a:pPr>
            <a:r>
              <a:rPr lang="en-US" sz="1800" b="1" dirty="0">
                <a:solidFill>
                  <a:srgbClr val="006747"/>
                </a:solidFill>
                <a:latin typeface="Noto Serif SC Bold" pitchFamily="34" charset="0"/>
                <a:ea typeface="Noto Serif SC Bold" pitchFamily="34" charset="-122"/>
                <a:cs typeface="Noto Serif SC Bold" pitchFamily="34" charset="-120"/>
              </a:rPr>
              <a:t>Factors Contributing to Developer's Strong Position</a:t>
            </a:r>
            <a:endParaRPr lang="en-US" sz="1800" dirty="0"/>
          </a:p>
        </p:txBody>
      </p:sp>
      <p:sp>
        <p:nvSpPr>
          <p:cNvPr id="6" name="Text 3"/>
          <p:cNvSpPr/>
          <p:nvPr/>
        </p:nvSpPr>
        <p:spPr>
          <a:xfrm>
            <a:off x="644604" y="5301853"/>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b="1" dirty="0">
                <a:solidFill>
                  <a:srgbClr val="4B4A4A"/>
                </a:solidFill>
                <a:latin typeface="Geist" pitchFamily="34" charset="0"/>
                <a:ea typeface="Geist" pitchFamily="34" charset="-122"/>
                <a:cs typeface="Geist" pitchFamily="34" charset="-120"/>
              </a:rPr>
              <a:t>Land scarcity</a:t>
            </a:r>
            <a:r>
              <a:rPr lang="en-US" sz="1600" dirty="0">
                <a:solidFill>
                  <a:srgbClr val="4B4A4A"/>
                </a:solidFill>
                <a:latin typeface="Geist" pitchFamily="34" charset="0"/>
                <a:ea typeface="Geist" pitchFamily="34" charset="-122"/>
                <a:cs typeface="Geist" pitchFamily="34" charset="-120"/>
              </a:rPr>
              <a:t> drives demand and developer influence</a:t>
            </a:r>
            <a:endParaRPr lang="en-US" sz="1600" dirty="0"/>
          </a:p>
        </p:txBody>
      </p:sp>
      <p:sp>
        <p:nvSpPr>
          <p:cNvPr id="7" name="Text 4"/>
          <p:cNvSpPr/>
          <p:nvPr/>
        </p:nvSpPr>
        <p:spPr>
          <a:xfrm>
            <a:off x="644604" y="5660946"/>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b="1" dirty="0">
                <a:solidFill>
                  <a:srgbClr val="4B4A4A"/>
                </a:solidFill>
                <a:latin typeface="Geist" pitchFamily="34" charset="0"/>
                <a:ea typeface="Geist" pitchFamily="34" charset="-122"/>
                <a:cs typeface="Geist" pitchFamily="34" charset="-120"/>
              </a:rPr>
              <a:t>Substantial financial resources</a:t>
            </a:r>
            <a:r>
              <a:rPr lang="en-US" sz="1600" dirty="0">
                <a:solidFill>
                  <a:srgbClr val="4B4A4A"/>
                </a:solidFill>
                <a:latin typeface="Geist" pitchFamily="34" charset="0"/>
                <a:ea typeface="Geist" pitchFamily="34" charset="-122"/>
                <a:cs typeface="Geist" pitchFamily="34" charset="-120"/>
              </a:rPr>
              <a:t> for project funding</a:t>
            </a:r>
            <a:endParaRPr lang="en-US" sz="1600" dirty="0"/>
          </a:p>
        </p:txBody>
      </p:sp>
      <p:sp>
        <p:nvSpPr>
          <p:cNvPr id="8" name="Text 5"/>
          <p:cNvSpPr/>
          <p:nvPr/>
        </p:nvSpPr>
        <p:spPr>
          <a:xfrm>
            <a:off x="644604" y="6020038"/>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4B4A4A"/>
                </a:solidFill>
                <a:latin typeface="Geist" pitchFamily="34" charset="0"/>
                <a:ea typeface="Geist" pitchFamily="34" charset="-122"/>
                <a:cs typeface="Geist" pitchFamily="34" charset="-120"/>
              </a:rPr>
              <a:t>Specialised </a:t>
            </a:r>
            <a:r>
              <a:rPr lang="en-US" sz="1600" b="1" dirty="0">
                <a:solidFill>
                  <a:srgbClr val="4B4A4A"/>
                </a:solidFill>
                <a:latin typeface="Geist" pitchFamily="34" charset="0"/>
                <a:ea typeface="Geist" pitchFamily="34" charset="-122"/>
                <a:cs typeface="Geist" pitchFamily="34" charset="-120"/>
              </a:rPr>
              <a:t>technical expertise</a:t>
            </a:r>
            <a:r>
              <a:rPr lang="en-US" sz="1600" dirty="0">
                <a:solidFill>
                  <a:srgbClr val="4B4A4A"/>
                </a:solidFill>
                <a:latin typeface="Geist" pitchFamily="34" charset="0"/>
                <a:ea typeface="Geist" pitchFamily="34" charset="-122"/>
                <a:cs typeface="Geist" pitchFamily="34" charset="-120"/>
              </a:rPr>
              <a:t> in construction and approvals</a:t>
            </a:r>
            <a:endParaRPr lang="en-US" sz="1600" dirty="0"/>
          </a:p>
        </p:txBody>
      </p:sp>
      <p:sp>
        <p:nvSpPr>
          <p:cNvPr id="9" name="Text 6"/>
          <p:cNvSpPr/>
          <p:nvPr/>
        </p:nvSpPr>
        <p:spPr>
          <a:xfrm>
            <a:off x="644604" y="6379131"/>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4B4A4A"/>
                </a:solidFill>
                <a:latin typeface="Geist" pitchFamily="34" charset="0"/>
                <a:ea typeface="Geist" pitchFamily="34" charset="-122"/>
                <a:cs typeface="Geist" pitchFamily="34" charset="-120"/>
              </a:rPr>
              <a:t>Established </a:t>
            </a:r>
            <a:r>
              <a:rPr lang="en-US" sz="1600" b="1" dirty="0">
                <a:solidFill>
                  <a:srgbClr val="4B4A4A"/>
                </a:solidFill>
                <a:latin typeface="Geist" pitchFamily="34" charset="0"/>
                <a:ea typeface="Geist" pitchFamily="34" charset="-122"/>
                <a:cs typeface="Geist" pitchFamily="34" charset="-120"/>
              </a:rPr>
              <a:t>political connections</a:t>
            </a:r>
            <a:r>
              <a:rPr lang="en-US" sz="1600" dirty="0">
                <a:solidFill>
                  <a:srgbClr val="4B4A4A"/>
                </a:solidFill>
                <a:latin typeface="Geist" pitchFamily="34" charset="0"/>
                <a:ea typeface="Geist" pitchFamily="34" charset="-122"/>
                <a:cs typeface="Geist" pitchFamily="34" charset="-120"/>
              </a:rPr>
              <a:t> aiding project clearances</a:t>
            </a:r>
            <a:endParaRPr lang="en-US" sz="1600" dirty="0"/>
          </a:p>
        </p:txBody>
      </p:sp>
      <p:sp>
        <p:nvSpPr>
          <p:cNvPr id="10" name="Text 7"/>
          <p:cNvSpPr/>
          <p:nvPr/>
        </p:nvSpPr>
        <p:spPr>
          <a:xfrm>
            <a:off x="7547491" y="4829889"/>
            <a:ext cx="4542711" cy="287774"/>
          </a:xfrm>
          <a:prstGeom prst="rect">
            <a:avLst/>
          </a:prstGeom>
          <a:noFill/>
          <a:ln/>
        </p:spPr>
        <p:txBody>
          <a:bodyPr wrap="none" lIns="0" tIns="0" rIns="0" bIns="0" rtlCol="0" anchor="t"/>
          <a:lstStyle/>
          <a:p>
            <a:pPr marL="0" indent="0" algn="l">
              <a:lnSpc>
                <a:spcPts val="2250"/>
              </a:lnSpc>
              <a:buNone/>
            </a:pPr>
            <a:r>
              <a:rPr lang="en-US" sz="1800" b="1" dirty="0">
                <a:solidFill>
                  <a:srgbClr val="006747"/>
                </a:solidFill>
                <a:latin typeface="Noto Serif SC Bold" pitchFamily="34" charset="0"/>
                <a:ea typeface="Noto Serif SC Bold" pitchFamily="34" charset="-122"/>
                <a:cs typeface="Noto Serif SC Bold" pitchFamily="34" charset="-120"/>
              </a:rPr>
              <a:t>Impact on Redevelopment Agreements</a:t>
            </a:r>
            <a:endParaRPr lang="en-US" sz="1800" dirty="0"/>
          </a:p>
        </p:txBody>
      </p:sp>
      <p:sp>
        <p:nvSpPr>
          <p:cNvPr id="11" name="Text 8"/>
          <p:cNvSpPr/>
          <p:nvPr/>
        </p:nvSpPr>
        <p:spPr>
          <a:xfrm>
            <a:off x="7547491" y="5301853"/>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4B4A4A"/>
                </a:solidFill>
                <a:latin typeface="Geist" pitchFamily="34" charset="0"/>
                <a:ea typeface="Geist" pitchFamily="34" charset="-122"/>
                <a:cs typeface="Geist" pitchFamily="34" charset="-120"/>
              </a:rPr>
              <a:t>Results in </a:t>
            </a:r>
            <a:r>
              <a:rPr lang="en-US" sz="1600" b="1" dirty="0">
                <a:solidFill>
                  <a:srgbClr val="4B4A4A"/>
                </a:solidFill>
                <a:latin typeface="Geist" pitchFamily="34" charset="0"/>
                <a:ea typeface="Geist" pitchFamily="34" charset="-122"/>
                <a:cs typeface="Geist" pitchFamily="34" charset="-120"/>
              </a:rPr>
              <a:t>unequal bargaining power</a:t>
            </a:r>
            <a:r>
              <a:rPr lang="en-US" sz="1600" dirty="0">
                <a:solidFill>
                  <a:srgbClr val="4B4A4A"/>
                </a:solidFill>
                <a:latin typeface="Geist" pitchFamily="34" charset="0"/>
                <a:ea typeface="Geist" pitchFamily="34" charset="-122"/>
                <a:cs typeface="Geist" pitchFamily="34" charset="-120"/>
              </a:rPr>
              <a:t> for societies</a:t>
            </a:r>
            <a:endParaRPr lang="en-US" sz="1600" dirty="0"/>
          </a:p>
        </p:txBody>
      </p:sp>
      <p:sp>
        <p:nvSpPr>
          <p:cNvPr id="12" name="Text 9"/>
          <p:cNvSpPr/>
          <p:nvPr/>
        </p:nvSpPr>
        <p:spPr>
          <a:xfrm>
            <a:off x="7547491" y="5660946"/>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4B4A4A"/>
                </a:solidFill>
                <a:latin typeface="Geist" pitchFamily="34" charset="0"/>
                <a:ea typeface="Geist" pitchFamily="34" charset="-122"/>
                <a:cs typeface="Geist" pitchFamily="34" charset="-120"/>
              </a:rPr>
              <a:t>Leads to </a:t>
            </a:r>
            <a:r>
              <a:rPr lang="en-US" sz="1600" b="1" dirty="0">
                <a:solidFill>
                  <a:srgbClr val="4B4A4A"/>
                </a:solidFill>
                <a:latin typeface="Geist" pitchFamily="34" charset="0"/>
                <a:ea typeface="Geist" pitchFamily="34" charset="-122"/>
                <a:cs typeface="Geist" pitchFamily="34" charset="-120"/>
              </a:rPr>
              <a:t>one-sided clauses</a:t>
            </a:r>
            <a:r>
              <a:rPr lang="en-US" sz="1600" dirty="0">
                <a:solidFill>
                  <a:srgbClr val="4B4A4A"/>
                </a:solidFill>
                <a:latin typeface="Geist" pitchFamily="34" charset="0"/>
                <a:ea typeface="Geist" pitchFamily="34" charset="-122"/>
                <a:cs typeface="Geist" pitchFamily="34" charset="-120"/>
              </a:rPr>
              <a:t> favouring developers</a:t>
            </a:r>
            <a:endParaRPr lang="en-US" sz="1600" dirty="0"/>
          </a:p>
        </p:txBody>
      </p:sp>
      <p:sp>
        <p:nvSpPr>
          <p:cNvPr id="13" name="Text 10"/>
          <p:cNvSpPr/>
          <p:nvPr/>
        </p:nvSpPr>
        <p:spPr>
          <a:xfrm>
            <a:off x="7547491" y="6020038"/>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4B4A4A"/>
                </a:solidFill>
                <a:latin typeface="Geist" pitchFamily="34" charset="0"/>
                <a:ea typeface="Geist" pitchFamily="34" charset="-122"/>
                <a:cs typeface="Geist" pitchFamily="34" charset="-120"/>
              </a:rPr>
              <a:t>Creates </a:t>
            </a:r>
            <a:r>
              <a:rPr lang="en-US" sz="1600" b="1" dirty="0">
                <a:solidFill>
                  <a:srgbClr val="4B4A4A"/>
                </a:solidFill>
                <a:latin typeface="Geist" pitchFamily="34" charset="0"/>
                <a:ea typeface="Geist" pitchFamily="34" charset="-122"/>
                <a:cs typeface="Geist" pitchFamily="34" charset="-120"/>
              </a:rPr>
              <a:t>inadequate safeguards</a:t>
            </a:r>
            <a:r>
              <a:rPr lang="en-US" sz="1600" dirty="0">
                <a:solidFill>
                  <a:srgbClr val="4B4A4A"/>
                </a:solidFill>
                <a:latin typeface="Geist" pitchFamily="34" charset="0"/>
                <a:ea typeface="Geist" pitchFamily="34" charset="-122"/>
                <a:cs typeface="Geist" pitchFamily="34" charset="-120"/>
              </a:rPr>
              <a:t> for society members</a:t>
            </a:r>
            <a:endParaRPr lang="en-US" sz="1600" dirty="0"/>
          </a:p>
        </p:txBody>
      </p:sp>
      <p:sp>
        <p:nvSpPr>
          <p:cNvPr id="14" name="Text 11"/>
          <p:cNvSpPr/>
          <p:nvPr/>
        </p:nvSpPr>
        <p:spPr>
          <a:xfrm>
            <a:off x="7547491" y="6379131"/>
            <a:ext cx="6445925" cy="294680"/>
          </a:xfrm>
          <a:prstGeom prst="rect">
            <a:avLst/>
          </a:prstGeom>
          <a:noFill/>
          <a:ln/>
        </p:spPr>
        <p:txBody>
          <a:bodyPr wrap="none" lIns="0" tIns="0" rIns="0" bIns="0" rtlCol="0" anchor="t"/>
          <a:lstStyle/>
          <a:p>
            <a:pPr marL="342900" indent="-342900" algn="l">
              <a:lnSpc>
                <a:spcPts val="2300"/>
              </a:lnSpc>
              <a:buSzPct val="100000"/>
              <a:buChar char="•"/>
            </a:pPr>
            <a:r>
              <a:rPr lang="en-US" sz="1600" dirty="0">
                <a:solidFill>
                  <a:srgbClr val="4B4A4A"/>
                </a:solidFill>
                <a:latin typeface="Geist" pitchFamily="34" charset="0"/>
                <a:ea typeface="Geist" pitchFamily="34" charset="-122"/>
                <a:cs typeface="Geist" pitchFamily="34" charset="-120"/>
              </a:rPr>
              <a:t>Often involves a </a:t>
            </a:r>
            <a:r>
              <a:rPr lang="en-US" sz="1600" b="1" dirty="0">
                <a:solidFill>
                  <a:srgbClr val="4B4A4A"/>
                </a:solidFill>
                <a:latin typeface="Geist" pitchFamily="34" charset="0"/>
                <a:ea typeface="Geist" pitchFamily="34" charset="-122"/>
                <a:cs typeface="Geist" pitchFamily="34" charset="-120"/>
              </a:rPr>
              <a:t>lack of transparency</a:t>
            </a:r>
            <a:r>
              <a:rPr lang="en-US" sz="1600" dirty="0">
                <a:solidFill>
                  <a:srgbClr val="4B4A4A"/>
                </a:solidFill>
                <a:latin typeface="Geist" pitchFamily="34" charset="0"/>
                <a:ea typeface="Geist" pitchFamily="34" charset="-122"/>
                <a:cs typeface="Geist" pitchFamily="34" charset="-120"/>
              </a:rPr>
              <a:t> in key terms</a:t>
            </a:r>
            <a:endParaRPr lang="en-US" sz="1600" dirty="0"/>
          </a:p>
        </p:txBody>
      </p:sp>
      <p:sp>
        <p:nvSpPr>
          <p:cNvPr id="15" name="Text 12"/>
          <p:cNvSpPr/>
          <p:nvPr/>
        </p:nvSpPr>
        <p:spPr>
          <a:xfrm>
            <a:off x="644604" y="6945392"/>
            <a:ext cx="13341191" cy="589359"/>
          </a:xfrm>
          <a:prstGeom prst="rect">
            <a:avLst/>
          </a:prstGeom>
          <a:noFill/>
          <a:ln/>
        </p:spPr>
        <p:txBody>
          <a:bodyPr wrap="square" lIns="0" tIns="0" rIns="0" bIns="0" rtlCol="0" anchor="t"/>
          <a:lstStyle/>
          <a:p>
            <a:pPr marL="0" indent="0" algn="l">
              <a:lnSpc>
                <a:spcPts val="2300"/>
              </a:lnSpc>
              <a:buNone/>
            </a:pPr>
            <a:r>
              <a:rPr lang="en-US" sz="1600" b="1" dirty="0">
                <a:solidFill>
                  <a:srgbClr val="4B4A4A"/>
                </a:solidFill>
                <a:latin typeface="Geist" pitchFamily="34" charset="0"/>
                <a:ea typeface="Geist" pitchFamily="34" charset="-122"/>
                <a:cs typeface="Geist" pitchFamily="34" charset="-120"/>
              </a:rPr>
              <a:t>This imbalance necessitates careful legal scrutiny and strong representation for housing societies to ensure fair and equitable agreements, protecting members' interests throughout the redevelopment process.</a:t>
            </a:r>
            <a:endParaRPr lang="en-US" sz="1600" b="1" dirty="0"/>
          </a:p>
        </p:txBody>
      </p:sp>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DB579FF3-4BA4-E247-4C62-3671A5874056}"/>
                  </a:ext>
                </a:extLst>
              </p14:cNvPr>
              <p14:cNvContentPartPr/>
              <p14:nvPr/>
            </p14:nvContentPartPr>
            <p14:xfrm>
              <a:off x="12903069" y="7796520"/>
              <a:ext cx="1571760" cy="276840"/>
            </p14:xfrm>
          </p:contentPart>
        </mc:Choice>
        <mc:Fallback xmlns="">
          <p:pic>
            <p:nvPicPr>
              <p:cNvPr id="16" name="Ink 15">
                <a:extLst>
                  <a:ext uri="{FF2B5EF4-FFF2-40B4-BE49-F238E27FC236}">
                    <a16:creationId xmlns:a16="http://schemas.microsoft.com/office/drawing/2014/main" id="{DB579FF3-4BA4-E247-4C62-3671A5874056}"/>
                  </a:ext>
                </a:extLst>
              </p:cNvPr>
              <p:cNvPicPr/>
              <p:nvPr/>
            </p:nvPicPr>
            <p:blipFill>
              <a:blip r:embed="rId5"/>
              <a:stretch>
                <a:fillRect/>
              </a:stretch>
            </p:blipFill>
            <p:spPr>
              <a:xfrm>
                <a:off x="12840429" y="7733520"/>
                <a:ext cx="1697400" cy="402480"/>
              </a:xfrm>
              <a:prstGeom prst="rect">
                <a:avLst/>
              </a:prstGeom>
            </p:spPr>
          </p:pic>
        </mc:Fallback>
      </mc:AlternateContent>
      <p:sp>
        <p:nvSpPr>
          <p:cNvPr id="17" name="TextBox 16">
            <a:extLst>
              <a:ext uri="{FF2B5EF4-FFF2-40B4-BE49-F238E27FC236}">
                <a16:creationId xmlns:a16="http://schemas.microsoft.com/office/drawing/2014/main" id="{20CA3392-D6FA-F934-877E-9206D06E4119}"/>
              </a:ext>
            </a:extLst>
          </p:cNvPr>
          <p:cNvSpPr txBox="1"/>
          <p:nvPr/>
        </p:nvSpPr>
        <p:spPr>
          <a:xfrm>
            <a:off x="12180546" y="7699504"/>
            <a:ext cx="3016806"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5F9F2">
              <a:alpha val="85000"/>
            </a:srgbClr>
          </a:solidFill>
          <a:ln/>
        </p:spPr>
        <p:txBody>
          <a:bodyPr/>
          <a:lstStyle/>
          <a:p>
            <a:endParaRPr lang="en-IN"/>
          </a:p>
        </p:txBody>
      </p:sp>
      <p:sp>
        <p:nvSpPr>
          <p:cNvPr id="4" name="Text 1"/>
          <p:cNvSpPr/>
          <p:nvPr/>
        </p:nvSpPr>
        <p:spPr>
          <a:xfrm>
            <a:off x="728901" y="673537"/>
            <a:ext cx="5873115" cy="650796"/>
          </a:xfrm>
          <a:prstGeom prst="rect">
            <a:avLst/>
          </a:prstGeom>
          <a:noFill/>
          <a:ln/>
        </p:spPr>
        <p:txBody>
          <a:bodyPr wrap="none" lIns="0" tIns="0" rIns="0" bIns="0" rtlCol="0" anchor="t"/>
          <a:lstStyle/>
          <a:p>
            <a:pPr marL="0" indent="0" algn="l">
              <a:lnSpc>
                <a:spcPts val="5100"/>
              </a:lnSpc>
              <a:buNone/>
            </a:pPr>
            <a:r>
              <a:rPr lang="en-US" sz="4050" b="1" dirty="0">
                <a:solidFill>
                  <a:srgbClr val="006747"/>
                </a:solidFill>
                <a:latin typeface="Noto Serif SC Bold" pitchFamily="34" charset="0"/>
                <a:ea typeface="Noto Serif SC Bold" pitchFamily="34" charset="-122"/>
                <a:cs typeface="Noto Serif SC Bold" pitchFamily="34" charset="-120"/>
              </a:rPr>
              <a:t>Empowering Societies</a:t>
            </a:r>
            <a:endParaRPr lang="en-US" sz="4050" dirty="0"/>
          </a:p>
        </p:txBody>
      </p:sp>
      <p:sp>
        <p:nvSpPr>
          <p:cNvPr id="5" name="Text 2"/>
          <p:cNvSpPr/>
          <p:nvPr/>
        </p:nvSpPr>
        <p:spPr>
          <a:xfrm>
            <a:off x="728901" y="1407557"/>
            <a:ext cx="6972419" cy="325398"/>
          </a:xfrm>
          <a:prstGeom prst="rect">
            <a:avLst/>
          </a:prstGeom>
          <a:noFill/>
          <a:ln/>
        </p:spPr>
        <p:txBody>
          <a:bodyPr wrap="none" lIns="0" tIns="0" rIns="0" bIns="0" rtlCol="0" anchor="t"/>
          <a:lstStyle/>
          <a:p>
            <a:pPr marL="0" indent="0" algn="l">
              <a:lnSpc>
                <a:spcPts val="2550"/>
              </a:lnSpc>
              <a:buNone/>
            </a:pPr>
            <a:r>
              <a:rPr lang="en-US" sz="2000" b="1" dirty="0">
                <a:solidFill>
                  <a:srgbClr val="006747"/>
                </a:solidFill>
                <a:latin typeface="Noto Serif SC Bold" pitchFamily="34" charset="0"/>
                <a:ea typeface="Noto Serif SC Bold" pitchFamily="34" charset="-122"/>
                <a:cs typeface="Noto Serif SC Bold" pitchFamily="34" charset="-120"/>
              </a:rPr>
              <a:t>Proactive Steps to Balance Redevelopment Dynamics</a:t>
            </a:r>
            <a:endParaRPr lang="en-US" sz="2000" dirty="0"/>
          </a:p>
        </p:txBody>
      </p:sp>
      <p:sp>
        <p:nvSpPr>
          <p:cNvPr id="6" name="Text 3"/>
          <p:cNvSpPr/>
          <p:nvPr/>
        </p:nvSpPr>
        <p:spPr>
          <a:xfrm>
            <a:off x="728901" y="2045256"/>
            <a:ext cx="13172599" cy="666274"/>
          </a:xfrm>
          <a:prstGeom prst="rect">
            <a:avLst/>
          </a:prstGeom>
          <a:noFill/>
          <a:ln/>
        </p:spPr>
        <p:txBody>
          <a:bodyPr wrap="square" lIns="0" tIns="0" rIns="0" bIns="0" rtlCol="0" anchor="t"/>
          <a:lstStyle/>
          <a:p>
            <a:pPr marL="0" indent="0" algn="l">
              <a:lnSpc>
                <a:spcPts val="2600"/>
              </a:lnSpc>
              <a:buNone/>
            </a:pPr>
            <a:r>
              <a:rPr lang="en-US" sz="1600" b="1" dirty="0">
                <a:solidFill>
                  <a:srgbClr val="4B4A4A"/>
                </a:solidFill>
                <a:latin typeface="Geist" pitchFamily="34" charset="0"/>
                <a:ea typeface="Geist" pitchFamily="34" charset="-122"/>
                <a:cs typeface="Geist" pitchFamily="34" charset="-120"/>
              </a:rPr>
              <a:t>Housing societies can significantly mitigate the bargaining power imbalance by adopting these proactive measures to safeguard their interests and achieve fair outcomes.</a:t>
            </a:r>
            <a:endParaRPr lang="en-US" sz="1600" b="1" dirty="0"/>
          </a:p>
        </p:txBody>
      </p:sp>
      <p:sp>
        <p:nvSpPr>
          <p:cNvPr id="7" name="Text 4"/>
          <p:cNvSpPr/>
          <p:nvPr/>
        </p:nvSpPr>
        <p:spPr>
          <a:xfrm>
            <a:off x="1762244" y="4192905"/>
            <a:ext cx="2831306" cy="325398"/>
          </a:xfrm>
          <a:prstGeom prst="rect">
            <a:avLst/>
          </a:prstGeom>
          <a:noFill/>
          <a:ln/>
        </p:spPr>
        <p:txBody>
          <a:bodyPr wrap="none" lIns="0" tIns="0" rIns="0" bIns="0" rtlCol="0" anchor="t"/>
          <a:lstStyle/>
          <a:p>
            <a:pPr marL="0" indent="0" algn="r">
              <a:lnSpc>
                <a:spcPts val="2550"/>
              </a:lnSpc>
              <a:buNone/>
            </a:pPr>
            <a:r>
              <a:rPr lang="en-US" sz="2000" b="1" dirty="0">
                <a:solidFill>
                  <a:schemeClr val="accent6">
                    <a:lumMod val="50000"/>
                  </a:schemeClr>
                </a:solidFill>
                <a:latin typeface="Noto Serif SC Bold" pitchFamily="34" charset="0"/>
                <a:ea typeface="Noto Serif SC Bold" pitchFamily="34" charset="-122"/>
                <a:cs typeface="Noto Serif SC Bold" pitchFamily="34" charset="-120"/>
              </a:rPr>
              <a:t>Collective Bargaining</a:t>
            </a:r>
            <a:endParaRPr lang="en-US" sz="2000" dirty="0">
              <a:solidFill>
                <a:schemeClr val="accent6">
                  <a:lumMod val="50000"/>
                </a:schemeClr>
              </a:solidFill>
            </a:endParaRPr>
          </a:p>
        </p:txBody>
      </p:sp>
      <p:sp>
        <p:nvSpPr>
          <p:cNvPr id="8" name="Text 5"/>
          <p:cNvSpPr/>
          <p:nvPr/>
        </p:nvSpPr>
        <p:spPr>
          <a:xfrm>
            <a:off x="728901" y="4643199"/>
            <a:ext cx="3864650" cy="1665684"/>
          </a:xfrm>
          <a:prstGeom prst="rect">
            <a:avLst/>
          </a:prstGeom>
          <a:noFill/>
          <a:ln/>
        </p:spPr>
        <p:txBody>
          <a:bodyPr wrap="square" lIns="0" tIns="0" rIns="0" bIns="0" rtlCol="0" anchor="t"/>
          <a:lstStyle/>
          <a:p>
            <a:pPr marL="0" indent="0" algn="r">
              <a:lnSpc>
                <a:spcPts val="2600"/>
              </a:lnSpc>
              <a:buNone/>
            </a:pPr>
            <a:r>
              <a:rPr lang="en-US" sz="1600" b="1" dirty="0">
                <a:solidFill>
                  <a:srgbClr val="4B4A4A"/>
                </a:solidFill>
                <a:latin typeface="Geist" pitchFamily="34" charset="0"/>
                <a:ea typeface="Geist" pitchFamily="34" charset="-122"/>
                <a:cs typeface="Geist" pitchFamily="34" charset="-120"/>
              </a:rPr>
              <a:t>Unite as a strong front, engage independent legal and technical experts to negotiate equitable terms, and leverage collective strength to secure favourable agreements</a:t>
            </a:r>
            <a:r>
              <a:rPr lang="en-US" sz="1600" dirty="0">
                <a:solidFill>
                  <a:srgbClr val="4B4A4A"/>
                </a:solidFill>
                <a:latin typeface="Geist" pitchFamily="34" charset="0"/>
                <a:ea typeface="Geist" pitchFamily="34" charset="-122"/>
                <a:cs typeface="Geist" pitchFamily="34" charset="-120"/>
              </a:rPr>
              <a:t>.</a:t>
            </a:r>
            <a:endParaRPr lang="en-US" sz="1600" dirty="0"/>
          </a:p>
        </p:txBody>
      </p:sp>
      <p:pic>
        <p:nvPicPr>
          <p:cNvPr id="9" name="Image 1" descr="preencoded.png"/>
          <p:cNvPicPr>
            <a:picLocks noChangeAspect="1"/>
          </p:cNvPicPr>
          <p:nvPr/>
        </p:nvPicPr>
        <p:blipFill>
          <a:blip r:embed="rId4"/>
          <a:stretch>
            <a:fillRect/>
          </a:stretch>
        </p:blipFill>
        <p:spPr>
          <a:xfrm>
            <a:off x="5010031" y="2945725"/>
            <a:ext cx="4610338" cy="4610338"/>
          </a:xfrm>
          <a:prstGeom prst="rect">
            <a:avLst/>
          </a:prstGeom>
        </p:spPr>
      </p:pic>
      <p:pic>
        <p:nvPicPr>
          <p:cNvPr id="10"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81640" y="5104388"/>
            <a:ext cx="292775" cy="292775"/>
          </a:xfrm>
          <a:prstGeom prst="rect">
            <a:avLst/>
          </a:prstGeom>
        </p:spPr>
      </p:pic>
      <p:sp>
        <p:nvSpPr>
          <p:cNvPr id="11" name="Text 6"/>
          <p:cNvSpPr/>
          <p:nvPr/>
        </p:nvSpPr>
        <p:spPr>
          <a:xfrm>
            <a:off x="9620369" y="3047405"/>
            <a:ext cx="4015740" cy="325398"/>
          </a:xfrm>
          <a:prstGeom prst="rect">
            <a:avLst/>
          </a:prstGeom>
          <a:noFill/>
          <a:ln/>
        </p:spPr>
        <p:txBody>
          <a:bodyPr wrap="none" lIns="0" tIns="0" rIns="0" bIns="0" rtlCol="0" anchor="t"/>
          <a:lstStyle/>
          <a:p>
            <a:pPr marL="0" indent="0" algn="l">
              <a:lnSpc>
                <a:spcPts val="2550"/>
              </a:lnSpc>
              <a:buNone/>
            </a:pPr>
            <a:r>
              <a:rPr lang="en-US" sz="2000" b="1" dirty="0">
                <a:solidFill>
                  <a:schemeClr val="accent6">
                    <a:lumMod val="50000"/>
                  </a:schemeClr>
                </a:solidFill>
                <a:latin typeface="Noto Serif SC Bold" pitchFamily="34" charset="0"/>
                <a:ea typeface="Noto Serif SC Bold" pitchFamily="34" charset="-122"/>
                <a:cs typeface="Noto Serif SC Bold" pitchFamily="34" charset="-120"/>
              </a:rPr>
              <a:t>Due Diligence &amp; Transparency</a:t>
            </a:r>
            <a:endParaRPr lang="en-US" sz="2000" dirty="0">
              <a:solidFill>
                <a:schemeClr val="accent6">
                  <a:lumMod val="50000"/>
                </a:schemeClr>
              </a:solidFill>
            </a:endParaRPr>
          </a:p>
        </p:txBody>
      </p:sp>
      <p:sp>
        <p:nvSpPr>
          <p:cNvPr id="12" name="Text 7"/>
          <p:cNvSpPr/>
          <p:nvPr/>
        </p:nvSpPr>
        <p:spPr>
          <a:xfrm>
            <a:off x="9620369" y="3497699"/>
            <a:ext cx="4281130" cy="1332548"/>
          </a:xfrm>
          <a:prstGeom prst="rect">
            <a:avLst/>
          </a:prstGeom>
          <a:noFill/>
          <a:ln/>
        </p:spPr>
        <p:txBody>
          <a:bodyPr wrap="square" lIns="0" tIns="0" rIns="0" bIns="0" rtlCol="0" anchor="t"/>
          <a:lstStyle/>
          <a:p>
            <a:pPr marL="0" indent="0" algn="l">
              <a:lnSpc>
                <a:spcPts val="2600"/>
              </a:lnSpc>
              <a:buNone/>
            </a:pPr>
            <a:r>
              <a:rPr lang="en-US" sz="1600" b="1" dirty="0">
                <a:solidFill>
                  <a:srgbClr val="4B4A4A"/>
                </a:solidFill>
                <a:latin typeface="Geist" pitchFamily="34" charset="0"/>
                <a:ea typeface="Geist" pitchFamily="34" charset="-122"/>
                <a:cs typeface="Geist" pitchFamily="34" charset="-120"/>
              </a:rPr>
              <a:t>Thoroughly vet developers, verify financial stability and past records, and demand full disclosure of all project details and financial proposals to members.</a:t>
            </a:r>
            <a:endParaRPr lang="en-US" sz="1600" b="1" dirty="0"/>
          </a:p>
        </p:txBody>
      </p:sp>
      <p:pic>
        <p:nvPicPr>
          <p:cNvPr id="13" name="Image 3" descr="preencoded.png"/>
          <p:cNvPicPr>
            <a:picLocks noChangeAspect="1"/>
          </p:cNvPicPr>
          <p:nvPr/>
        </p:nvPicPr>
        <p:blipFill>
          <a:blip r:embed="rId7"/>
          <a:stretch>
            <a:fillRect/>
          </a:stretch>
        </p:blipFill>
        <p:spPr>
          <a:xfrm>
            <a:off x="5010031" y="2945725"/>
            <a:ext cx="4610338" cy="4610338"/>
          </a:xfrm>
          <a:prstGeom prst="rect">
            <a:avLst/>
          </a:prstGeom>
        </p:spPr>
      </p:pic>
      <p:pic>
        <p:nvPicPr>
          <p:cNvPr id="14"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62339" y="4076164"/>
            <a:ext cx="292775" cy="292775"/>
          </a:xfrm>
          <a:prstGeom prst="rect">
            <a:avLst/>
          </a:prstGeom>
        </p:spPr>
      </p:pic>
      <p:sp>
        <p:nvSpPr>
          <p:cNvPr id="15" name="Text 8"/>
          <p:cNvSpPr/>
          <p:nvPr/>
        </p:nvSpPr>
        <p:spPr>
          <a:xfrm>
            <a:off x="9620369" y="5346025"/>
            <a:ext cx="4281130" cy="650796"/>
          </a:xfrm>
          <a:prstGeom prst="rect">
            <a:avLst/>
          </a:prstGeom>
          <a:noFill/>
          <a:ln/>
        </p:spPr>
        <p:txBody>
          <a:bodyPr wrap="square" lIns="0" tIns="0" rIns="0" bIns="0" rtlCol="0" anchor="t"/>
          <a:lstStyle/>
          <a:p>
            <a:pPr marL="0" indent="0" algn="l">
              <a:lnSpc>
                <a:spcPts val="2550"/>
              </a:lnSpc>
              <a:buNone/>
            </a:pPr>
            <a:r>
              <a:rPr lang="en-US" sz="2000" b="1" dirty="0">
                <a:solidFill>
                  <a:srgbClr val="4B4A4A"/>
                </a:solidFill>
                <a:latin typeface="Noto Serif SC Bold" pitchFamily="34" charset="0"/>
                <a:ea typeface="Noto Serif SC Bold" pitchFamily="34" charset="-122"/>
                <a:cs typeface="Noto Serif SC Bold" pitchFamily="34" charset="-120"/>
              </a:rPr>
              <a:t>Leveraging Regulatory Oversight</a:t>
            </a:r>
            <a:endParaRPr lang="en-US" sz="2000" dirty="0"/>
          </a:p>
        </p:txBody>
      </p:sp>
      <p:sp>
        <p:nvSpPr>
          <p:cNvPr id="16" name="Text 9"/>
          <p:cNvSpPr/>
          <p:nvPr/>
        </p:nvSpPr>
        <p:spPr>
          <a:xfrm>
            <a:off x="9620369" y="6121718"/>
            <a:ext cx="4281130" cy="1332548"/>
          </a:xfrm>
          <a:prstGeom prst="rect">
            <a:avLst/>
          </a:prstGeom>
          <a:noFill/>
          <a:ln/>
        </p:spPr>
        <p:txBody>
          <a:bodyPr wrap="square" lIns="0" tIns="0" rIns="0" bIns="0" rtlCol="0" anchor="t"/>
          <a:lstStyle/>
          <a:p>
            <a:pPr marL="0" indent="0" algn="l">
              <a:lnSpc>
                <a:spcPts val="2600"/>
              </a:lnSpc>
              <a:buNone/>
            </a:pPr>
            <a:r>
              <a:rPr lang="en-US" sz="1600" b="1" dirty="0">
                <a:solidFill>
                  <a:srgbClr val="4B4A4A"/>
                </a:solidFill>
                <a:latin typeface="Geist" pitchFamily="34" charset="0"/>
                <a:ea typeface="Geist" pitchFamily="34" charset="-122"/>
                <a:cs typeface="Geist" pitchFamily="34" charset="-120"/>
              </a:rPr>
              <a:t>Utilise platforms like RERA, consumer forums, and the MCS Act to ensure developer compliance, enforce fair practices, and seek redressal for any grievances.</a:t>
            </a:r>
            <a:endParaRPr lang="en-US" sz="1600" b="1" dirty="0"/>
          </a:p>
        </p:txBody>
      </p:sp>
      <p:pic>
        <p:nvPicPr>
          <p:cNvPr id="17" name="Image 5" descr="preencoded.png"/>
          <p:cNvPicPr>
            <a:picLocks noChangeAspect="1"/>
          </p:cNvPicPr>
          <p:nvPr/>
        </p:nvPicPr>
        <p:blipFill>
          <a:blip r:embed="rId10"/>
          <a:stretch>
            <a:fillRect/>
          </a:stretch>
        </p:blipFill>
        <p:spPr>
          <a:xfrm>
            <a:off x="5010031" y="2945725"/>
            <a:ext cx="4610338" cy="4610338"/>
          </a:xfrm>
          <a:prstGeom prst="rect">
            <a:avLst/>
          </a:prstGeom>
        </p:spPr>
      </p:pic>
      <p:pic>
        <p:nvPicPr>
          <p:cNvPr id="18" name="Image 6"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62339" y="6132493"/>
            <a:ext cx="292775" cy="292775"/>
          </a:xfrm>
          <a:prstGeom prst="rect">
            <a:avLst/>
          </a:prstGeom>
        </p:spPr>
      </p:pic>
      <p:sp>
        <p:nvSpPr>
          <p:cNvPr id="19" name="TextBox 18">
            <a:extLst>
              <a:ext uri="{FF2B5EF4-FFF2-40B4-BE49-F238E27FC236}">
                <a16:creationId xmlns:a16="http://schemas.microsoft.com/office/drawing/2014/main" id="{67E0EE00-7C36-E0E4-5075-C716BDBCD2E6}"/>
              </a:ext>
            </a:extLst>
          </p:cNvPr>
          <p:cNvSpPr txBox="1"/>
          <p:nvPr/>
        </p:nvSpPr>
        <p:spPr>
          <a:xfrm>
            <a:off x="12127349" y="7841158"/>
            <a:ext cx="3017520"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5909786" y="424101"/>
            <a:ext cx="8297228" cy="756047"/>
          </a:xfrm>
          <a:prstGeom prst="rect">
            <a:avLst/>
          </a:prstGeom>
          <a:noFill/>
          <a:ln/>
        </p:spPr>
        <p:txBody>
          <a:bodyPr wrap="square" lIns="0" tIns="0" rIns="0" bIns="0" rtlCol="0" anchor="t"/>
          <a:lstStyle/>
          <a:p>
            <a:pPr marL="0" indent="0" algn="l">
              <a:lnSpc>
                <a:spcPts val="2950"/>
              </a:lnSpc>
              <a:buNone/>
            </a:pPr>
            <a:r>
              <a:rPr lang="en-US" sz="2350" b="1" dirty="0">
                <a:solidFill>
                  <a:srgbClr val="006747"/>
                </a:solidFill>
                <a:latin typeface="Noto Serif SC Bold" pitchFamily="34" charset="0"/>
                <a:ea typeface="Noto Serif SC Bold" pitchFamily="34" charset="-122"/>
                <a:cs typeface="Noto Serif SC Bold" pitchFamily="34" charset="-120"/>
              </a:rPr>
              <a:t>Problems Faced by Flat Owners During Redevelopment</a:t>
            </a:r>
            <a:endParaRPr lang="en-US" sz="2350" dirty="0"/>
          </a:p>
        </p:txBody>
      </p:sp>
      <p:sp>
        <p:nvSpPr>
          <p:cNvPr id="4" name="Text 1"/>
          <p:cNvSpPr/>
          <p:nvPr/>
        </p:nvSpPr>
        <p:spPr>
          <a:xfrm>
            <a:off x="5909786" y="1047155"/>
            <a:ext cx="8297228" cy="386953"/>
          </a:xfrm>
          <a:prstGeom prst="rect">
            <a:avLst/>
          </a:prstGeom>
          <a:noFill/>
          <a:ln/>
        </p:spPr>
        <p:txBody>
          <a:bodyPr wrap="square" lIns="0" tIns="0" rIns="0" bIns="0" rtlCol="0" anchor="t"/>
          <a:lstStyle/>
          <a:p>
            <a:pPr marL="0" indent="0" algn="l">
              <a:lnSpc>
                <a:spcPts val="1500"/>
              </a:lnSpc>
              <a:buNone/>
            </a:pPr>
            <a:r>
              <a:rPr lang="en-US" sz="1400" b="1" dirty="0">
                <a:solidFill>
                  <a:srgbClr val="4B4A4A"/>
                </a:solidFill>
                <a:latin typeface="Geist" pitchFamily="34" charset="0"/>
                <a:ea typeface="Geist" pitchFamily="34" charset="-122"/>
                <a:cs typeface="Geist" pitchFamily="34" charset="-120"/>
              </a:rPr>
              <a:t>Despite regulatory frameworks and guidelines, flat owners often encounter significant challenges during the redevelopment process, stemming from various operational and legal complexities.</a:t>
            </a:r>
            <a:endParaRPr lang="en-US" sz="1400" b="1" dirty="0"/>
          </a:p>
        </p:txBody>
      </p:sp>
      <p:sp>
        <p:nvSpPr>
          <p:cNvPr id="5" name="Shape 2"/>
          <p:cNvSpPr/>
          <p:nvPr/>
        </p:nvSpPr>
        <p:spPr>
          <a:xfrm>
            <a:off x="5909786" y="1884640"/>
            <a:ext cx="8297228" cy="1389459"/>
          </a:xfrm>
          <a:prstGeom prst="roundRect">
            <a:avLst>
              <a:gd name="adj" fmla="val 7836"/>
            </a:avLst>
          </a:prstGeom>
          <a:solidFill>
            <a:srgbClr val="D1EFE4"/>
          </a:solidFill>
          <a:ln w="7620">
            <a:solidFill>
              <a:srgbClr val="B7D5CA"/>
            </a:solidFill>
            <a:prstDash val="solid"/>
          </a:ln>
        </p:spPr>
        <p:txBody>
          <a:bodyPr/>
          <a:lstStyle/>
          <a:p>
            <a:endParaRPr lang="en-IN"/>
          </a:p>
        </p:txBody>
      </p:sp>
      <p:sp>
        <p:nvSpPr>
          <p:cNvPr id="6" name="Shape 3"/>
          <p:cNvSpPr/>
          <p:nvPr/>
        </p:nvSpPr>
        <p:spPr>
          <a:xfrm>
            <a:off x="6038374" y="2013228"/>
            <a:ext cx="362903" cy="362903"/>
          </a:xfrm>
          <a:prstGeom prst="roundRect">
            <a:avLst>
              <a:gd name="adj" fmla="val 25194296"/>
            </a:avLst>
          </a:prstGeom>
          <a:solidFill>
            <a:srgbClr val="006747"/>
          </a:solidFill>
          <a:ln/>
        </p:spPr>
        <p:txBody>
          <a:bodyPr/>
          <a:lstStyle/>
          <a:p>
            <a:endParaRPr lang="en-IN"/>
          </a:p>
        </p:txBody>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38148" y="2113002"/>
            <a:ext cx="163235" cy="163235"/>
          </a:xfrm>
          <a:prstGeom prst="rect">
            <a:avLst/>
          </a:prstGeom>
        </p:spPr>
      </p:pic>
      <p:sp>
        <p:nvSpPr>
          <p:cNvPr id="8" name="Text 4"/>
          <p:cNvSpPr/>
          <p:nvPr/>
        </p:nvSpPr>
        <p:spPr>
          <a:xfrm>
            <a:off x="6038374" y="2497098"/>
            <a:ext cx="1512094" cy="188952"/>
          </a:xfrm>
          <a:prstGeom prst="rect">
            <a:avLst/>
          </a:prstGeom>
          <a:noFill/>
          <a:ln/>
        </p:spPr>
        <p:txBody>
          <a:bodyPr wrap="none" lIns="0" tIns="0" rIns="0" bIns="0" rtlCol="0" anchor="t"/>
          <a:lstStyle/>
          <a:p>
            <a:pPr marL="0" indent="0" algn="l">
              <a:lnSpc>
                <a:spcPts val="1450"/>
              </a:lnSpc>
              <a:buNone/>
            </a:pPr>
            <a:r>
              <a:rPr lang="en-US" b="1" dirty="0">
                <a:solidFill>
                  <a:srgbClr val="4B4A4A"/>
                </a:solidFill>
                <a:latin typeface="Noto Serif SC Bold" pitchFamily="34" charset="0"/>
                <a:ea typeface="Noto Serif SC Bold" pitchFamily="34" charset="-122"/>
                <a:cs typeface="Noto Serif SC Bold" pitchFamily="34" charset="-120"/>
              </a:rPr>
              <a:t>Delays &amp; Disputes</a:t>
            </a:r>
            <a:endParaRPr lang="en-US" dirty="0"/>
          </a:p>
        </p:txBody>
      </p:sp>
      <p:sp>
        <p:nvSpPr>
          <p:cNvPr id="9" name="Text 5"/>
          <p:cNvSpPr/>
          <p:nvPr/>
        </p:nvSpPr>
        <p:spPr>
          <a:xfrm>
            <a:off x="6038374" y="2758559"/>
            <a:ext cx="8040053" cy="386953"/>
          </a:xfrm>
          <a:prstGeom prst="rect">
            <a:avLst/>
          </a:prstGeom>
          <a:noFill/>
          <a:ln/>
        </p:spPr>
        <p:txBody>
          <a:bodyPr wrap="square" lIns="0" tIns="0" rIns="0" bIns="0" rtlCol="0" anchor="t"/>
          <a:lstStyle/>
          <a:p>
            <a:pPr marL="0" indent="0" algn="l">
              <a:lnSpc>
                <a:spcPts val="1500"/>
              </a:lnSpc>
              <a:buNone/>
            </a:pPr>
            <a:r>
              <a:rPr lang="en-US" sz="1400" b="1" dirty="0">
                <a:solidFill>
                  <a:srgbClr val="4B4A4A"/>
                </a:solidFill>
                <a:latin typeface="Geist" pitchFamily="34" charset="0"/>
                <a:ea typeface="Geist" pitchFamily="34" charset="-122"/>
                <a:cs typeface="Geist" pitchFamily="34" charset="-120"/>
              </a:rPr>
              <a:t>Projects frequently face prolonged delays due to unforeseen hurdles or developer inefficiencies, leading to financial burdens from extended transit rent and protracted legal battles over contractual non-compliance.</a:t>
            </a:r>
            <a:endParaRPr lang="en-US" sz="1400" b="1" dirty="0"/>
          </a:p>
        </p:txBody>
      </p:sp>
      <p:sp>
        <p:nvSpPr>
          <p:cNvPr id="10" name="Shape 6"/>
          <p:cNvSpPr/>
          <p:nvPr/>
        </p:nvSpPr>
        <p:spPr>
          <a:xfrm>
            <a:off x="5909786" y="3395067"/>
            <a:ext cx="8297228" cy="1389459"/>
          </a:xfrm>
          <a:prstGeom prst="roundRect">
            <a:avLst>
              <a:gd name="adj" fmla="val 7836"/>
            </a:avLst>
          </a:prstGeom>
          <a:solidFill>
            <a:srgbClr val="D1EFE4"/>
          </a:solidFill>
          <a:ln w="7620">
            <a:solidFill>
              <a:srgbClr val="B7D5CA"/>
            </a:solidFill>
            <a:prstDash val="solid"/>
          </a:ln>
        </p:spPr>
        <p:txBody>
          <a:bodyPr/>
          <a:lstStyle/>
          <a:p>
            <a:endParaRPr lang="en-IN"/>
          </a:p>
        </p:txBody>
      </p:sp>
      <p:sp>
        <p:nvSpPr>
          <p:cNvPr id="11" name="Shape 7"/>
          <p:cNvSpPr/>
          <p:nvPr/>
        </p:nvSpPr>
        <p:spPr>
          <a:xfrm>
            <a:off x="6038374" y="3523655"/>
            <a:ext cx="362903" cy="362903"/>
          </a:xfrm>
          <a:prstGeom prst="roundRect">
            <a:avLst>
              <a:gd name="adj" fmla="val 25194296"/>
            </a:avLst>
          </a:prstGeom>
          <a:solidFill>
            <a:srgbClr val="006747"/>
          </a:solidFill>
          <a:ln/>
        </p:spPr>
        <p:txBody>
          <a:bodyPr/>
          <a:lstStyle/>
          <a:p>
            <a:endParaRPr lang="en-IN"/>
          </a:p>
        </p:txBody>
      </p:sp>
      <p:pic>
        <p:nvPicPr>
          <p:cNvPr id="12"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38148" y="3623429"/>
            <a:ext cx="163235" cy="163235"/>
          </a:xfrm>
          <a:prstGeom prst="rect">
            <a:avLst/>
          </a:prstGeom>
        </p:spPr>
      </p:pic>
      <p:sp>
        <p:nvSpPr>
          <p:cNvPr id="13" name="Text 8"/>
          <p:cNvSpPr/>
          <p:nvPr/>
        </p:nvSpPr>
        <p:spPr>
          <a:xfrm>
            <a:off x="6038374" y="4007525"/>
            <a:ext cx="1512094" cy="188952"/>
          </a:xfrm>
          <a:prstGeom prst="rect">
            <a:avLst/>
          </a:prstGeom>
          <a:noFill/>
          <a:ln/>
        </p:spPr>
        <p:txBody>
          <a:bodyPr wrap="none" lIns="0" tIns="0" rIns="0" bIns="0" rtlCol="0" anchor="t"/>
          <a:lstStyle/>
          <a:p>
            <a:pPr marL="0" indent="0" algn="l">
              <a:lnSpc>
                <a:spcPts val="1450"/>
              </a:lnSpc>
              <a:buNone/>
            </a:pPr>
            <a:r>
              <a:rPr lang="en-US" b="1" dirty="0">
                <a:solidFill>
                  <a:srgbClr val="4B4A4A"/>
                </a:solidFill>
                <a:latin typeface="Noto Serif SC Bold" pitchFamily="34" charset="0"/>
                <a:ea typeface="Noto Serif SC Bold" pitchFamily="34" charset="-122"/>
                <a:cs typeface="Noto Serif SC Bold" pitchFamily="34" charset="-120"/>
              </a:rPr>
              <a:t>Conveyance Issues</a:t>
            </a:r>
            <a:endParaRPr lang="en-US" dirty="0"/>
          </a:p>
        </p:txBody>
      </p:sp>
      <p:sp>
        <p:nvSpPr>
          <p:cNvPr id="14" name="Text 9"/>
          <p:cNvSpPr/>
          <p:nvPr/>
        </p:nvSpPr>
        <p:spPr>
          <a:xfrm>
            <a:off x="6038374" y="4268986"/>
            <a:ext cx="8040053" cy="386953"/>
          </a:xfrm>
          <a:prstGeom prst="rect">
            <a:avLst/>
          </a:prstGeom>
          <a:noFill/>
          <a:ln/>
        </p:spPr>
        <p:txBody>
          <a:bodyPr wrap="square" lIns="0" tIns="0" rIns="0" bIns="0" rtlCol="0" anchor="t"/>
          <a:lstStyle/>
          <a:p>
            <a:pPr marL="0" indent="0" algn="l">
              <a:lnSpc>
                <a:spcPts val="1500"/>
              </a:lnSpc>
              <a:buNone/>
            </a:pPr>
            <a:r>
              <a:rPr lang="en-US" sz="1400" b="1" dirty="0">
                <a:solidFill>
                  <a:srgbClr val="4B4A4A"/>
                </a:solidFill>
                <a:latin typeface="Geist" pitchFamily="34" charset="0"/>
                <a:ea typeface="Geist" pitchFamily="34" charset="-122"/>
                <a:cs typeface="Geist" pitchFamily="34" charset="-120"/>
              </a:rPr>
              <a:t>Developers sometimes fail to execute proper conveyance of the redeveloped property to the society, leaving owners in a precarious legal position regarding ownership and land rights, necessitating complex legal recourse.</a:t>
            </a:r>
            <a:endParaRPr lang="en-US" sz="1400" b="1" dirty="0"/>
          </a:p>
        </p:txBody>
      </p:sp>
      <p:sp>
        <p:nvSpPr>
          <p:cNvPr id="15" name="Shape 10"/>
          <p:cNvSpPr/>
          <p:nvPr/>
        </p:nvSpPr>
        <p:spPr>
          <a:xfrm>
            <a:off x="5909786" y="4905494"/>
            <a:ext cx="8297228" cy="1389459"/>
          </a:xfrm>
          <a:prstGeom prst="roundRect">
            <a:avLst>
              <a:gd name="adj" fmla="val 7836"/>
            </a:avLst>
          </a:prstGeom>
          <a:solidFill>
            <a:srgbClr val="D1EFE4"/>
          </a:solidFill>
          <a:ln w="7620">
            <a:solidFill>
              <a:srgbClr val="B7D5CA"/>
            </a:solidFill>
            <a:prstDash val="solid"/>
          </a:ln>
        </p:spPr>
        <p:txBody>
          <a:bodyPr/>
          <a:lstStyle/>
          <a:p>
            <a:endParaRPr lang="en-IN"/>
          </a:p>
        </p:txBody>
      </p:sp>
      <p:sp>
        <p:nvSpPr>
          <p:cNvPr id="16" name="Shape 11"/>
          <p:cNvSpPr/>
          <p:nvPr/>
        </p:nvSpPr>
        <p:spPr>
          <a:xfrm>
            <a:off x="6038374" y="5034082"/>
            <a:ext cx="362903" cy="362903"/>
          </a:xfrm>
          <a:prstGeom prst="roundRect">
            <a:avLst>
              <a:gd name="adj" fmla="val 25194296"/>
            </a:avLst>
          </a:prstGeom>
          <a:solidFill>
            <a:srgbClr val="006747"/>
          </a:solidFill>
          <a:ln/>
        </p:spPr>
        <p:txBody>
          <a:bodyPr/>
          <a:lstStyle/>
          <a:p>
            <a:endParaRPr lang="en-IN"/>
          </a:p>
        </p:txBody>
      </p:sp>
      <p:pic>
        <p:nvPicPr>
          <p:cNvPr id="17"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38148" y="5133856"/>
            <a:ext cx="163235" cy="163235"/>
          </a:xfrm>
          <a:prstGeom prst="rect">
            <a:avLst/>
          </a:prstGeom>
        </p:spPr>
      </p:pic>
      <p:sp>
        <p:nvSpPr>
          <p:cNvPr id="18" name="Text 12"/>
          <p:cNvSpPr/>
          <p:nvPr/>
        </p:nvSpPr>
        <p:spPr>
          <a:xfrm>
            <a:off x="6038374" y="5517952"/>
            <a:ext cx="1855946" cy="188952"/>
          </a:xfrm>
          <a:prstGeom prst="rect">
            <a:avLst/>
          </a:prstGeom>
          <a:noFill/>
          <a:ln/>
        </p:spPr>
        <p:txBody>
          <a:bodyPr wrap="none" lIns="0" tIns="0" rIns="0" bIns="0" rtlCol="0" anchor="t"/>
          <a:lstStyle/>
          <a:p>
            <a:pPr marL="0" indent="0" algn="l">
              <a:lnSpc>
                <a:spcPts val="1450"/>
              </a:lnSpc>
              <a:buNone/>
            </a:pPr>
            <a:r>
              <a:rPr lang="en-US" b="1" dirty="0">
                <a:solidFill>
                  <a:srgbClr val="4B4A4A"/>
                </a:solidFill>
                <a:latin typeface="Noto Serif SC Bold" pitchFamily="34" charset="0"/>
                <a:ea typeface="Noto Serif SC Bold" pitchFamily="34" charset="-122"/>
                <a:cs typeface="Noto Serif SC Bold" pitchFamily="34" charset="-120"/>
              </a:rPr>
              <a:t>Developer Irregularities</a:t>
            </a:r>
            <a:endParaRPr lang="en-US" dirty="0"/>
          </a:p>
        </p:txBody>
      </p:sp>
      <p:sp>
        <p:nvSpPr>
          <p:cNvPr id="19" name="Text 13"/>
          <p:cNvSpPr/>
          <p:nvPr/>
        </p:nvSpPr>
        <p:spPr>
          <a:xfrm>
            <a:off x="6038374" y="5779413"/>
            <a:ext cx="8040053" cy="386953"/>
          </a:xfrm>
          <a:prstGeom prst="rect">
            <a:avLst/>
          </a:prstGeom>
          <a:noFill/>
          <a:ln/>
        </p:spPr>
        <p:txBody>
          <a:bodyPr wrap="square" lIns="0" tIns="0" rIns="0" bIns="0" rtlCol="0" anchor="t"/>
          <a:lstStyle/>
          <a:p>
            <a:pPr marL="0" indent="0" algn="l">
              <a:lnSpc>
                <a:spcPts val="1500"/>
              </a:lnSpc>
              <a:buNone/>
            </a:pPr>
            <a:r>
              <a:rPr lang="en-US" sz="1400" b="1" dirty="0">
                <a:solidFill>
                  <a:srgbClr val="4B4A4A"/>
                </a:solidFill>
                <a:latin typeface="Geist" pitchFamily="34" charset="0"/>
                <a:ea typeface="Geist" pitchFamily="34" charset="-122"/>
                <a:cs typeface="Geist" pitchFamily="34" charset="-120"/>
              </a:rPr>
              <a:t>Societies frequently report issues such as deviations from sanctioned plans, use of sub-standard materials, or financial irregularities, compromising quality, safety, and project integrity.</a:t>
            </a:r>
            <a:endParaRPr lang="en-US" sz="1400" b="1" dirty="0"/>
          </a:p>
        </p:txBody>
      </p:sp>
      <p:sp>
        <p:nvSpPr>
          <p:cNvPr id="20" name="Shape 14"/>
          <p:cNvSpPr/>
          <p:nvPr/>
        </p:nvSpPr>
        <p:spPr>
          <a:xfrm>
            <a:off x="5909786" y="6415921"/>
            <a:ext cx="8297228" cy="1389459"/>
          </a:xfrm>
          <a:prstGeom prst="roundRect">
            <a:avLst>
              <a:gd name="adj" fmla="val 7836"/>
            </a:avLst>
          </a:prstGeom>
          <a:solidFill>
            <a:srgbClr val="D1EFE4"/>
          </a:solidFill>
          <a:ln w="7620">
            <a:solidFill>
              <a:srgbClr val="B7D5CA"/>
            </a:solidFill>
            <a:prstDash val="solid"/>
          </a:ln>
        </p:spPr>
        <p:txBody>
          <a:bodyPr/>
          <a:lstStyle/>
          <a:p>
            <a:endParaRPr lang="en-IN" dirty="0"/>
          </a:p>
        </p:txBody>
      </p:sp>
      <p:sp>
        <p:nvSpPr>
          <p:cNvPr id="21" name="Shape 15"/>
          <p:cNvSpPr/>
          <p:nvPr/>
        </p:nvSpPr>
        <p:spPr>
          <a:xfrm>
            <a:off x="6038374" y="6544508"/>
            <a:ext cx="362903" cy="362903"/>
          </a:xfrm>
          <a:prstGeom prst="roundRect">
            <a:avLst>
              <a:gd name="adj" fmla="val 25194296"/>
            </a:avLst>
          </a:prstGeom>
          <a:solidFill>
            <a:srgbClr val="006747"/>
          </a:solidFill>
          <a:ln/>
        </p:spPr>
        <p:txBody>
          <a:bodyPr/>
          <a:lstStyle/>
          <a:p>
            <a:endParaRPr lang="en-IN"/>
          </a:p>
        </p:txBody>
      </p:sp>
      <p:pic>
        <p:nvPicPr>
          <p:cNvPr id="22"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38148" y="6644283"/>
            <a:ext cx="163235" cy="163235"/>
          </a:xfrm>
          <a:prstGeom prst="rect">
            <a:avLst/>
          </a:prstGeom>
        </p:spPr>
      </p:pic>
      <p:sp>
        <p:nvSpPr>
          <p:cNvPr id="23" name="Text 16"/>
          <p:cNvSpPr/>
          <p:nvPr/>
        </p:nvSpPr>
        <p:spPr>
          <a:xfrm>
            <a:off x="6038374" y="7028378"/>
            <a:ext cx="2131457" cy="188952"/>
          </a:xfrm>
          <a:prstGeom prst="rect">
            <a:avLst/>
          </a:prstGeom>
          <a:noFill/>
          <a:ln/>
        </p:spPr>
        <p:txBody>
          <a:bodyPr wrap="none" lIns="0" tIns="0" rIns="0" bIns="0" rtlCol="0" anchor="t"/>
          <a:lstStyle/>
          <a:p>
            <a:pPr marL="0" indent="0" algn="l">
              <a:lnSpc>
                <a:spcPts val="1450"/>
              </a:lnSpc>
              <a:buNone/>
            </a:pPr>
            <a:r>
              <a:rPr lang="en-US" b="1" dirty="0">
                <a:solidFill>
                  <a:srgbClr val="4B4A4A"/>
                </a:solidFill>
                <a:latin typeface="Noto Serif SC Bold" pitchFamily="34" charset="0"/>
                <a:ea typeface="Noto Serif SC Bold" pitchFamily="34" charset="-122"/>
                <a:cs typeface="Noto Serif SC Bold" pitchFamily="34" charset="-120"/>
              </a:rPr>
              <a:t>Knowledge Gap &amp; Oversight</a:t>
            </a:r>
            <a:endParaRPr lang="en-US" dirty="0"/>
          </a:p>
        </p:txBody>
      </p:sp>
      <p:sp>
        <p:nvSpPr>
          <p:cNvPr id="24" name="Text 17"/>
          <p:cNvSpPr/>
          <p:nvPr/>
        </p:nvSpPr>
        <p:spPr>
          <a:xfrm>
            <a:off x="6038374" y="7235668"/>
            <a:ext cx="8040053" cy="644127"/>
          </a:xfrm>
          <a:prstGeom prst="rect">
            <a:avLst/>
          </a:prstGeom>
          <a:noFill/>
          <a:ln/>
        </p:spPr>
        <p:txBody>
          <a:bodyPr wrap="square" lIns="0" tIns="0" rIns="0" bIns="0" rtlCol="0" anchor="t"/>
          <a:lstStyle/>
          <a:p>
            <a:pPr marL="0" indent="0" algn="l">
              <a:lnSpc>
                <a:spcPts val="1500"/>
              </a:lnSpc>
              <a:buNone/>
            </a:pPr>
            <a:r>
              <a:rPr lang="en-US" sz="1400" b="1" dirty="0">
                <a:solidFill>
                  <a:srgbClr val="4B4A4A"/>
                </a:solidFill>
                <a:latin typeface="Geist" pitchFamily="34" charset="0"/>
                <a:ea typeface="Geist" pitchFamily="34" charset="-122"/>
                <a:cs typeface="Geist" pitchFamily="34" charset="-120"/>
              </a:rPr>
              <a:t>A common issue is the society's lack of comprehensive knowledge regarding legal, technical, and financial aspects of redevelopment, making effective oversight and negotiation challenging against experienced developers.</a:t>
            </a:r>
            <a:endParaRPr lang="en-US" sz="1400" b="1" dirty="0"/>
          </a:p>
        </p:txBody>
      </p:sp>
      <mc:AlternateContent xmlns:mc="http://schemas.openxmlformats.org/markup-compatibility/2006" xmlns:p14="http://schemas.microsoft.com/office/powerpoint/2010/main">
        <mc:Choice Requires="p14">
          <p:contentPart p14:bwMode="auto" r:id="rId12">
            <p14:nvContentPartPr>
              <p14:cNvPr id="25" name="Ink 24">
                <a:extLst>
                  <a:ext uri="{FF2B5EF4-FFF2-40B4-BE49-F238E27FC236}">
                    <a16:creationId xmlns:a16="http://schemas.microsoft.com/office/drawing/2014/main" id="{ACD4AE3B-25CC-35B8-2CF0-24CC2B3A59A9}"/>
                  </a:ext>
                </a:extLst>
              </p14:cNvPr>
              <p14:cNvContentPartPr/>
              <p14:nvPr/>
            </p14:nvContentPartPr>
            <p14:xfrm>
              <a:off x="12922509" y="7801964"/>
              <a:ext cx="1577520" cy="284400"/>
            </p14:xfrm>
          </p:contentPart>
        </mc:Choice>
        <mc:Fallback xmlns="">
          <p:pic>
            <p:nvPicPr>
              <p:cNvPr id="25" name="Ink 24">
                <a:extLst>
                  <a:ext uri="{FF2B5EF4-FFF2-40B4-BE49-F238E27FC236}">
                    <a16:creationId xmlns:a16="http://schemas.microsoft.com/office/drawing/2014/main" id="{ACD4AE3B-25CC-35B8-2CF0-24CC2B3A59A9}"/>
                  </a:ext>
                </a:extLst>
              </p:cNvPr>
              <p:cNvPicPr/>
              <p:nvPr/>
            </p:nvPicPr>
            <p:blipFill>
              <a:blip r:embed="rId13"/>
              <a:stretch>
                <a:fillRect/>
              </a:stretch>
            </p:blipFill>
            <p:spPr>
              <a:xfrm>
                <a:off x="12859869" y="7738964"/>
                <a:ext cx="1703160" cy="410040"/>
              </a:xfrm>
              <a:prstGeom prst="rect">
                <a:avLst/>
              </a:prstGeom>
            </p:spPr>
          </p:pic>
        </mc:Fallback>
      </mc:AlternateContent>
      <p:sp>
        <p:nvSpPr>
          <p:cNvPr id="26" name="TextBox 25">
            <a:extLst>
              <a:ext uri="{FF2B5EF4-FFF2-40B4-BE49-F238E27FC236}">
                <a16:creationId xmlns:a16="http://schemas.microsoft.com/office/drawing/2014/main" id="{E1C280ED-B6E6-33A0-BDD3-E5FAADF6B23A}"/>
              </a:ext>
            </a:extLst>
          </p:cNvPr>
          <p:cNvSpPr txBox="1"/>
          <p:nvPr/>
        </p:nvSpPr>
        <p:spPr>
          <a:xfrm>
            <a:off x="12071880" y="7868679"/>
            <a:ext cx="278238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17934" y="624364"/>
            <a:ext cx="7908131" cy="1103709"/>
          </a:xfrm>
          <a:prstGeom prst="rect">
            <a:avLst/>
          </a:prstGeom>
          <a:noFill/>
          <a:ln/>
        </p:spPr>
        <p:txBody>
          <a:bodyPr wrap="square" lIns="0" tIns="0" rIns="0" bIns="0" rtlCol="0" anchor="t"/>
          <a:lstStyle/>
          <a:p>
            <a:pPr marL="0" indent="0" algn="l">
              <a:lnSpc>
                <a:spcPts val="4300"/>
              </a:lnSpc>
              <a:buNone/>
            </a:pPr>
            <a:r>
              <a:rPr lang="en-US" sz="3450" b="1" dirty="0">
                <a:solidFill>
                  <a:srgbClr val="006747"/>
                </a:solidFill>
                <a:latin typeface="Noto Serif SC Bold" pitchFamily="34" charset="0"/>
                <a:ea typeface="Noto Serif SC Bold" pitchFamily="34" charset="-122"/>
                <a:cs typeface="Noto Serif SC Bold" pitchFamily="34" charset="-120"/>
              </a:rPr>
              <a:t>Bank Guarantee Mandate for Developers</a:t>
            </a:r>
            <a:endParaRPr lang="en-US" sz="3450" dirty="0"/>
          </a:p>
        </p:txBody>
      </p:sp>
      <p:sp>
        <p:nvSpPr>
          <p:cNvPr id="4" name="Text 1"/>
          <p:cNvSpPr/>
          <p:nvPr/>
        </p:nvSpPr>
        <p:spPr>
          <a:xfrm>
            <a:off x="617934" y="1992868"/>
            <a:ext cx="7908131" cy="564833"/>
          </a:xfrm>
          <a:prstGeom prst="rect">
            <a:avLst/>
          </a:prstGeom>
          <a:noFill/>
          <a:ln/>
        </p:spPr>
        <p:txBody>
          <a:bodyPr wrap="square" lIns="0" tIns="0" rIns="0" bIns="0" rtlCol="0" anchor="t"/>
          <a:lstStyle/>
          <a:p>
            <a:pPr marL="0" indent="0" algn="l">
              <a:lnSpc>
                <a:spcPts val="2200"/>
              </a:lnSpc>
              <a:buNone/>
            </a:pPr>
            <a:r>
              <a:rPr lang="en-US" sz="1350" b="1" dirty="0">
                <a:solidFill>
                  <a:srgbClr val="4B4A4A"/>
                </a:solidFill>
                <a:latin typeface="Geist" pitchFamily="34" charset="0"/>
                <a:ea typeface="Geist" pitchFamily="34" charset="-122"/>
                <a:cs typeface="Geist" pitchFamily="34" charset="-120"/>
              </a:rPr>
              <a:t>The Bank Guarantee is a crucial safeguard for housing societies, ensuring developers meet financial commitments and project obligations during redevelopment.</a:t>
            </a:r>
            <a:endParaRPr lang="en-US" sz="1350" b="1" dirty="0"/>
          </a:p>
        </p:txBody>
      </p:sp>
      <p:sp>
        <p:nvSpPr>
          <p:cNvPr id="5" name="Shape 2"/>
          <p:cNvSpPr/>
          <p:nvPr/>
        </p:nvSpPr>
        <p:spPr>
          <a:xfrm>
            <a:off x="617934" y="2756297"/>
            <a:ext cx="7908131" cy="2095619"/>
          </a:xfrm>
          <a:prstGeom prst="roundRect">
            <a:avLst>
              <a:gd name="adj" fmla="val 5236"/>
            </a:avLst>
          </a:prstGeom>
          <a:solidFill>
            <a:srgbClr val="E5F9F2">
              <a:alpha val="95000"/>
            </a:srgbClr>
          </a:solidFill>
          <a:ln w="22860">
            <a:solidFill>
              <a:srgbClr val="B7D5CA"/>
            </a:solidFill>
            <a:prstDash val="solid"/>
          </a:ln>
        </p:spPr>
        <p:txBody>
          <a:bodyPr/>
          <a:lstStyle/>
          <a:p>
            <a:endParaRPr lang="en-IN" dirty="0"/>
          </a:p>
        </p:txBody>
      </p:sp>
      <p:sp>
        <p:nvSpPr>
          <p:cNvPr id="6" name="Shape 3"/>
          <p:cNvSpPr/>
          <p:nvPr/>
        </p:nvSpPr>
        <p:spPr>
          <a:xfrm>
            <a:off x="595074" y="2756297"/>
            <a:ext cx="91440" cy="2095619"/>
          </a:xfrm>
          <a:prstGeom prst="roundRect">
            <a:avLst>
              <a:gd name="adj" fmla="val 173805"/>
            </a:avLst>
          </a:prstGeom>
          <a:solidFill>
            <a:srgbClr val="006747"/>
          </a:solidFill>
          <a:ln/>
        </p:spPr>
        <p:txBody>
          <a:bodyPr/>
          <a:lstStyle/>
          <a:p>
            <a:endParaRPr lang="en-IN"/>
          </a:p>
        </p:txBody>
      </p:sp>
      <p:sp>
        <p:nvSpPr>
          <p:cNvPr id="7" name="Text 4"/>
          <p:cNvSpPr/>
          <p:nvPr/>
        </p:nvSpPr>
        <p:spPr>
          <a:xfrm>
            <a:off x="885944" y="2955727"/>
            <a:ext cx="4139803" cy="275868"/>
          </a:xfrm>
          <a:prstGeom prst="rect">
            <a:avLst/>
          </a:prstGeom>
          <a:noFill/>
          <a:ln/>
        </p:spPr>
        <p:txBody>
          <a:bodyPr wrap="none" lIns="0" tIns="0" rIns="0" bIns="0" rtlCol="0" anchor="t"/>
          <a:lstStyle/>
          <a:p>
            <a:pPr marL="0" indent="0" algn="l">
              <a:lnSpc>
                <a:spcPts val="2150"/>
              </a:lnSpc>
              <a:buNone/>
            </a:pPr>
            <a:r>
              <a:rPr lang="en-US" sz="1700" b="1" dirty="0">
                <a:solidFill>
                  <a:schemeClr val="accent6">
                    <a:lumMod val="50000"/>
                  </a:schemeClr>
                </a:solidFill>
                <a:latin typeface="Noto Serif SC Bold" pitchFamily="34" charset="0"/>
                <a:ea typeface="Noto Serif SC Bold" pitchFamily="34" charset="-122"/>
                <a:cs typeface="Noto Serif SC Bold" pitchFamily="34" charset="-120"/>
              </a:rPr>
              <a:t>Developer Tactics to Bypass Mandate</a:t>
            </a:r>
            <a:endParaRPr lang="en-US" sz="1700" dirty="0">
              <a:solidFill>
                <a:schemeClr val="accent6">
                  <a:lumMod val="50000"/>
                </a:schemeClr>
              </a:solidFill>
            </a:endParaRPr>
          </a:p>
        </p:txBody>
      </p:sp>
      <p:sp>
        <p:nvSpPr>
          <p:cNvPr id="8" name="Text 5"/>
          <p:cNvSpPr/>
          <p:nvPr/>
        </p:nvSpPr>
        <p:spPr>
          <a:xfrm>
            <a:off x="885944" y="3337441"/>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400" b="1" dirty="0">
                <a:solidFill>
                  <a:srgbClr val="4B4A4A"/>
                </a:solidFill>
                <a:latin typeface="Geist" pitchFamily="34" charset="0"/>
                <a:ea typeface="Geist" pitchFamily="34" charset="-122"/>
                <a:cs typeface="Geist" pitchFamily="34" charset="-120"/>
              </a:rPr>
              <a:t>Submitting proposals without the required guarantee</a:t>
            </a:r>
            <a:endParaRPr lang="en-US" sz="1400" b="1" dirty="0"/>
          </a:p>
        </p:txBody>
      </p:sp>
      <p:sp>
        <p:nvSpPr>
          <p:cNvPr id="9" name="Text 6"/>
          <p:cNvSpPr/>
          <p:nvPr/>
        </p:nvSpPr>
        <p:spPr>
          <a:xfrm>
            <a:off x="885944" y="3681651"/>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400" b="1" dirty="0">
                <a:solidFill>
                  <a:srgbClr val="4B4A4A"/>
                </a:solidFill>
                <a:latin typeface="Geist" pitchFamily="34" charset="0"/>
                <a:ea typeface="Geist" pitchFamily="34" charset="-122"/>
                <a:cs typeface="Geist" pitchFamily="34" charset="-120"/>
              </a:rPr>
              <a:t>Seeking relaxations or exemptions from authorities</a:t>
            </a:r>
            <a:endParaRPr lang="en-US" sz="1400" b="1" dirty="0"/>
          </a:p>
        </p:txBody>
      </p:sp>
      <p:sp>
        <p:nvSpPr>
          <p:cNvPr id="10" name="Text 7"/>
          <p:cNvSpPr/>
          <p:nvPr/>
        </p:nvSpPr>
        <p:spPr>
          <a:xfrm>
            <a:off x="885944" y="4025860"/>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400" b="1" dirty="0">
                <a:solidFill>
                  <a:srgbClr val="4B4A4A"/>
                </a:solidFill>
                <a:latin typeface="Geist" pitchFamily="34" charset="0"/>
                <a:ea typeface="Geist" pitchFamily="34" charset="-122"/>
                <a:cs typeface="Geist" pitchFamily="34" charset="-120"/>
              </a:rPr>
              <a:t>Attempting to dilute bank guarantee terms</a:t>
            </a:r>
            <a:endParaRPr lang="en-US" sz="1400" b="1" dirty="0"/>
          </a:p>
        </p:txBody>
      </p:sp>
      <p:sp>
        <p:nvSpPr>
          <p:cNvPr id="11" name="Text 8"/>
          <p:cNvSpPr/>
          <p:nvPr/>
        </p:nvSpPr>
        <p:spPr>
          <a:xfrm>
            <a:off x="885944" y="4370070"/>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400" b="1" dirty="0">
                <a:solidFill>
                  <a:srgbClr val="4B4A4A"/>
                </a:solidFill>
                <a:latin typeface="Geist" pitchFamily="34" charset="0"/>
                <a:ea typeface="Geist" pitchFamily="34" charset="-122"/>
                <a:cs typeface="Geist" pitchFamily="34" charset="-120"/>
              </a:rPr>
              <a:t>Pushing for premature release of the guarantee</a:t>
            </a:r>
            <a:endParaRPr lang="en-US" sz="1400" b="1" dirty="0"/>
          </a:p>
        </p:txBody>
      </p:sp>
      <p:sp>
        <p:nvSpPr>
          <p:cNvPr id="12" name="Shape 9"/>
          <p:cNvSpPr/>
          <p:nvPr/>
        </p:nvSpPr>
        <p:spPr>
          <a:xfrm>
            <a:off x="617934" y="5028486"/>
            <a:ext cx="7908131" cy="2095619"/>
          </a:xfrm>
          <a:prstGeom prst="roundRect">
            <a:avLst>
              <a:gd name="adj" fmla="val 5236"/>
            </a:avLst>
          </a:prstGeom>
          <a:solidFill>
            <a:srgbClr val="E5F9F2">
              <a:alpha val="95000"/>
            </a:srgbClr>
          </a:solidFill>
          <a:ln w="22860">
            <a:solidFill>
              <a:srgbClr val="B7D5CA"/>
            </a:solidFill>
            <a:prstDash val="solid"/>
          </a:ln>
        </p:spPr>
        <p:txBody>
          <a:bodyPr/>
          <a:lstStyle/>
          <a:p>
            <a:endParaRPr lang="en-IN"/>
          </a:p>
        </p:txBody>
      </p:sp>
      <p:sp>
        <p:nvSpPr>
          <p:cNvPr id="13" name="Shape 10"/>
          <p:cNvSpPr/>
          <p:nvPr/>
        </p:nvSpPr>
        <p:spPr>
          <a:xfrm>
            <a:off x="595074" y="5028486"/>
            <a:ext cx="91440" cy="2095619"/>
          </a:xfrm>
          <a:prstGeom prst="roundRect">
            <a:avLst>
              <a:gd name="adj" fmla="val 173805"/>
            </a:avLst>
          </a:prstGeom>
          <a:solidFill>
            <a:srgbClr val="006747"/>
          </a:solidFill>
          <a:ln/>
        </p:spPr>
        <p:txBody>
          <a:bodyPr/>
          <a:lstStyle/>
          <a:p>
            <a:endParaRPr lang="en-IN"/>
          </a:p>
        </p:txBody>
      </p:sp>
      <p:sp>
        <p:nvSpPr>
          <p:cNvPr id="14" name="Text 11"/>
          <p:cNvSpPr/>
          <p:nvPr/>
        </p:nvSpPr>
        <p:spPr>
          <a:xfrm>
            <a:off x="885944" y="5227915"/>
            <a:ext cx="3786545" cy="275868"/>
          </a:xfrm>
          <a:prstGeom prst="rect">
            <a:avLst/>
          </a:prstGeom>
          <a:noFill/>
          <a:ln/>
        </p:spPr>
        <p:txBody>
          <a:bodyPr wrap="none" lIns="0" tIns="0" rIns="0" bIns="0" rtlCol="0" anchor="t"/>
          <a:lstStyle/>
          <a:p>
            <a:pPr marL="0" indent="0" algn="l">
              <a:lnSpc>
                <a:spcPts val="21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Societies Must Maintain Vigilance</a:t>
            </a:r>
            <a:endParaRPr lang="en-US" dirty="0">
              <a:solidFill>
                <a:schemeClr val="accent6">
                  <a:lumMod val="50000"/>
                </a:schemeClr>
              </a:solidFill>
            </a:endParaRPr>
          </a:p>
        </p:txBody>
      </p:sp>
      <p:sp>
        <p:nvSpPr>
          <p:cNvPr id="15" name="Text 12"/>
          <p:cNvSpPr/>
          <p:nvPr/>
        </p:nvSpPr>
        <p:spPr>
          <a:xfrm>
            <a:off x="885944" y="5609630"/>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4B4A4A"/>
                </a:solidFill>
                <a:latin typeface="Geist" pitchFamily="34" charset="0"/>
                <a:ea typeface="Geist" pitchFamily="34" charset="-122"/>
                <a:cs typeface="Geist" pitchFamily="34" charset="-120"/>
              </a:rPr>
              <a:t>Insisting on the  bank guarantee</a:t>
            </a:r>
            <a:endParaRPr lang="en-US" sz="1350" b="1" dirty="0"/>
          </a:p>
        </p:txBody>
      </p:sp>
      <p:sp>
        <p:nvSpPr>
          <p:cNvPr id="16" name="Text 13"/>
          <p:cNvSpPr/>
          <p:nvPr/>
        </p:nvSpPr>
        <p:spPr>
          <a:xfrm>
            <a:off x="885944" y="5953839"/>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4B4A4A"/>
                </a:solidFill>
                <a:latin typeface="Geist" pitchFamily="34" charset="0"/>
                <a:ea typeface="Geist" pitchFamily="34" charset="-122"/>
                <a:cs typeface="Geist" pitchFamily="34" charset="-120"/>
              </a:rPr>
              <a:t>Scrutinising all bank guarantee terms rigorously</a:t>
            </a:r>
            <a:endParaRPr lang="en-US" sz="1350" b="1" dirty="0"/>
          </a:p>
        </p:txBody>
      </p:sp>
      <p:sp>
        <p:nvSpPr>
          <p:cNvPr id="17" name="Text 14"/>
          <p:cNvSpPr/>
          <p:nvPr/>
        </p:nvSpPr>
        <p:spPr>
          <a:xfrm>
            <a:off x="885944" y="6298049"/>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4B4A4A"/>
                </a:solidFill>
                <a:latin typeface="Geist" pitchFamily="34" charset="0"/>
                <a:ea typeface="Geist" pitchFamily="34" charset="-122"/>
                <a:cs typeface="Geist" pitchFamily="34" charset="-120"/>
              </a:rPr>
              <a:t>Resisting any attempts for premature release</a:t>
            </a:r>
            <a:endParaRPr lang="en-US" sz="1350" b="1" dirty="0"/>
          </a:p>
        </p:txBody>
      </p:sp>
      <p:sp>
        <p:nvSpPr>
          <p:cNvPr id="18" name="Text 15"/>
          <p:cNvSpPr/>
          <p:nvPr/>
        </p:nvSpPr>
        <p:spPr>
          <a:xfrm>
            <a:off x="885944" y="6642259"/>
            <a:ext cx="7440692" cy="282416"/>
          </a:xfrm>
          <a:prstGeom prst="rect">
            <a:avLst/>
          </a:prstGeom>
          <a:noFill/>
          <a:ln/>
        </p:spPr>
        <p:txBody>
          <a:bodyPr wrap="none" lIns="0" tIns="0" rIns="0" bIns="0" rtlCol="0" anchor="t"/>
          <a:lstStyle/>
          <a:p>
            <a:pPr marL="342900" indent="-342900" algn="l">
              <a:lnSpc>
                <a:spcPts val="2200"/>
              </a:lnSpc>
              <a:buSzPct val="100000"/>
              <a:buChar char="•"/>
            </a:pPr>
            <a:r>
              <a:rPr lang="en-US" sz="1350" b="1" dirty="0">
                <a:solidFill>
                  <a:srgbClr val="4B4A4A"/>
                </a:solidFill>
                <a:latin typeface="Geist" pitchFamily="34" charset="0"/>
                <a:ea typeface="Geist" pitchFamily="34" charset="-122"/>
                <a:cs typeface="Geist" pitchFamily="34" charset="-120"/>
              </a:rPr>
              <a:t>Reporting violations to relevant regulatory bodies</a:t>
            </a:r>
            <a:endParaRPr lang="en-US" sz="1350" b="1" dirty="0"/>
          </a:p>
        </p:txBody>
      </p:sp>
      <p:sp>
        <p:nvSpPr>
          <p:cNvPr id="19" name="Text 16"/>
          <p:cNvSpPr/>
          <p:nvPr/>
        </p:nvSpPr>
        <p:spPr>
          <a:xfrm>
            <a:off x="617934" y="7322701"/>
            <a:ext cx="7908131" cy="282416"/>
          </a:xfrm>
          <a:prstGeom prst="rect">
            <a:avLst/>
          </a:prstGeom>
          <a:noFill/>
          <a:ln/>
        </p:spPr>
        <p:txBody>
          <a:bodyPr wrap="none" lIns="0" tIns="0" rIns="0" bIns="0" rtlCol="0" anchor="t"/>
          <a:lstStyle/>
          <a:p>
            <a:pPr marL="0" indent="0" algn="l">
              <a:lnSpc>
                <a:spcPts val="2200"/>
              </a:lnSpc>
              <a:buNone/>
            </a:pPr>
            <a:r>
              <a:rPr lang="en-US" sz="1400" b="1" dirty="0">
                <a:solidFill>
                  <a:srgbClr val="4B4A4A"/>
                </a:solidFill>
                <a:latin typeface="Geist" pitchFamily="34" charset="0"/>
                <a:ea typeface="Geist" pitchFamily="34" charset="-122"/>
                <a:cs typeface="Geist" pitchFamily="34" charset="-120"/>
              </a:rPr>
              <a:t>Active oversight ensures the bank guarantee remains a robust protection for flat owners' interests.</a:t>
            </a:r>
            <a:endParaRPr lang="en-US" sz="1400" b="1" dirty="0"/>
          </a:p>
        </p:txBody>
      </p:sp>
      <p:sp>
        <p:nvSpPr>
          <p:cNvPr id="20" name="TextBox 19">
            <a:extLst>
              <a:ext uri="{FF2B5EF4-FFF2-40B4-BE49-F238E27FC236}">
                <a16:creationId xmlns:a16="http://schemas.microsoft.com/office/drawing/2014/main" id="{7D7649E3-91EE-AC91-D0B1-E2AF212770BD}"/>
              </a:ext>
            </a:extLst>
          </p:cNvPr>
          <p:cNvSpPr txBox="1"/>
          <p:nvPr/>
        </p:nvSpPr>
        <p:spPr>
          <a:xfrm>
            <a:off x="12161521" y="7906434"/>
            <a:ext cx="3161212"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9D226D-56B3-F95A-677B-9DCB7751BC7D}"/>
              </a:ext>
            </a:extLst>
          </p:cNvPr>
          <p:cNvSpPr txBox="1"/>
          <p:nvPr/>
        </p:nvSpPr>
        <p:spPr>
          <a:xfrm>
            <a:off x="1283367" y="1125189"/>
            <a:ext cx="13491411" cy="923330"/>
          </a:xfrm>
          <a:prstGeom prst="rect">
            <a:avLst/>
          </a:prstGeom>
          <a:noFill/>
        </p:spPr>
        <p:txBody>
          <a:bodyPr wrap="square" rtlCol="0">
            <a:spAutoFit/>
          </a:bodyPr>
          <a:lstStyle/>
          <a:p>
            <a:r>
              <a:rPr lang="en-IN" sz="5400" b="1" dirty="0"/>
              <a:t>WHEN DOES RERA BECOME APPLICABLE  ? </a:t>
            </a:r>
          </a:p>
        </p:txBody>
      </p:sp>
      <p:sp>
        <p:nvSpPr>
          <p:cNvPr id="3" name="Isosceles Triangle 2">
            <a:extLst>
              <a:ext uri="{FF2B5EF4-FFF2-40B4-BE49-F238E27FC236}">
                <a16:creationId xmlns:a16="http://schemas.microsoft.com/office/drawing/2014/main" id="{1A0C4E72-CA1F-04AD-B736-E81A2295893E}"/>
              </a:ext>
            </a:extLst>
          </p:cNvPr>
          <p:cNvSpPr/>
          <p:nvPr/>
        </p:nvSpPr>
        <p:spPr>
          <a:xfrm>
            <a:off x="649704" y="2559625"/>
            <a:ext cx="5133474" cy="4331368"/>
          </a:xfrm>
          <a:prstGeom prst="triangl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TextBox 3">
            <a:extLst>
              <a:ext uri="{FF2B5EF4-FFF2-40B4-BE49-F238E27FC236}">
                <a16:creationId xmlns:a16="http://schemas.microsoft.com/office/drawing/2014/main" id="{6696DC2A-678C-33D8-73E9-1389A129B0EF}"/>
              </a:ext>
            </a:extLst>
          </p:cNvPr>
          <p:cNvSpPr txBox="1"/>
          <p:nvPr/>
        </p:nvSpPr>
        <p:spPr>
          <a:xfrm>
            <a:off x="1860884" y="4725309"/>
            <a:ext cx="2711115" cy="1569660"/>
          </a:xfrm>
          <a:prstGeom prst="rect">
            <a:avLst/>
          </a:prstGeom>
          <a:noFill/>
        </p:spPr>
        <p:txBody>
          <a:bodyPr wrap="square" rtlCol="0">
            <a:spAutoFit/>
          </a:bodyPr>
          <a:lstStyle/>
          <a:p>
            <a:pPr marL="342900" indent="-342900" algn="just">
              <a:buFont typeface="Arial" panose="020B0604020202020204" pitchFamily="34" charset="0"/>
              <a:buChar char="•"/>
            </a:pPr>
            <a:r>
              <a:rPr lang="en-IN" sz="2400" b="1" dirty="0"/>
              <a:t>When the Plot area is more than </a:t>
            </a:r>
            <a:r>
              <a:rPr lang="en-IN" sz="2400" b="1" u="sng" dirty="0">
                <a:solidFill>
                  <a:srgbClr val="FF0000"/>
                </a:solidFill>
              </a:rPr>
              <a:t>500</a:t>
            </a:r>
            <a:r>
              <a:rPr lang="en-IN" sz="2400" b="1" dirty="0"/>
              <a:t> square meters. </a:t>
            </a:r>
          </a:p>
        </p:txBody>
      </p:sp>
      <p:sp>
        <p:nvSpPr>
          <p:cNvPr id="5" name="TextBox 4">
            <a:extLst>
              <a:ext uri="{FF2B5EF4-FFF2-40B4-BE49-F238E27FC236}">
                <a16:creationId xmlns:a16="http://schemas.microsoft.com/office/drawing/2014/main" id="{8D319D98-0608-8526-D3AB-AE25F22973E6}"/>
              </a:ext>
            </a:extLst>
          </p:cNvPr>
          <p:cNvSpPr txBox="1"/>
          <p:nvPr/>
        </p:nvSpPr>
        <p:spPr>
          <a:xfrm>
            <a:off x="6376736" y="4345450"/>
            <a:ext cx="2711115" cy="1200329"/>
          </a:xfrm>
          <a:prstGeom prst="rect">
            <a:avLst/>
          </a:prstGeom>
          <a:noFill/>
        </p:spPr>
        <p:txBody>
          <a:bodyPr wrap="square" rtlCol="0">
            <a:spAutoFit/>
          </a:bodyPr>
          <a:lstStyle/>
          <a:p>
            <a:r>
              <a:rPr lang="en-IN" sz="7200" b="1" dirty="0"/>
              <a:t>or </a:t>
            </a:r>
          </a:p>
        </p:txBody>
      </p:sp>
      <p:sp>
        <p:nvSpPr>
          <p:cNvPr id="6" name="Isosceles Triangle 5">
            <a:extLst>
              <a:ext uri="{FF2B5EF4-FFF2-40B4-BE49-F238E27FC236}">
                <a16:creationId xmlns:a16="http://schemas.microsoft.com/office/drawing/2014/main" id="{87696B1C-8209-A378-C55A-8718017CC519}"/>
              </a:ext>
            </a:extLst>
          </p:cNvPr>
          <p:cNvSpPr/>
          <p:nvPr/>
        </p:nvSpPr>
        <p:spPr>
          <a:xfrm>
            <a:off x="7732293" y="2559625"/>
            <a:ext cx="4507833" cy="4331368"/>
          </a:xfrm>
          <a:prstGeom prst="triangl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7" name="TextBox 6">
            <a:extLst>
              <a:ext uri="{FF2B5EF4-FFF2-40B4-BE49-F238E27FC236}">
                <a16:creationId xmlns:a16="http://schemas.microsoft.com/office/drawing/2014/main" id="{42159239-0324-1038-D66C-58C034612185}"/>
              </a:ext>
            </a:extLst>
          </p:cNvPr>
          <p:cNvSpPr txBox="1"/>
          <p:nvPr/>
        </p:nvSpPr>
        <p:spPr>
          <a:xfrm>
            <a:off x="8903368" y="4830269"/>
            <a:ext cx="2582779" cy="830997"/>
          </a:xfrm>
          <a:prstGeom prst="rect">
            <a:avLst/>
          </a:prstGeom>
          <a:noFill/>
        </p:spPr>
        <p:txBody>
          <a:bodyPr wrap="square" rtlCol="0">
            <a:spAutoFit/>
          </a:bodyPr>
          <a:lstStyle/>
          <a:p>
            <a:r>
              <a:rPr lang="en-IN" sz="2400" b="1" dirty="0"/>
              <a:t>Number of Flats are </a:t>
            </a:r>
            <a:r>
              <a:rPr lang="en-IN" sz="2400" b="1" u="sng" dirty="0">
                <a:solidFill>
                  <a:srgbClr val="FF0000"/>
                </a:solidFill>
              </a:rPr>
              <a:t>Eight </a:t>
            </a:r>
            <a:r>
              <a:rPr lang="en-IN" sz="2400" b="1" dirty="0"/>
              <a:t>and more </a:t>
            </a: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5EFDA8EE-7CA4-0DC1-9C90-3379B277BE75}"/>
                  </a:ext>
                </a:extLst>
              </p14:cNvPr>
              <p14:cNvContentPartPr/>
              <p14:nvPr/>
            </p14:nvContentPartPr>
            <p14:xfrm>
              <a:off x="12911286" y="7593126"/>
              <a:ext cx="1643040" cy="541440"/>
            </p14:xfrm>
          </p:contentPart>
        </mc:Choice>
        <mc:Fallback xmlns="">
          <p:pic>
            <p:nvPicPr>
              <p:cNvPr id="8" name="Ink 7">
                <a:extLst>
                  <a:ext uri="{FF2B5EF4-FFF2-40B4-BE49-F238E27FC236}">
                    <a16:creationId xmlns:a16="http://schemas.microsoft.com/office/drawing/2014/main" id="{5EFDA8EE-7CA4-0DC1-9C90-3379B277BE75}"/>
                  </a:ext>
                </a:extLst>
              </p:cNvPr>
              <p:cNvPicPr/>
              <p:nvPr/>
            </p:nvPicPr>
            <p:blipFill>
              <a:blip r:embed="rId3"/>
              <a:stretch>
                <a:fillRect/>
              </a:stretch>
            </p:blipFill>
            <p:spPr>
              <a:xfrm>
                <a:off x="12848646" y="7530126"/>
                <a:ext cx="1768680" cy="667080"/>
              </a:xfrm>
              <a:prstGeom prst="rect">
                <a:avLst/>
              </a:prstGeom>
            </p:spPr>
          </p:pic>
        </mc:Fallback>
      </mc:AlternateContent>
      <p:sp>
        <p:nvSpPr>
          <p:cNvPr id="11" name="TextBox 10">
            <a:extLst>
              <a:ext uri="{FF2B5EF4-FFF2-40B4-BE49-F238E27FC236}">
                <a16:creationId xmlns:a16="http://schemas.microsoft.com/office/drawing/2014/main" id="{2E55141C-F027-4972-E1D7-7A8B52D12151}"/>
              </a:ext>
            </a:extLst>
          </p:cNvPr>
          <p:cNvSpPr txBox="1"/>
          <p:nvPr/>
        </p:nvSpPr>
        <p:spPr>
          <a:xfrm>
            <a:off x="12123821" y="7692008"/>
            <a:ext cx="817345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 ©Pereira &amp; Associates </a:t>
            </a:r>
          </a:p>
        </p:txBody>
      </p:sp>
    </p:spTree>
    <p:extLst>
      <p:ext uri="{BB962C8B-B14F-4D97-AF65-F5344CB8AC3E}">
        <p14:creationId xmlns:p14="http://schemas.microsoft.com/office/powerpoint/2010/main" val="2406049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20447" y="731401"/>
            <a:ext cx="9410224" cy="643295"/>
          </a:xfrm>
          <a:prstGeom prst="rect">
            <a:avLst/>
          </a:prstGeom>
          <a:noFill/>
          <a:ln/>
        </p:spPr>
        <p:txBody>
          <a:bodyPr wrap="none" lIns="0" tIns="0" rIns="0" bIns="0" rtlCol="0" anchor="t"/>
          <a:lstStyle/>
          <a:p>
            <a:pPr marL="0" indent="0" algn="l">
              <a:lnSpc>
                <a:spcPts val="5050"/>
              </a:lnSpc>
              <a:buNone/>
            </a:pPr>
            <a:r>
              <a:rPr lang="en-US" sz="4050" b="1" dirty="0">
                <a:solidFill>
                  <a:srgbClr val="006747"/>
                </a:solidFill>
                <a:latin typeface="Noto Serif SC Bold" pitchFamily="34" charset="0"/>
                <a:ea typeface="Noto Serif SC Bold" pitchFamily="34" charset="-122"/>
                <a:cs typeface="Noto Serif SC Bold" pitchFamily="34" charset="-120"/>
              </a:rPr>
              <a:t>MahaRERA's Role: Key Observations</a:t>
            </a:r>
            <a:endParaRPr lang="en-US" sz="4050" dirty="0"/>
          </a:p>
        </p:txBody>
      </p:sp>
      <p:sp>
        <p:nvSpPr>
          <p:cNvPr id="3" name="Text 1"/>
          <p:cNvSpPr/>
          <p:nvPr/>
        </p:nvSpPr>
        <p:spPr>
          <a:xfrm>
            <a:off x="720447" y="1786414"/>
            <a:ext cx="13189506" cy="658654"/>
          </a:xfrm>
          <a:prstGeom prst="rect">
            <a:avLst/>
          </a:prstGeom>
          <a:noFill/>
          <a:ln/>
        </p:spPr>
        <p:txBody>
          <a:bodyPr wrap="square" lIns="0" tIns="0" rIns="0" bIns="0" rtlCol="0" anchor="t"/>
          <a:lstStyle/>
          <a:p>
            <a:pPr marL="0" indent="0" algn="l">
              <a:lnSpc>
                <a:spcPts val="2550"/>
              </a:lnSpc>
              <a:buNone/>
            </a:pPr>
            <a:r>
              <a:rPr lang="en-US" sz="1600" b="1" dirty="0">
                <a:solidFill>
                  <a:srgbClr val="4B4A4A"/>
                </a:solidFill>
                <a:latin typeface="Geist" pitchFamily="34" charset="0"/>
                <a:ea typeface="Geist" pitchFamily="34" charset="-122"/>
                <a:cs typeface="Geist" pitchFamily="34" charset="-120"/>
              </a:rPr>
              <a:t>Understanding MahaRERA's specific scope in redevelopment projects reveals several key observations regarding its jurisdiction and impact on cooperative housing societies</a:t>
            </a:r>
            <a:r>
              <a:rPr lang="en-US" sz="1600" dirty="0">
                <a:solidFill>
                  <a:srgbClr val="4B4A4A"/>
                </a:solidFill>
                <a:latin typeface="Geist" pitchFamily="34" charset="0"/>
                <a:ea typeface="Geist" pitchFamily="34" charset="-122"/>
                <a:cs typeface="Geist" pitchFamily="34" charset="-120"/>
              </a:rPr>
              <a:t>.</a:t>
            </a:r>
            <a:endParaRPr lang="en-US" sz="16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447" y="2676644"/>
            <a:ext cx="514588" cy="514588"/>
          </a:xfrm>
          <a:prstGeom prst="rect">
            <a:avLst/>
          </a:prstGeom>
        </p:spPr>
      </p:pic>
      <p:sp>
        <p:nvSpPr>
          <p:cNvPr id="5" name="Text 2"/>
          <p:cNvSpPr/>
          <p:nvPr/>
        </p:nvSpPr>
        <p:spPr>
          <a:xfrm>
            <a:off x="720447" y="3448526"/>
            <a:ext cx="2573179" cy="321588"/>
          </a:xfrm>
          <a:prstGeom prst="rect">
            <a:avLst/>
          </a:prstGeom>
          <a:noFill/>
          <a:ln/>
        </p:spPr>
        <p:txBody>
          <a:bodyPr wrap="none" lIns="0" tIns="0" rIns="0" bIns="0" rtlCol="0" anchor="t"/>
          <a:lstStyle/>
          <a:p>
            <a:pPr marL="0" indent="0" algn="l">
              <a:lnSpc>
                <a:spcPts val="2500"/>
              </a:lnSpc>
              <a:buNone/>
            </a:pPr>
            <a:r>
              <a:rPr lang="en-US" sz="2000" b="1" dirty="0">
                <a:solidFill>
                  <a:schemeClr val="accent6">
                    <a:lumMod val="50000"/>
                  </a:schemeClr>
                </a:solidFill>
                <a:latin typeface="Noto Serif SC Bold" pitchFamily="34" charset="0"/>
                <a:ea typeface="Noto Serif SC Bold" pitchFamily="34" charset="-122"/>
                <a:cs typeface="Noto Serif SC Bold" pitchFamily="34" charset="-120"/>
              </a:rPr>
              <a:t>Dual Regulation</a:t>
            </a:r>
            <a:endParaRPr lang="en-US" sz="2000" dirty="0">
              <a:solidFill>
                <a:schemeClr val="accent6">
                  <a:lumMod val="50000"/>
                </a:schemeClr>
              </a:solidFill>
            </a:endParaRPr>
          </a:p>
        </p:txBody>
      </p:sp>
      <p:sp>
        <p:nvSpPr>
          <p:cNvPr id="6" name="Text 3"/>
          <p:cNvSpPr/>
          <p:nvPr/>
        </p:nvSpPr>
        <p:spPr>
          <a:xfrm>
            <a:off x="720447" y="3893582"/>
            <a:ext cx="6466046" cy="987981"/>
          </a:xfrm>
          <a:prstGeom prst="rect">
            <a:avLst/>
          </a:prstGeom>
          <a:noFill/>
          <a:ln/>
        </p:spPr>
        <p:txBody>
          <a:bodyPr wrap="square" lIns="0" tIns="0" rIns="0" bIns="0" rtlCol="0" anchor="t"/>
          <a:lstStyle/>
          <a:p>
            <a:pPr marL="0" indent="0" algn="l">
              <a:lnSpc>
                <a:spcPts val="2550"/>
              </a:lnSpc>
              <a:buNone/>
            </a:pPr>
            <a:r>
              <a:rPr lang="en-US" sz="1600" b="1" dirty="0">
                <a:solidFill>
                  <a:srgbClr val="4B4A4A"/>
                </a:solidFill>
                <a:latin typeface="Geist" pitchFamily="34" charset="0"/>
                <a:ea typeface="Geist" pitchFamily="34" charset="-122"/>
                <a:cs typeface="Geist" pitchFamily="34" charset="-120"/>
              </a:rPr>
              <a:t>Redevelopment in Mumbai often navigates both the MCS Act and MahaRERA, creating layered compliance challenges and potential overlaps in jurisdiction.</a:t>
            </a:r>
            <a:endParaRPr lang="en-US" sz="1600" b="1"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43788" y="2676644"/>
            <a:ext cx="514588" cy="514588"/>
          </a:xfrm>
          <a:prstGeom prst="rect">
            <a:avLst/>
          </a:prstGeom>
        </p:spPr>
      </p:pic>
      <p:sp>
        <p:nvSpPr>
          <p:cNvPr id="8" name="Text 4"/>
          <p:cNvSpPr/>
          <p:nvPr/>
        </p:nvSpPr>
        <p:spPr>
          <a:xfrm>
            <a:off x="7443788" y="3448526"/>
            <a:ext cx="2837974" cy="321588"/>
          </a:xfrm>
          <a:prstGeom prst="rect">
            <a:avLst/>
          </a:prstGeom>
          <a:noFill/>
          <a:ln/>
        </p:spPr>
        <p:txBody>
          <a:bodyPr wrap="none" lIns="0" tIns="0" rIns="0" bIns="0" rtlCol="0" anchor="t"/>
          <a:lstStyle/>
          <a:p>
            <a:pPr marL="0" indent="0" algn="l">
              <a:lnSpc>
                <a:spcPts val="2500"/>
              </a:lnSpc>
              <a:buNone/>
            </a:pPr>
            <a:r>
              <a:rPr lang="en-US" sz="2000" b="1" dirty="0">
                <a:solidFill>
                  <a:schemeClr val="accent6">
                    <a:lumMod val="50000"/>
                  </a:schemeClr>
                </a:solidFill>
                <a:latin typeface="Noto Serif SC Bold" pitchFamily="34" charset="0"/>
                <a:ea typeface="Noto Serif SC Bold" pitchFamily="34" charset="-122"/>
                <a:cs typeface="Noto Serif SC Bold" pitchFamily="34" charset="-120"/>
              </a:rPr>
              <a:t>Unregistered Projects</a:t>
            </a:r>
            <a:endParaRPr lang="en-US" sz="2000" dirty="0">
              <a:solidFill>
                <a:schemeClr val="accent6">
                  <a:lumMod val="50000"/>
                </a:schemeClr>
              </a:solidFill>
            </a:endParaRPr>
          </a:p>
        </p:txBody>
      </p:sp>
      <p:sp>
        <p:nvSpPr>
          <p:cNvPr id="9" name="Text 5"/>
          <p:cNvSpPr/>
          <p:nvPr/>
        </p:nvSpPr>
        <p:spPr>
          <a:xfrm>
            <a:off x="7443788" y="3893582"/>
            <a:ext cx="6466165" cy="987981"/>
          </a:xfrm>
          <a:prstGeom prst="rect">
            <a:avLst/>
          </a:prstGeom>
          <a:noFill/>
          <a:ln/>
        </p:spPr>
        <p:txBody>
          <a:bodyPr wrap="square" lIns="0" tIns="0" rIns="0" bIns="0" rtlCol="0" anchor="t"/>
          <a:lstStyle/>
          <a:p>
            <a:pPr marL="0" indent="0" algn="l">
              <a:lnSpc>
                <a:spcPts val="2550"/>
              </a:lnSpc>
              <a:buNone/>
            </a:pPr>
            <a:r>
              <a:rPr lang="en-US" sz="1600" b="1" dirty="0">
                <a:solidFill>
                  <a:srgbClr val="4B4A4A"/>
                </a:solidFill>
                <a:latin typeface="Geist" pitchFamily="34" charset="0"/>
                <a:ea typeface="Geist" pitchFamily="34" charset="-122"/>
                <a:cs typeface="Geist" pitchFamily="34" charset="-120"/>
              </a:rPr>
              <a:t>Projects primarily rehousing existing members frequently bypass MahaRERA registration, leaving original flat owners with less direct regulatory protection.</a:t>
            </a:r>
            <a:endParaRPr lang="en-US" sz="1600" b="1"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0447" y="5293281"/>
            <a:ext cx="514588" cy="514588"/>
          </a:xfrm>
          <a:prstGeom prst="rect">
            <a:avLst/>
          </a:prstGeom>
        </p:spPr>
      </p:pic>
      <p:sp>
        <p:nvSpPr>
          <p:cNvPr id="11" name="Text 6"/>
          <p:cNvSpPr/>
          <p:nvPr/>
        </p:nvSpPr>
        <p:spPr>
          <a:xfrm>
            <a:off x="720447" y="6065163"/>
            <a:ext cx="2573179" cy="321588"/>
          </a:xfrm>
          <a:prstGeom prst="rect">
            <a:avLst/>
          </a:prstGeom>
          <a:noFill/>
          <a:ln/>
        </p:spPr>
        <p:txBody>
          <a:bodyPr wrap="none" lIns="0" tIns="0" rIns="0" bIns="0" rtlCol="0" anchor="t"/>
          <a:lstStyle/>
          <a:p>
            <a:pPr marL="0" indent="0" algn="l">
              <a:lnSpc>
                <a:spcPts val="2500"/>
              </a:lnSpc>
              <a:buNone/>
            </a:pPr>
            <a:r>
              <a:rPr lang="en-US" sz="2000" b="1" dirty="0">
                <a:solidFill>
                  <a:schemeClr val="accent6">
                    <a:lumMod val="50000"/>
                  </a:schemeClr>
                </a:solidFill>
                <a:latin typeface="Noto Serif SC Bold" pitchFamily="34" charset="0"/>
                <a:ea typeface="Noto Serif SC Bold" pitchFamily="34" charset="-122"/>
                <a:cs typeface="Noto Serif SC Bold" pitchFamily="34" charset="-120"/>
              </a:rPr>
              <a:t>Diverse Redressal</a:t>
            </a:r>
            <a:endParaRPr lang="en-US" sz="2000" dirty="0">
              <a:solidFill>
                <a:schemeClr val="accent6">
                  <a:lumMod val="50000"/>
                </a:schemeClr>
              </a:solidFill>
            </a:endParaRPr>
          </a:p>
        </p:txBody>
      </p:sp>
      <p:sp>
        <p:nvSpPr>
          <p:cNvPr id="12" name="Text 7"/>
          <p:cNvSpPr/>
          <p:nvPr/>
        </p:nvSpPr>
        <p:spPr>
          <a:xfrm>
            <a:off x="720447" y="6810663"/>
            <a:ext cx="6466046" cy="987981"/>
          </a:xfrm>
          <a:prstGeom prst="rect">
            <a:avLst/>
          </a:prstGeom>
          <a:noFill/>
          <a:ln/>
        </p:spPr>
        <p:txBody>
          <a:bodyPr wrap="square" lIns="0" tIns="0" rIns="0" bIns="0" rtlCol="0" anchor="t"/>
          <a:lstStyle/>
          <a:p>
            <a:pPr marL="0" indent="0" algn="l">
              <a:lnSpc>
                <a:spcPts val="2550"/>
              </a:lnSpc>
              <a:buNone/>
            </a:pPr>
            <a:r>
              <a:rPr lang="en-US" sz="1600" b="1" dirty="0">
                <a:solidFill>
                  <a:srgbClr val="4B4A4A"/>
                </a:solidFill>
                <a:latin typeface="Geist" pitchFamily="34" charset="0"/>
                <a:ea typeface="Geist" pitchFamily="34" charset="-122"/>
                <a:cs typeface="Geist" pitchFamily="34" charset="-120"/>
              </a:rPr>
              <a:t>While MahaRERA offers swift dispute resolution for registered projects, non-registered redevelopments often rely on alternative, lengthier legal and cooperative society channels.</a:t>
            </a:r>
            <a:endParaRPr lang="en-US" sz="1600" b="1"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43788" y="5293281"/>
            <a:ext cx="514588" cy="514588"/>
          </a:xfrm>
          <a:prstGeom prst="rect">
            <a:avLst/>
          </a:prstGeom>
        </p:spPr>
      </p:pic>
      <p:sp>
        <p:nvSpPr>
          <p:cNvPr id="14" name="Text 8"/>
          <p:cNvSpPr/>
          <p:nvPr/>
        </p:nvSpPr>
        <p:spPr>
          <a:xfrm>
            <a:off x="7443788" y="6065163"/>
            <a:ext cx="2573179" cy="321588"/>
          </a:xfrm>
          <a:prstGeom prst="rect">
            <a:avLst/>
          </a:prstGeom>
          <a:noFill/>
          <a:ln/>
        </p:spPr>
        <p:txBody>
          <a:bodyPr wrap="none" lIns="0" tIns="0" rIns="0" bIns="0" rtlCol="0" anchor="t"/>
          <a:lstStyle/>
          <a:p>
            <a:pPr marL="0" indent="0" algn="l">
              <a:lnSpc>
                <a:spcPts val="2500"/>
              </a:lnSpc>
              <a:buNone/>
            </a:pPr>
            <a:r>
              <a:rPr lang="en-US" sz="2000" b="1" dirty="0">
                <a:solidFill>
                  <a:schemeClr val="accent6">
                    <a:lumMod val="50000"/>
                  </a:schemeClr>
                </a:solidFill>
                <a:latin typeface="Noto Serif SC Bold" pitchFamily="34" charset="0"/>
                <a:ea typeface="Noto Serif SC Bold" pitchFamily="34" charset="-122"/>
                <a:cs typeface="Noto Serif SC Bold" pitchFamily="34" charset="-120"/>
              </a:rPr>
              <a:t>Member Protection</a:t>
            </a:r>
            <a:endParaRPr lang="en-US" sz="2000" dirty="0">
              <a:solidFill>
                <a:schemeClr val="accent6">
                  <a:lumMod val="50000"/>
                </a:schemeClr>
              </a:solidFill>
            </a:endParaRPr>
          </a:p>
        </p:txBody>
      </p:sp>
      <p:sp>
        <p:nvSpPr>
          <p:cNvPr id="15" name="Text 9"/>
          <p:cNvSpPr/>
          <p:nvPr/>
        </p:nvSpPr>
        <p:spPr>
          <a:xfrm>
            <a:off x="7443788" y="6510218"/>
            <a:ext cx="6466165" cy="987981"/>
          </a:xfrm>
          <a:prstGeom prst="rect">
            <a:avLst/>
          </a:prstGeom>
          <a:noFill/>
          <a:ln/>
        </p:spPr>
        <p:txBody>
          <a:bodyPr wrap="square" lIns="0" tIns="0" rIns="0" bIns="0" rtlCol="0" anchor="t"/>
          <a:lstStyle/>
          <a:p>
            <a:pPr marL="0" indent="0" algn="l">
              <a:lnSpc>
                <a:spcPts val="2550"/>
              </a:lnSpc>
              <a:buNone/>
            </a:pPr>
            <a:r>
              <a:rPr lang="en-US" sz="1600" b="1" dirty="0">
                <a:solidFill>
                  <a:srgbClr val="4B4A4A"/>
                </a:solidFill>
                <a:latin typeface="Geist" pitchFamily="34" charset="0"/>
                <a:ea typeface="Geist" pitchFamily="34" charset="-122"/>
                <a:cs typeface="Geist" pitchFamily="34" charset="-120"/>
              </a:rPr>
              <a:t>MahaRERA primarily protects new homebuyers. The specific safeguard for existing society members in redevelopment projects can be ambiguous, highlighting a gap in comprehensive coverage.</a:t>
            </a:r>
            <a:endParaRPr lang="en-US" sz="1600" b="1" dirty="0"/>
          </a:p>
        </p:txBody>
      </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AD9D1F44-90B7-1930-A708-451631A4E366}"/>
                  </a:ext>
                </a:extLst>
              </p14:cNvPr>
              <p14:cNvContentPartPr/>
              <p14:nvPr/>
            </p14:nvContentPartPr>
            <p14:xfrm>
              <a:off x="12849429" y="7758360"/>
              <a:ext cx="1619280" cy="406800"/>
            </p14:xfrm>
          </p:contentPart>
        </mc:Choice>
        <mc:Fallback xmlns="">
          <p:pic>
            <p:nvPicPr>
              <p:cNvPr id="16" name="Ink 15">
                <a:extLst>
                  <a:ext uri="{FF2B5EF4-FFF2-40B4-BE49-F238E27FC236}">
                    <a16:creationId xmlns:a16="http://schemas.microsoft.com/office/drawing/2014/main" id="{AD9D1F44-90B7-1930-A708-451631A4E366}"/>
                  </a:ext>
                </a:extLst>
              </p:cNvPr>
              <p:cNvPicPr/>
              <p:nvPr/>
            </p:nvPicPr>
            <p:blipFill>
              <a:blip r:embed="rId12"/>
              <a:stretch>
                <a:fillRect/>
              </a:stretch>
            </p:blipFill>
            <p:spPr>
              <a:xfrm>
                <a:off x="12786789" y="7695720"/>
                <a:ext cx="1744920" cy="532440"/>
              </a:xfrm>
              <a:prstGeom prst="rect">
                <a:avLst/>
              </a:prstGeom>
            </p:spPr>
          </p:pic>
        </mc:Fallback>
      </mc:AlternateContent>
      <p:sp>
        <p:nvSpPr>
          <p:cNvPr id="17" name="TextBox 16">
            <a:extLst>
              <a:ext uri="{FF2B5EF4-FFF2-40B4-BE49-F238E27FC236}">
                <a16:creationId xmlns:a16="http://schemas.microsoft.com/office/drawing/2014/main" id="{1700CD2E-DF8F-B9FA-EE97-502DF863BBB8}"/>
              </a:ext>
            </a:extLst>
          </p:cNvPr>
          <p:cNvSpPr txBox="1"/>
          <p:nvPr/>
        </p:nvSpPr>
        <p:spPr>
          <a:xfrm>
            <a:off x="12200709" y="7791601"/>
            <a:ext cx="2659886"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2"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flipV="1">
            <a:off x="334201" y="4552852"/>
            <a:ext cx="395132" cy="395132"/>
          </a:xfrm>
          <a:prstGeom prst="rect">
            <a:avLst/>
          </a:prstGeom>
        </p:spPr>
      </p:pic>
      <p:pic>
        <p:nvPicPr>
          <p:cNvPr id="2" name="Image 0" descr="preencoded.png"/>
          <p:cNvPicPr>
            <a:picLocks noChangeAspect="1"/>
          </p:cNvPicPr>
          <p:nvPr/>
        </p:nvPicPr>
        <p:blipFill>
          <a:blip r:embed="rId5"/>
          <a:stretch>
            <a:fillRect/>
          </a:stretch>
        </p:blipFill>
        <p:spPr>
          <a:xfrm>
            <a:off x="0" y="0"/>
            <a:ext cx="14630400" cy="1488400"/>
          </a:xfrm>
          <a:prstGeom prst="rect">
            <a:avLst/>
          </a:prstGeom>
        </p:spPr>
      </p:pic>
      <p:sp>
        <p:nvSpPr>
          <p:cNvPr id="3" name="Text 0"/>
          <p:cNvSpPr/>
          <p:nvPr/>
        </p:nvSpPr>
        <p:spPr>
          <a:xfrm>
            <a:off x="396835" y="1534852"/>
            <a:ext cx="8592979" cy="354330"/>
          </a:xfrm>
          <a:prstGeom prst="rect">
            <a:avLst/>
          </a:prstGeom>
          <a:noFill/>
          <a:ln/>
        </p:spPr>
        <p:txBody>
          <a:bodyPr wrap="none" lIns="0" tIns="0" rIns="0" bIns="0" rtlCol="0" anchor="t"/>
          <a:lstStyle/>
          <a:p>
            <a:pPr marL="0" indent="0" algn="l">
              <a:lnSpc>
                <a:spcPts val="2750"/>
              </a:lnSpc>
              <a:buNone/>
            </a:pPr>
            <a:r>
              <a:rPr lang="en-US" sz="2200" b="1" dirty="0">
                <a:solidFill>
                  <a:srgbClr val="006747"/>
                </a:solidFill>
                <a:latin typeface="Noto Serif SC Bold" pitchFamily="34" charset="0"/>
                <a:ea typeface="Noto Serif SC Bold" pitchFamily="34" charset="-122"/>
                <a:cs typeface="Noto Serif SC Bold" pitchFamily="34" charset="-120"/>
              </a:rPr>
              <a:t>Compliance Under RERA: Key Requirements for Developers</a:t>
            </a:r>
            <a:endParaRPr lang="en-US" sz="2200" dirty="0"/>
          </a:p>
        </p:txBody>
      </p:sp>
      <p:sp>
        <p:nvSpPr>
          <p:cNvPr id="4" name="Text 1"/>
          <p:cNvSpPr/>
          <p:nvPr/>
        </p:nvSpPr>
        <p:spPr>
          <a:xfrm>
            <a:off x="361456" y="1900016"/>
            <a:ext cx="13836729" cy="362903"/>
          </a:xfrm>
          <a:prstGeom prst="rect">
            <a:avLst/>
          </a:prstGeom>
          <a:noFill/>
          <a:ln/>
        </p:spPr>
        <p:txBody>
          <a:bodyPr wrap="square" lIns="0" tIns="0" rIns="0" bIns="0" rtlCol="0" anchor="t"/>
          <a:lstStyle/>
          <a:p>
            <a:pPr marL="0" indent="0" algn="l">
              <a:lnSpc>
                <a:spcPts val="1400"/>
              </a:lnSpc>
              <a:buNone/>
            </a:pPr>
            <a:r>
              <a:rPr lang="en-US" sz="1400" b="1" dirty="0">
                <a:solidFill>
                  <a:srgbClr val="4B4A4A"/>
                </a:solidFill>
                <a:latin typeface="Geist" pitchFamily="34" charset="0"/>
                <a:ea typeface="Geist" pitchFamily="34" charset="-122"/>
                <a:cs typeface="Geist" pitchFamily="34" charset="-120"/>
              </a:rPr>
              <a:t>The Real Estate (Regulation and Development) Act, 2016 (RERA), mandates several crucial compliance points for developers to ensure transparency, accountability, and the protection of homebuyers' interests. Adherence to these requirements is vital for smooth project execution and homeowner satisfaction.</a:t>
            </a:r>
            <a:endParaRPr lang="en-US" sz="1400" b="1" dirty="0"/>
          </a:p>
        </p:txBody>
      </p:sp>
      <p:pic>
        <p:nvPicPr>
          <p:cNvPr id="7" name="Image 1"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V="1">
            <a:off x="296291" y="2419399"/>
            <a:ext cx="444947" cy="444947"/>
          </a:xfrm>
          <a:prstGeom prst="rect">
            <a:avLst/>
          </a:prstGeom>
        </p:spPr>
      </p:pic>
      <p:sp>
        <p:nvSpPr>
          <p:cNvPr id="8" name="Text 4"/>
          <p:cNvSpPr/>
          <p:nvPr/>
        </p:nvSpPr>
        <p:spPr>
          <a:xfrm>
            <a:off x="784621" y="2401575"/>
            <a:ext cx="4141589" cy="673639"/>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Disclosure of Agreements, Plans, and Approvals</a:t>
            </a:r>
            <a:endParaRPr lang="en-US" dirty="0">
              <a:solidFill>
                <a:schemeClr val="accent6">
                  <a:lumMod val="50000"/>
                </a:schemeClr>
              </a:solidFill>
            </a:endParaRPr>
          </a:p>
        </p:txBody>
      </p:sp>
      <p:sp>
        <p:nvSpPr>
          <p:cNvPr id="9" name="Text 5"/>
          <p:cNvSpPr/>
          <p:nvPr/>
        </p:nvSpPr>
        <p:spPr>
          <a:xfrm>
            <a:off x="784621" y="2682895"/>
            <a:ext cx="13125926" cy="181451"/>
          </a:xfrm>
          <a:prstGeom prst="rect">
            <a:avLst/>
          </a:prstGeom>
          <a:noFill/>
          <a:ln/>
        </p:spPr>
        <p:txBody>
          <a:bodyPr wrap="none" lIns="0" tIns="0" rIns="0" bIns="0" rtlCol="0" anchor="t"/>
          <a:lstStyle/>
          <a:p>
            <a:pPr marL="0" indent="0" algn="l">
              <a:lnSpc>
                <a:spcPts val="1400"/>
              </a:lnSpc>
              <a:buNone/>
            </a:pPr>
            <a:r>
              <a:rPr lang="en-US" sz="1400" b="1" dirty="0">
                <a:solidFill>
                  <a:srgbClr val="4B4A4A"/>
                </a:solidFill>
                <a:latin typeface="Geist" pitchFamily="34" charset="0"/>
                <a:ea typeface="Geist" pitchFamily="34" charset="-122"/>
                <a:cs typeface="Geist" pitchFamily="34" charset="-120"/>
              </a:rPr>
              <a:t>Developers must transparently disclose all project-related documents, including sanctioned plans, approvals, and sale agreements, to the public and allottees.</a:t>
            </a:r>
            <a:endParaRPr lang="en-US" sz="1400" b="1" dirty="0"/>
          </a:p>
        </p:txBody>
      </p:sp>
      <p:pic>
        <p:nvPicPr>
          <p:cNvPr id="12" name="Image 2"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flipV="1">
            <a:off x="334201" y="3059499"/>
            <a:ext cx="398854" cy="398854"/>
          </a:xfrm>
          <a:prstGeom prst="rect">
            <a:avLst/>
          </a:prstGeom>
        </p:spPr>
      </p:pic>
      <p:sp>
        <p:nvSpPr>
          <p:cNvPr id="13" name="Text 8"/>
          <p:cNvSpPr/>
          <p:nvPr/>
        </p:nvSpPr>
        <p:spPr>
          <a:xfrm>
            <a:off x="880943" y="3070214"/>
            <a:ext cx="1869400" cy="177165"/>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Quarterly Project Updates</a:t>
            </a:r>
            <a:endParaRPr lang="en-US" dirty="0">
              <a:solidFill>
                <a:schemeClr val="accent6">
                  <a:lumMod val="50000"/>
                </a:schemeClr>
              </a:solidFill>
            </a:endParaRPr>
          </a:p>
        </p:txBody>
      </p:sp>
      <p:sp>
        <p:nvSpPr>
          <p:cNvPr id="14" name="Text 9"/>
          <p:cNvSpPr/>
          <p:nvPr/>
        </p:nvSpPr>
        <p:spPr>
          <a:xfrm>
            <a:off x="849800" y="3341439"/>
            <a:ext cx="13125926" cy="181451"/>
          </a:xfrm>
          <a:prstGeom prst="rect">
            <a:avLst/>
          </a:prstGeom>
          <a:noFill/>
          <a:ln/>
        </p:spPr>
        <p:txBody>
          <a:bodyPr wrap="none" lIns="0" tIns="0" rIns="0" bIns="0" rtlCol="0" anchor="t"/>
          <a:lstStyle/>
          <a:p>
            <a:pPr marL="0" indent="0" algn="l">
              <a:lnSpc>
                <a:spcPts val="1400"/>
              </a:lnSpc>
              <a:buNone/>
            </a:pPr>
            <a:r>
              <a:rPr lang="en-US" sz="1400" b="1" dirty="0">
                <a:solidFill>
                  <a:srgbClr val="4B4A4A"/>
                </a:solidFill>
                <a:latin typeface="Geist" pitchFamily="34" charset="0"/>
                <a:ea typeface="Geist" pitchFamily="34" charset="-122"/>
                <a:cs typeface="Geist" pitchFamily="34" charset="-120"/>
              </a:rPr>
              <a:t>Regular updates on project progress, construction status, and other pertinent details must be submitted to the RERA authority and made available to buyers.</a:t>
            </a:r>
            <a:endParaRPr lang="en-US" sz="1400" b="1" dirty="0"/>
          </a:p>
        </p:txBody>
      </p:sp>
      <p:pic>
        <p:nvPicPr>
          <p:cNvPr id="17" name="Image 3"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18095" y="3781491"/>
            <a:ext cx="440354" cy="440354"/>
          </a:xfrm>
          <a:prstGeom prst="rect">
            <a:avLst/>
          </a:prstGeom>
        </p:spPr>
      </p:pic>
      <p:sp>
        <p:nvSpPr>
          <p:cNvPr id="18" name="Text 12"/>
          <p:cNvSpPr/>
          <p:nvPr/>
        </p:nvSpPr>
        <p:spPr>
          <a:xfrm>
            <a:off x="881835" y="3774687"/>
            <a:ext cx="4044375" cy="191184"/>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Maintenance of a Separate Bank Account</a:t>
            </a:r>
            <a:endParaRPr lang="en-US" dirty="0">
              <a:solidFill>
                <a:schemeClr val="accent6">
                  <a:lumMod val="50000"/>
                </a:schemeClr>
              </a:solidFill>
            </a:endParaRPr>
          </a:p>
        </p:txBody>
      </p:sp>
      <p:sp>
        <p:nvSpPr>
          <p:cNvPr id="19" name="Text 13"/>
          <p:cNvSpPr/>
          <p:nvPr/>
        </p:nvSpPr>
        <p:spPr>
          <a:xfrm>
            <a:off x="880943" y="4068951"/>
            <a:ext cx="13125926" cy="181451"/>
          </a:xfrm>
          <a:prstGeom prst="rect">
            <a:avLst/>
          </a:prstGeom>
          <a:noFill/>
          <a:ln/>
        </p:spPr>
        <p:txBody>
          <a:bodyPr wrap="none" lIns="0" tIns="0" rIns="0" bIns="0" rtlCol="0" anchor="t"/>
          <a:lstStyle/>
          <a:p>
            <a:pPr marL="0" indent="0" algn="l">
              <a:lnSpc>
                <a:spcPts val="1400"/>
              </a:lnSpc>
              <a:buNone/>
            </a:pPr>
            <a:r>
              <a:rPr lang="en-US" sz="1200" b="1" dirty="0">
                <a:solidFill>
                  <a:srgbClr val="4B4A4A"/>
                </a:solidFill>
                <a:latin typeface="Geist" pitchFamily="34" charset="0"/>
                <a:ea typeface="Geist" pitchFamily="34" charset="-122"/>
                <a:cs typeface="Geist" pitchFamily="34" charset="-120"/>
              </a:rPr>
              <a:t>A </a:t>
            </a:r>
            <a:r>
              <a:rPr lang="en-US" sz="1400" b="1" dirty="0">
                <a:solidFill>
                  <a:srgbClr val="4B4A4A"/>
                </a:solidFill>
                <a:latin typeface="Geist" pitchFamily="34" charset="0"/>
                <a:ea typeface="Geist" pitchFamily="34" charset="-122"/>
                <a:cs typeface="Geist" pitchFamily="34" charset="-120"/>
              </a:rPr>
              <a:t>minimum</a:t>
            </a:r>
            <a:r>
              <a:rPr lang="en-US" sz="1200" b="1" dirty="0">
                <a:solidFill>
                  <a:srgbClr val="4B4A4A"/>
                </a:solidFill>
                <a:latin typeface="Geist" pitchFamily="34" charset="0"/>
                <a:ea typeface="Geist" pitchFamily="34" charset="-122"/>
                <a:cs typeface="Geist" pitchFamily="34" charset="-120"/>
              </a:rPr>
              <a:t> of 70% of the amounts realised for the real estate project must be deposited in a separate bank account to cover construction and land costs, preventing diversion of funds.</a:t>
            </a:r>
            <a:endParaRPr lang="en-US" sz="1200" b="1" dirty="0"/>
          </a:p>
        </p:txBody>
      </p:sp>
      <p:sp>
        <p:nvSpPr>
          <p:cNvPr id="23" name="Text 16"/>
          <p:cNvSpPr/>
          <p:nvPr/>
        </p:nvSpPr>
        <p:spPr>
          <a:xfrm>
            <a:off x="849800" y="4584768"/>
            <a:ext cx="6191080" cy="569945"/>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Adherence to Booking and Allotment Procedures</a:t>
            </a:r>
            <a:endParaRPr lang="en-US" dirty="0">
              <a:solidFill>
                <a:schemeClr val="accent6">
                  <a:lumMod val="50000"/>
                </a:schemeClr>
              </a:solidFill>
            </a:endParaRPr>
          </a:p>
        </p:txBody>
      </p:sp>
      <p:sp>
        <p:nvSpPr>
          <p:cNvPr id="24" name="Text 17"/>
          <p:cNvSpPr/>
          <p:nvPr/>
        </p:nvSpPr>
        <p:spPr>
          <a:xfrm>
            <a:off x="880943" y="4766533"/>
            <a:ext cx="13125926" cy="181451"/>
          </a:xfrm>
          <a:prstGeom prst="rect">
            <a:avLst/>
          </a:prstGeom>
          <a:noFill/>
          <a:ln/>
        </p:spPr>
        <p:txBody>
          <a:bodyPr wrap="none" lIns="0" tIns="0" rIns="0" bIns="0" rtlCol="0" anchor="t"/>
          <a:lstStyle/>
          <a:p>
            <a:pPr marL="0" indent="0" algn="l">
              <a:lnSpc>
                <a:spcPts val="1400"/>
              </a:lnSpc>
              <a:buNone/>
            </a:pPr>
            <a:r>
              <a:rPr lang="en-US" sz="1400" b="1" dirty="0">
                <a:solidFill>
                  <a:srgbClr val="4B4A4A"/>
                </a:solidFill>
                <a:latin typeface="Geist" pitchFamily="34" charset="0"/>
                <a:ea typeface="Geist" pitchFamily="34" charset="-122"/>
                <a:cs typeface="Geist" pitchFamily="34" charset="-120"/>
              </a:rPr>
              <a:t>Strict procedures must be followed for booking, allotment, and sale of units, ensuring fairness and preventing malpractices.</a:t>
            </a:r>
            <a:endParaRPr lang="en-US" sz="1400" b="1" dirty="0"/>
          </a:p>
        </p:txBody>
      </p:sp>
      <p:pic>
        <p:nvPicPr>
          <p:cNvPr id="27"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0772" y="6050576"/>
            <a:ext cx="423849" cy="423849"/>
          </a:xfrm>
          <a:prstGeom prst="rect">
            <a:avLst/>
          </a:prstGeom>
        </p:spPr>
      </p:pic>
      <p:sp>
        <p:nvSpPr>
          <p:cNvPr id="28" name="Text 20"/>
          <p:cNvSpPr/>
          <p:nvPr/>
        </p:nvSpPr>
        <p:spPr>
          <a:xfrm>
            <a:off x="880943" y="5273472"/>
            <a:ext cx="3740110" cy="177165"/>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Procurement of Necessary Approvals and Insurance</a:t>
            </a:r>
            <a:endParaRPr lang="en-US" dirty="0">
              <a:solidFill>
                <a:schemeClr val="accent6">
                  <a:lumMod val="50000"/>
                </a:schemeClr>
              </a:solidFill>
            </a:endParaRPr>
          </a:p>
        </p:txBody>
      </p:sp>
      <p:sp>
        <p:nvSpPr>
          <p:cNvPr id="29" name="Text 21"/>
          <p:cNvSpPr/>
          <p:nvPr/>
        </p:nvSpPr>
        <p:spPr>
          <a:xfrm>
            <a:off x="881835" y="5563107"/>
            <a:ext cx="13125926" cy="181451"/>
          </a:xfrm>
          <a:prstGeom prst="rect">
            <a:avLst/>
          </a:prstGeom>
          <a:noFill/>
          <a:ln/>
        </p:spPr>
        <p:txBody>
          <a:bodyPr wrap="none" lIns="0" tIns="0" rIns="0" bIns="0" rtlCol="0" anchor="t"/>
          <a:lstStyle/>
          <a:p>
            <a:pPr marL="0" indent="0" algn="l">
              <a:lnSpc>
                <a:spcPts val="1400"/>
              </a:lnSpc>
              <a:buNone/>
            </a:pPr>
            <a:r>
              <a:rPr lang="en-US" sz="1400" b="1" dirty="0">
                <a:solidFill>
                  <a:srgbClr val="4B4A4A"/>
                </a:solidFill>
                <a:latin typeface="Geist" pitchFamily="34" charset="0"/>
                <a:ea typeface="Geist" pitchFamily="34" charset="-122"/>
                <a:cs typeface="Geist" pitchFamily="34" charset="-120"/>
              </a:rPr>
              <a:t>Developers are required to obtain all necessary government approvals and acquire relevant insurance policies for the project and allottees.</a:t>
            </a:r>
            <a:endParaRPr lang="en-US" sz="1400" b="1" dirty="0"/>
          </a:p>
        </p:txBody>
      </p:sp>
      <p:pic>
        <p:nvPicPr>
          <p:cNvPr id="32" name="Image 6" descr="preencoded.png"/>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18095" y="5278991"/>
            <a:ext cx="477126" cy="477126"/>
          </a:xfrm>
          <a:prstGeom prst="rect">
            <a:avLst/>
          </a:prstGeom>
        </p:spPr>
      </p:pic>
      <p:sp>
        <p:nvSpPr>
          <p:cNvPr id="33" name="Text 24"/>
          <p:cNvSpPr/>
          <p:nvPr/>
        </p:nvSpPr>
        <p:spPr>
          <a:xfrm>
            <a:off x="881835" y="6000789"/>
            <a:ext cx="2882384" cy="177165"/>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Formation of an Association of Allottees</a:t>
            </a:r>
            <a:endParaRPr lang="en-US" dirty="0">
              <a:solidFill>
                <a:schemeClr val="accent6">
                  <a:lumMod val="50000"/>
                </a:schemeClr>
              </a:solidFill>
            </a:endParaRPr>
          </a:p>
        </p:txBody>
      </p:sp>
      <p:sp>
        <p:nvSpPr>
          <p:cNvPr id="34" name="Text 25"/>
          <p:cNvSpPr/>
          <p:nvPr/>
        </p:nvSpPr>
        <p:spPr>
          <a:xfrm>
            <a:off x="881835" y="6292974"/>
            <a:ext cx="13125926" cy="181451"/>
          </a:xfrm>
          <a:prstGeom prst="rect">
            <a:avLst/>
          </a:prstGeom>
          <a:noFill/>
          <a:ln/>
        </p:spPr>
        <p:txBody>
          <a:bodyPr wrap="none" lIns="0" tIns="0" rIns="0" bIns="0" rtlCol="0" anchor="t"/>
          <a:lstStyle/>
          <a:p>
            <a:pPr marL="0" indent="0" algn="l">
              <a:lnSpc>
                <a:spcPts val="1400"/>
              </a:lnSpc>
              <a:buNone/>
            </a:pPr>
            <a:r>
              <a:rPr lang="en-US" sz="1400" b="1" dirty="0">
                <a:solidFill>
                  <a:srgbClr val="4B4A4A"/>
                </a:solidFill>
                <a:latin typeface="Geist" pitchFamily="34" charset="0"/>
                <a:ea typeface="Geist" pitchFamily="34" charset="-122"/>
                <a:cs typeface="Geist" pitchFamily="34" charset="-120"/>
              </a:rPr>
              <a:t>Timely formation of an association of allottees is crucial to facilitate communication and collective decision-making regarding the project.</a:t>
            </a:r>
            <a:endParaRPr lang="en-US" sz="1400" b="1" dirty="0"/>
          </a:p>
        </p:txBody>
      </p:sp>
      <p:pic>
        <p:nvPicPr>
          <p:cNvPr id="37" name="Image 7" descr="preencoded.png"/>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84792" y="7433869"/>
            <a:ext cx="498049" cy="498049"/>
          </a:xfrm>
          <a:prstGeom prst="rect">
            <a:avLst/>
          </a:prstGeom>
        </p:spPr>
      </p:pic>
      <p:sp>
        <p:nvSpPr>
          <p:cNvPr id="38" name="Text 28"/>
          <p:cNvSpPr/>
          <p:nvPr/>
        </p:nvSpPr>
        <p:spPr>
          <a:xfrm>
            <a:off x="849800" y="6699677"/>
            <a:ext cx="3752731" cy="177165"/>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Timely Completion and Handover of Common Areas</a:t>
            </a:r>
            <a:endParaRPr lang="en-US" dirty="0">
              <a:solidFill>
                <a:schemeClr val="accent6">
                  <a:lumMod val="50000"/>
                </a:schemeClr>
              </a:solidFill>
            </a:endParaRPr>
          </a:p>
        </p:txBody>
      </p:sp>
      <p:sp>
        <p:nvSpPr>
          <p:cNvPr id="39" name="Text 29"/>
          <p:cNvSpPr/>
          <p:nvPr/>
        </p:nvSpPr>
        <p:spPr>
          <a:xfrm>
            <a:off x="795221" y="6920643"/>
            <a:ext cx="13125926" cy="181451"/>
          </a:xfrm>
          <a:prstGeom prst="rect">
            <a:avLst/>
          </a:prstGeom>
          <a:noFill/>
          <a:ln/>
        </p:spPr>
        <p:txBody>
          <a:bodyPr wrap="none" lIns="0" tIns="0" rIns="0" bIns="0" rtlCol="0" anchor="t"/>
          <a:lstStyle/>
          <a:p>
            <a:pPr marL="0" indent="0" algn="l">
              <a:lnSpc>
                <a:spcPts val="1400"/>
              </a:lnSpc>
              <a:buNone/>
            </a:pPr>
            <a:r>
              <a:rPr lang="en-US" sz="1400" b="1" dirty="0">
                <a:solidFill>
                  <a:srgbClr val="4B4A4A"/>
                </a:solidFill>
                <a:latin typeface="Geist" pitchFamily="34" charset="0"/>
                <a:ea typeface="Geist" pitchFamily="34" charset="-122"/>
                <a:cs typeface="Geist" pitchFamily="34" charset="-120"/>
              </a:rPr>
              <a:t>The project must be completed within the stipulated timeline, and common areas, along with necessary documents, must be handed over promptly to the association.</a:t>
            </a:r>
            <a:endParaRPr lang="en-US" sz="1400" b="1" dirty="0"/>
          </a:p>
        </p:txBody>
      </p:sp>
      <p:pic>
        <p:nvPicPr>
          <p:cNvPr id="42" name="Image 8" descr="preencoded.png"/>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324207" y="6636490"/>
            <a:ext cx="417031" cy="417031"/>
          </a:xfrm>
          <a:prstGeom prst="rect">
            <a:avLst/>
          </a:prstGeom>
        </p:spPr>
      </p:pic>
      <p:sp>
        <p:nvSpPr>
          <p:cNvPr id="43" name="Text 32"/>
          <p:cNvSpPr/>
          <p:nvPr/>
        </p:nvSpPr>
        <p:spPr>
          <a:xfrm>
            <a:off x="881835" y="7522412"/>
            <a:ext cx="2086451" cy="177165"/>
          </a:xfrm>
          <a:prstGeom prst="rect">
            <a:avLst/>
          </a:prstGeom>
          <a:noFill/>
          <a:ln/>
        </p:spPr>
        <p:txBody>
          <a:bodyPr wrap="none" lIns="0" tIns="0" rIns="0" bIns="0" rtlCol="0" anchor="t"/>
          <a:lstStyle/>
          <a:p>
            <a:pPr marL="0" indent="0" algn="l">
              <a:lnSpc>
                <a:spcPts val="1350"/>
              </a:lnSpc>
              <a:buNone/>
            </a:pPr>
            <a:r>
              <a:rPr lang="en-US" b="1" dirty="0">
                <a:solidFill>
                  <a:schemeClr val="accent6">
                    <a:lumMod val="50000"/>
                  </a:schemeClr>
                </a:solidFill>
                <a:latin typeface="Noto Serif SC Bold" pitchFamily="34" charset="0"/>
                <a:ea typeface="Noto Serif SC Bold" pitchFamily="34" charset="-122"/>
                <a:cs typeface="Noto Serif SC Bold" pitchFamily="34" charset="-120"/>
              </a:rPr>
              <a:t>Structural Quality Assurance</a:t>
            </a:r>
            <a:endParaRPr lang="en-US" dirty="0">
              <a:solidFill>
                <a:schemeClr val="accent6">
                  <a:lumMod val="50000"/>
                </a:schemeClr>
              </a:solidFill>
            </a:endParaRPr>
          </a:p>
        </p:txBody>
      </p:sp>
      <p:sp>
        <p:nvSpPr>
          <p:cNvPr id="44" name="Text 33"/>
          <p:cNvSpPr/>
          <p:nvPr/>
        </p:nvSpPr>
        <p:spPr>
          <a:xfrm>
            <a:off x="849800" y="7802657"/>
            <a:ext cx="13125926" cy="181451"/>
          </a:xfrm>
          <a:prstGeom prst="rect">
            <a:avLst/>
          </a:prstGeom>
          <a:noFill/>
          <a:ln/>
        </p:spPr>
        <p:txBody>
          <a:bodyPr wrap="none" lIns="0" tIns="0" rIns="0" bIns="0" rtlCol="0" anchor="t"/>
          <a:lstStyle/>
          <a:p>
            <a:pPr marL="0" indent="0" algn="l">
              <a:lnSpc>
                <a:spcPts val="1400"/>
              </a:lnSpc>
              <a:buNone/>
            </a:pPr>
            <a:r>
              <a:rPr lang="en-US" sz="1200" b="1" dirty="0">
                <a:solidFill>
                  <a:srgbClr val="4B4A4A"/>
                </a:solidFill>
                <a:latin typeface="Geist" pitchFamily="34" charset="0"/>
                <a:ea typeface="Geist" pitchFamily="34" charset="-122"/>
                <a:cs typeface="Geist" pitchFamily="34" charset="-120"/>
              </a:rPr>
              <a:t>Developers are responsible for rectifying any structural defects or deficiencies within five years from the date of handover, ensuring building quality and durability.</a:t>
            </a:r>
            <a:endParaRPr lang="en-US" sz="1200" b="1" dirty="0"/>
          </a:p>
        </p:txBody>
      </p:sp>
      <mc:AlternateContent xmlns:mc="http://schemas.openxmlformats.org/markup-compatibility/2006" xmlns:p14="http://schemas.microsoft.com/office/powerpoint/2010/main">
        <mc:Choice Requires="p14">
          <p:contentPart p14:bwMode="auto" r:id="rId20">
            <p14:nvContentPartPr>
              <p14:cNvPr id="5" name="Ink 4">
                <a:extLst>
                  <a:ext uri="{FF2B5EF4-FFF2-40B4-BE49-F238E27FC236}">
                    <a16:creationId xmlns:a16="http://schemas.microsoft.com/office/drawing/2014/main" id="{B03C974B-E0A9-D0EB-62B4-0A09E8CD787D}"/>
                  </a:ext>
                </a:extLst>
              </p14:cNvPr>
              <p14:cNvContentPartPr/>
              <p14:nvPr/>
            </p14:nvContentPartPr>
            <p14:xfrm>
              <a:off x="12854109" y="7875720"/>
              <a:ext cx="1607040" cy="264960"/>
            </p14:xfrm>
          </p:contentPart>
        </mc:Choice>
        <mc:Fallback xmlns="">
          <p:pic>
            <p:nvPicPr>
              <p:cNvPr id="5" name="Ink 4">
                <a:extLst>
                  <a:ext uri="{FF2B5EF4-FFF2-40B4-BE49-F238E27FC236}">
                    <a16:creationId xmlns:a16="http://schemas.microsoft.com/office/drawing/2014/main" id="{B03C974B-E0A9-D0EB-62B4-0A09E8CD787D}"/>
                  </a:ext>
                </a:extLst>
              </p:cNvPr>
              <p:cNvPicPr/>
              <p:nvPr/>
            </p:nvPicPr>
            <p:blipFill>
              <a:blip r:embed="rId21"/>
              <a:stretch>
                <a:fillRect/>
              </a:stretch>
            </p:blipFill>
            <p:spPr>
              <a:xfrm>
                <a:off x="12791109" y="7813080"/>
                <a:ext cx="1732680" cy="390600"/>
              </a:xfrm>
              <a:prstGeom prst="rect">
                <a:avLst/>
              </a:prstGeom>
            </p:spPr>
          </p:pic>
        </mc:Fallback>
      </mc:AlternateContent>
      <p:sp>
        <p:nvSpPr>
          <p:cNvPr id="6" name="TextBox 5">
            <a:extLst>
              <a:ext uri="{FF2B5EF4-FFF2-40B4-BE49-F238E27FC236}">
                <a16:creationId xmlns:a16="http://schemas.microsoft.com/office/drawing/2014/main" id="{173734EB-DFC8-E9D5-6A33-FAC62A64F1C4}"/>
              </a:ext>
            </a:extLst>
          </p:cNvPr>
          <p:cNvSpPr txBox="1"/>
          <p:nvPr/>
        </p:nvSpPr>
        <p:spPr>
          <a:xfrm>
            <a:off x="12174583" y="7802657"/>
            <a:ext cx="254782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521143"/>
          </a:xfrm>
          <a:prstGeom prst="rect">
            <a:avLst/>
          </a:prstGeom>
        </p:spPr>
      </p:pic>
      <p:sp>
        <p:nvSpPr>
          <p:cNvPr id="3" name="Text 0"/>
          <p:cNvSpPr/>
          <p:nvPr/>
        </p:nvSpPr>
        <p:spPr>
          <a:xfrm>
            <a:off x="405646" y="1788021"/>
            <a:ext cx="9253895" cy="362188"/>
          </a:xfrm>
          <a:prstGeom prst="rect">
            <a:avLst/>
          </a:prstGeom>
          <a:noFill/>
          <a:ln/>
        </p:spPr>
        <p:txBody>
          <a:bodyPr wrap="none" lIns="0" tIns="0" rIns="0" bIns="0" rtlCol="0" anchor="t"/>
          <a:lstStyle/>
          <a:p>
            <a:pPr marL="0" indent="0" algn="l">
              <a:lnSpc>
                <a:spcPts val="2850"/>
              </a:lnSpc>
              <a:buNone/>
            </a:pPr>
            <a:r>
              <a:rPr lang="en-US" sz="2250" b="1" dirty="0">
                <a:solidFill>
                  <a:srgbClr val="006747"/>
                </a:solidFill>
                <a:latin typeface="Noto Serif SC Bold" pitchFamily="34" charset="0"/>
                <a:ea typeface="Noto Serif SC Bold" pitchFamily="34" charset="-122"/>
                <a:cs typeface="Noto Serif SC Bold" pitchFamily="34" charset="-120"/>
              </a:rPr>
              <a:t>Key Documents in Redevelopment: A Comprehensive Checklist</a:t>
            </a:r>
            <a:endParaRPr lang="en-US" sz="2250" dirty="0"/>
          </a:p>
        </p:txBody>
      </p:sp>
      <p:sp>
        <p:nvSpPr>
          <p:cNvPr id="4" name="Text 1"/>
          <p:cNvSpPr/>
          <p:nvPr/>
        </p:nvSpPr>
        <p:spPr>
          <a:xfrm>
            <a:off x="336114" y="2194679"/>
            <a:ext cx="13819108" cy="185499"/>
          </a:xfrm>
          <a:prstGeom prst="rect">
            <a:avLst/>
          </a:prstGeom>
          <a:noFill/>
          <a:ln/>
        </p:spPr>
        <p:txBody>
          <a:bodyPr wrap="non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Navigating a redevelopment project requires meticulous attention to a range of legal and administrative documents. Understanding each document's purpose is crucial </a:t>
            </a:r>
          </a:p>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for cooperative housing societies to ensure a smooth, transparent, and legally sound process.</a:t>
            </a:r>
            <a:endParaRPr lang="en-US" sz="1400" b="1" dirty="0"/>
          </a:p>
        </p:txBody>
      </p:sp>
      <p:sp>
        <p:nvSpPr>
          <p:cNvPr id="5" name="Shape 2"/>
          <p:cNvSpPr/>
          <p:nvPr/>
        </p:nvSpPr>
        <p:spPr>
          <a:xfrm>
            <a:off x="405646" y="3155275"/>
            <a:ext cx="4529138" cy="1227892"/>
          </a:xfrm>
          <a:prstGeom prst="roundRect">
            <a:avLst>
              <a:gd name="adj" fmla="val 5958"/>
            </a:avLst>
          </a:prstGeom>
          <a:solidFill>
            <a:srgbClr val="E5F9F2">
              <a:alpha val="95000"/>
            </a:srgbClr>
          </a:solidFill>
          <a:ln/>
        </p:spPr>
        <p:txBody>
          <a:bodyPr/>
          <a:lstStyle/>
          <a:p>
            <a:endParaRPr lang="en-IN"/>
          </a:p>
        </p:txBody>
      </p:sp>
      <p:sp>
        <p:nvSpPr>
          <p:cNvPr id="6" name="Shape 3"/>
          <p:cNvSpPr/>
          <p:nvPr/>
        </p:nvSpPr>
        <p:spPr>
          <a:xfrm>
            <a:off x="405646" y="3140035"/>
            <a:ext cx="4529138" cy="60960"/>
          </a:xfrm>
          <a:prstGeom prst="roundRect">
            <a:avLst>
              <a:gd name="adj" fmla="val 171126"/>
            </a:avLst>
          </a:prstGeom>
          <a:solidFill>
            <a:srgbClr val="006747"/>
          </a:solidFill>
          <a:ln/>
        </p:spPr>
        <p:txBody>
          <a:bodyPr/>
          <a:lstStyle/>
          <a:p>
            <a:endParaRPr lang="en-IN"/>
          </a:p>
        </p:txBody>
      </p:sp>
      <p:sp>
        <p:nvSpPr>
          <p:cNvPr id="7" name="Shape 4"/>
          <p:cNvSpPr/>
          <p:nvPr/>
        </p:nvSpPr>
        <p:spPr>
          <a:xfrm>
            <a:off x="2523683" y="2981445"/>
            <a:ext cx="243364" cy="332422"/>
          </a:xfrm>
          <a:prstGeom prst="roundRect">
            <a:avLst>
              <a:gd name="adj" fmla="val 263013"/>
            </a:avLst>
          </a:prstGeom>
          <a:solidFill>
            <a:srgbClr val="006747"/>
          </a:solidFill>
          <a:ln/>
        </p:spPr>
        <p:txBody>
          <a:bodyPr/>
          <a:lstStyle/>
          <a:p>
            <a:endParaRPr lang="en-IN" sz="8000"/>
          </a:p>
        </p:txBody>
      </p:sp>
      <p:sp>
        <p:nvSpPr>
          <p:cNvPr id="8" name="Text 5"/>
          <p:cNvSpPr/>
          <p:nvPr/>
        </p:nvSpPr>
        <p:spPr>
          <a:xfrm>
            <a:off x="2600682" y="3068360"/>
            <a:ext cx="1318175" cy="716279"/>
          </a:xfrm>
          <a:prstGeom prst="rect">
            <a:avLst/>
          </a:prstGeom>
          <a:noFill/>
          <a:ln/>
        </p:spPr>
        <p:txBody>
          <a:bodyPr wrap="none" lIns="0" tIns="0" rIns="0" bIns="0" rtlCol="0" anchor="t"/>
          <a:lstStyle/>
          <a:p>
            <a:pPr marL="0" indent="0" algn="l">
              <a:lnSpc>
                <a:spcPts val="1750"/>
              </a:lnSpc>
              <a:buNone/>
            </a:pPr>
            <a:r>
              <a:rPr lang="en-US" sz="2000" b="1" dirty="0">
                <a:solidFill>
                  <a:srgbClr val="FFFFFF"/>
                </a:solidFill>
                <a:latin typeface="Noto Serif SC Bold" pitchFamily="34" charset="0"/>
                <a:ea typeface="Noto Serif SC Bold" pitchFamily="34" charset="-122"/>
                <a:cs typeface="Noto Serif SC Bold" pitchFamily="34" charset="-120"/>
              </a:rPr>
              <a:t>1</a:t>
            </a:r>
            <a:endParaRPr lang="en-US" sz="2000" dirty="0"/>
          </a:p>
        </p:txBody>
      </p:sp>
      <p:sp>
        <p:nvSpPr>
          <p:cNvPr id="9" name="Text 6"/>
          <p:cNvSpPr/>
          <p:nvPr/>
        </p:nvSpPr>
        <p:spPr>
          <a:xfrm>
            <a:off x="536734" y="3444954"/>
            <a:ext cx="3147774" cy="181094"/>
          </a:xfrm>
          <a:prstGeom prst="rect">
            <a:avLst/>
          </a:prstGeom>
          <a:noFill/>
          <a:ln/>
        </p:spPr>
        <p:txBody>
          <a:bodyPr wrap="non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Agreement between Society and Developer</a:t>
            </a:r>
            <a:endParaRPr lang="en-US" sz="1400" dirty="0">
              <a:solidFill>
                <a:schemeClr val="accent6">
                  <a:lumMod val="50000"/>
                </a:schemeClr>
              </a:solidFill>
            </a:endParaRPr>
          </a:p>
        </p:txBody>
      </p:sp>
      <p:sp>
        <p:nvSpPr>
          <p:cNvPr id="10" name="Text 7"/>
          <p:cNvSpPr/>
          <p:nvPr/>
        </p:nvSpPr>
        <p:spPr>
          <a:xfrm>
            <a:off x="536734" y="3695581"/>
            <a:ext cx="4266962" cy="370999"/>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The foundational contract outlining the terms, conditions, and responsibilities of both the society and the developer, forming the basis of the entire project.</a:t>
            </a:r>
            <a:endParaRPr lang="en-US" sz="1400" b="1" dirty="0"/>
          </a:p>
        </p:txBody>
      </p:sp>
      <p:sp>
        <p:nvSpPr>
          <p:cNvPr id="11" name="Shape 8"/>
          <p:cNvSpPr/>
          <p:nvPr/>
        </p:nvSpPr>
        <p:spPr>
          <a:xfrm>
            <a:off x="5050631" y="3155275"/>
            <a:ext cx="4529138" cy="1227892"/>
          </a:xfrm>
          <a:prstGeom prst="roundRect">
            <a:avLst>
              <a:gd name="adj" fmla="val 5958"/>
            </a:avLst>
          </a:prstGeom>
          <a:solidFill>
            <a:srgbClr val="E5F9F2">
              <a:alpha val="95000"/>
            </a:srgbClr>
          </a:solidFill>
          <a:ln/>
        </p:spPr>
        <p:txBody>
          <a:bodyPr/>
          <a:lstStyle/>
          <a:p>
            <a:endParaRPr lang="en-IN"/>
          </a:p>
        </p:txBody>
      </p:sp>
      <p:sp>
        <p:nvSpPr>
          <p:cNvPr id="12" name="Shape 9"/>
          <p:cNvSpPr/>
          <p:nvPr/>
        </p:nvSpPr>
        <p:spPr>
          <a:xfrm>
            <a:off x="5050631" y="3140035"/>
            <a:ext cx="4529138" cy="60960"/>
          </a:xfrm>
          <a:prstGeom prst="roundRect">
            <a:avLst>
              <a:gd name="adj" fmla="val 171126"/>
            </a:avLst>
          </a:prstGeom>
          <a:solidFill>
            <a:srgbClr val="006747"/>
          </a:solidFill>
          <a:ln/>
        </p:spPr>
        <p:txBody>
          <a:bodyPr/>
          <a:lstStyle/>
          <a:p>
            <a:endParaRPr lang="en-IN"/>
          </a:p>
        </p:txBody>
      </p:sp>
      <p:sp>
        <p:nvSpPr>
          <p:cNvPr id="13" name="Shape 10"/>
          <p:cNvSpPr/>
          <p:nvPr/>
        </p:nvSpPr>
        <p:spPr>
          <a:xfrm>
            <a:off x="7141369" y="2981444"/>
            <a:ext cx="347663" cy="347663"/>
          </a:xfrm>
          <a:prstGeom prst="roundRect">
            <a:avLst>
              <a:gd name="adj" fmla="val 263013"/>
            </a:avLst>
          </a:prstGeom>
          <a:solidFill>
            <a:srgbClr val="006747"/>
          </a:solidFill>
          <a:ln/>
        </p:spPr>
        <p:txBody>
          <a:bodyPr/>
          <a:lstStyle/>
          <a:p>
            <a:endParaRPr lang="en-IN" sz="4400"/>
          </a:p>
        </p:txBody>
      </p:sp>
      <p:sp>
        <p:nvSpPr>
          <p:cNvPr id="14" name="Text 11"/>
          <p:cNvSpPr/>
          <p:nvPr/>
        </p:nvSpPr>
        <p:spPr>
          <a:xfrm>
            <a:off x="7245668" y="3068360"/>
            <a:ext cx="490298" cy="433983"/>
          </a:xfrm>
          <a:prstGeom prst="rect">
            <a:avLst/>
          </a:prstGeom>
          <a:noFill/>
          <a:ln/>
        </p:spPr>
        <p:txBody>
          <a:bodyPr wrap="none" lIns="0" tIns="0" rIns="0" bIns="0" rtlCol="0" anchor="t"/>
          <a:lstStyle/>
          <a:p>
            <a:pPr marL="0" indent="0" algn="l">
              <a:lnSpc>
                <a:spcPts val="1750"/>
              </a:lnSpc>
              <a:buNone/>
            </a:pPr>
            <a:r>
              <a:rPr lang="en-US" b="1" dirty="0">
                <a:solidFill>
                  <a:srgbClr val="FFFFFF"/>
                </a:solidFill>
                <a:latin typeface="Noto Serif SC Bold" pitchFamily="34" charset="0"/>
                <a:ea typeface="Noto Serif SC Bold" pitchFamily="34" charset="-122"/>
                <a:cs typeface="Noto Serif SC Bold" pitchFamily="34" charset="-120"/>
              </a:rPr>
              <a:t>2</a:t>
            </a:r>
            <a:endParaRPr lang="en-US" dirty="0"/>
          </a:p>
        </p:txBody>
      </p:sp>
      <p:sp>
        <p:nvSpPr>
          <p:cNvPr id="15" name="Text 12"/>
          <p:cNvSpPr/>
          <p:nvPr/>
        </p:nvSpPr>
        <p:spPr>
          <a:xfrm>
            <a:off x="5181719" y="3444954"/>
            <a:ext cx="1828205" cy="181094"/>
          </a:xfrm>
          <a:prstGeom prst="rect">
            <a:avLst/>
          </a:prstGeom>
          <a:noFill/>
          <a:ln/>
        </p:spPr>
        <p:txBody>
          <a:bodyPr wrap="non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Development Agreement</a:t>
            </a:r>
            <a:endParaRPr lang="en-US" sz="1400" dirty="0">
              <a:solidFill>
                <a:schemeClr val="accent6">
                  <a:lumMod val="50000"/>
                </a:schemeClr>
              </a:solidFill>
            </a:endParaRPr>
          </a:p>
        </p:txBody>
      </p:sp>
      <p:sp>
        <p:nvSpPr>
          <p:cNvPr id="16" name="Text 13"/>
          <p:cNvSpPr/>
          <p:nvPr/>
        </p:nvSpPr>
        <p:spPr>
          <a:xfrm>
            <a:off x="5181719" y="3695581"/>
            <a:ext cx="4266962" cy="556498"/>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A detailed legal document specifying construction details, timelines, compensation, amenities, and other obligations of the developer towards the society members.</a:t>
            </a:r>
            <a:endParaRPr lang="en-US" sz="1400" b="1" dirty="0"/>
          </a:p>
        </p:txBody>
      </p:sp>
      <p:sp>
        <p:nvSpPr>
          <p:cNvPr id="17" name="Shape 14"/>
          <p:cNvSpPr/>
          <p:nvPr/>
        </p:nvSpPr>
        <p:spPr>
          <a:xfrm>
            <a:off x="9695617" y="3155275"/>
            <a:ext cx="4529138" cy="1227892"/>
          </a:xfrm>
          <a:prstGeom prst="roundRect">
            <a:avLst>
              <a:gd name="adj" fmla="val 5958"/>
            </a:avLst>
          </a:prstGeom>
          <a:solidFill>
            <a:srgbClr val="E5F9F2">
              <a:alpha val="95000"/>
            </a:srgbClr>
          </a:solidFill>
          <a:ln/>
        </p:spPr>
        <p:txBody>
          <a:bodyPr/>
          <a:lstStyle/>
          <a:p>
            <a:endParaRPr lang="en-IN" dirty="0"/>
          </a:p>
        </p:txBody>
      </p:sp>
      <p:sp>
        <p:nvSpPr>
          <p:cNvPr id="18" name="Shape 15"/>
          <p:cNvSpPr/>
          <p:nvPr/>
        </p:nvSpPr>
        <p:spPr>
          <a:xfrm>
            <a:off x="9695617" y="3140035"/>
            <a:ext cx="4529138" cy="60960"/>
          </a:xfrm>
          <a:prstGeom prst="roundRect">
            <a:avLst>
              <a:gd name="adj" fmla="val 171126"/>
            </a:avLst>
          </a:prstGeom>
          <a:solidFill>
            <a:srgbClr val="006747"/>
          </a:solidFill>
          <a:ln/>
        </p:spPr>
        <p:txBody>
          <a:bodyPr/>
          <a:lstStyle/>
          <a:p>
            <a:endParaRPr lang="en-IN"/>
          </a:p>
        </p:txBody>
      </p:sp>
      <p:sp>
        <p:nvSpPr>
          <p:cNvPr id="19" name="Shape 16"/>
          <p:cNvSpPr/>
          <p:nvPr/>
        </p:nvSpPr>
        <p:spPr>
          <a:xfrm>
            <a:off x="11786354" y="2981444"/>
            <a:ext cx="347663" cy="347663"/>
          </a:xfrm>
          <a:prstGeom prst="roundRect">
            <a:avLst>
              <a:gd name="adj" fmla="val 263013"/>
            </a:avLst>
          </a:prstGeom>
          <a:solidFill>
            <a:srgbClr val="006747"/>
          </a:solidFill>
          <a:ln/>
        </p:spPr>
        <p:txBody>
          <a:bodyPr/>
          <a:lstStyle/>
          <a:p>
            <a:endParaRPr lang="en-IN"/>
          </a:p>
        </p:txBody>
      </p:sp>
      <p:sp>
        <p:nvSpPr>
          <p:cNvPr id="20" name="Text 17"/>
          <p:cNvSpPr/>
          <p:nvPr/>
        </p:nvSpPr>
        <p:spPr>
          <a:xfrm>
            <a:off x="11890653" y="3068360"/>
            <a:ext cx="139065" cy="173831"/>
          </a:xfrm>
          <a:prstGeom prst="rect">
            <a:avLst/>
          </a:prstGeom>
          <a:noFill/>
          <a:ln/>
        </p:spPr>
        <p:txBody>
          <a:bodyPr wrap="none" lIns="0" tIns="0" rIns="0" bIns="0" rtlCol="0" anchor="t"/>
          <a:lstStyle/>
          <a:p>
            <a:pPr marL="0" indent="0" algn="l">
              <a:lnSpc>
                <a:spcPts val="1750"/>
              </a:lnSpc>
              <a:buNone/>
            </a:pPr>
            <a:r>
              <a:rPr lang="en-US" sz="2000" b="1" dirty="0">
                <a:solidFill>
                  <a:srgbClr val="FFFFFF"/>
                </a:solidFill>
                <a:latin typeface="Noto Serif SC Bold" pitchFamily="34" charset="0"/>
                <a:ea typeface="Noto Serif SC Bold" pitchFamily="34" charset="-122"/>
                <a:cs typeface="Noto Serif SC Bold" pitchFamily="34" charset="-120"/>
              </a:rPr>
              <a:t>3</a:t>
            </a:r>
            <a:endParaRPr lang="en-US" sz="2000" dirty="0"/>
          </a:p>
        </p:txBody>
      </p:sp>
      <p:sp>
        <p:nvSpPr>
          <p:cNvPr id="21" name="Text 18"/>
          <p:cNvSpPr/>
          <p:nvPr/>
        </p:nvSpPr>
        <p:spPr>
          <a:xfrm>
            <a:off x="9826704" y="3444954"/>
            <a:ext cx="4266962" cy="362188"/>
          </a:xfrm>
          <a:prstGeom prst="rect">
            <a:avLst/>
          </a:prstGeom>
          <a:noFill/>
          <a:ln/>
        </p:spPr>
        <p:txBody>
          <a:bodyPr wrap="squar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Permanent Alternative Accommodation Agreement (PAAA)</a:t>
            </a:r>
            <a:endParaRPr lang="en-US" sz="1400" dirty="0">
              <a:solidFill>
                <a:schemeClr val="accent6">
                  <a:lumMod val="50000"/>
                </a:schemeClr>
              </a:solidFill>
            </a:endParaRPr>
          </a:p>
        </p:txBody>
      </p:sp>
      <p:sp>
        <p:nvSpPr>
          <p:cNvPr id="22" name="Text 19"/>
          <p:cNvSpPr/>
          <p:nvPr/>
        </p:nvSpPr>
        <p:spPr>
          <a:xfrm>
            <a:off x="9826704" y="3752015"/>
            <a:ext cx="4266962" cy="370999"/>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A critical agreement guaranteeing existing members their new homes, detailing the size, location, and specifications of the rehabilitated units.</a:t>
            </a:r>
            <a:endParaRPr lang="en-US" sz="1400" b="1" dirty="0"/>
          </a:p>
        </p:txBody>
      </p:sp>
      <p:sp>
        <p:nvSpPr>
          <p:cNvPr id="23" name="Shape 20"/>
          <p:cNvSpPr/>
          <p:nvPr/>
        </p:nvSpPr>
        <p:spPr>
          <a:xfrm>
            <a:off x="405646" y="4672846"/>
            <a:ext cx="4529138" cy="1042392"/>
          </a:xfrm>
          <a:prstGeom prst="roundRect">
            <a:avLst>
              <a:gd name="adj" fmla="val 7018"/>
            </a:avLst>
          </a:prstGeom>
          <a:solidFill>
            <a:srgbClr val="E5F9F2">
              <a:alpha val="95000"/>
            </a:srgbClr>
          </a:solidFill>
          <a:ln/>
        </p:spPr>
        <p:txBody>
          <a:bodyPr/>
          <a:lstStyle/>
          <a:p>
            <a:endParaRPr lang="en-IN"/>
          </a:p>
        </p:txBody>
      </p:sp>
      <p:sp>
        <p:nvSpPr>
          <p:cNvPr id="24" name="Shape 21"/>
          <p:cNvSpPr/>
          <p:nvPr/>
        </p:nvSpPr>
        <p:spPr>
          <a:xfrm>
            <a:off x="405646" y="4657606"/>
            <a:ext cx="4529138" cy="60960"/>
          </a:xfrm>
          <a:prstGeom prst="roundRect">
            <a:avLst>
              <a:gd name="adj" fmla="val 171126"/>
            </a:avLst>
          </a:prstGeom>
          <a:solidFill>
            <a:srgbClr val="006747"/>
          </a:solidFill>
          <a:ln/>
        </p:spPr>
        <p:txBody>
          <a:bodyPr/>
          <a:lstStyle/>
          <a:p>
            <a:endParaRPr lang="en-IN"/>
          </a:p>
        </p:txBody>
      </p:sp>
      <p:sp>
        <p:nvSpPr>
          <p:cNvPr id="25" name="Shape 22"/>
          <p:cNvSpPr/>
          <p:nvPr/>
        </p:nvSpPr>
        <p:spPr>
          <a:xfrm>
            <a:off x="2496383" y="4499015"/>
            <a:ext cx="347663" cy="347663"/>
          </a:xfrm>
          <a:prstGeom prst="roundRect">
            <a:avLst>
              <a:gd name="adj" fmla="val 263013"/>
            </a:avLst>
          </a:prstGeom>
          <a:solidFill>
            <a:srgbClr val="006747"/>
          </a:solidFill>
          <a:ln/>
        </p:spPr>
        <p:txBody>
          <a:bodyPr/>
          <a:lstStyle/>
          <a:p>
            <a:endParaRPr lang="en-IN" dirty="0"/>
          </a:p>
        </p:txBody>
      </p:sp>
      <p:sp>
        <p:nvSpPr>
          <p:cNvPr id="26" name="Text 23"/>
          <p:cNvSpPr/>
          <p:nvPr/>
        </p:nvSpPr>
        <p:spPr>
          <a:xfrm>
            <a:off x="2600682" y="4585930"/>
            <a:ext cx="139065" cy="173831"/>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Noto Serif SC Bold" pitchFamily="34" charset="0"/>
                <a:ea typeface="Noto Serif SC Bold" pitchFamily="34" charset="-122"/>
                <a:cs typeface="Noto Serif SC Bold" pitchFamily="34" charset="-120"/>
              </a:rPr>
              <a:t>4</a:t>
            </a:r>
            <a:endParaRPr lang="en-US" sz="1400" dirty="0"/>
          </a:p>
        </p:txBody>
      </p:sp>
      <p:sp>
        <p:nvSpPr>
          <p:cNvPr id="27" name="Text 24"/>
          <p:cNvSpPr/>
          <p:nvPr/>
        </p:nvSpPr>
        <p:spPr>
          <a:xfrm>
            <a:off x="536734" y="4962525"/>
            <a:ext cx="1761768" cy="181094"/>
          </a:xfrm>
          <a:prstGeom prst="rect">
            <a:avLst/>
          </a:prstGeom>
          <a:noFill/>
          <a:ln/>
        </p:spPr>
        <p:txBody>
          <a:bodyPr wrap="non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Power of Attorney (PoA)</a:t>
            </a:r>
            <a:endParaRPr lang="en-US" sz="1400" dirty="0">
              <a:solidFill>
                <a:schemeClr val="accent6">
                  <a:lumMod val="50000"/>
                </a:schemeClr>
              </a:solidFill>
            </a:endParaRPr>
          </a:p>
        </p:txBody>
      </p:sp>
      <p:sp>
        <p:nvSpPr>
          <p:cNvPr id="28" name="Text 25"/>
          <p:cNvSpPr/>
          <p:nvPr/>
        </p:nvSpPr>
        <p:spPr>
          <a:xfrm>
            <a:off x="536734" y="5213152"/>
            <a:ext cx="4266962" cy="370999"/>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Granted by the society to the developer, authorising them to obtain necessary permissions and act on the society's behalf for project-related formalities.</a:t>
            </a:r>
            <a:endParaRPr lang="en-US" sz="1400" b="1" dirty="0"/>
          </a:p>
        </p:txBody>
      </p:sp>
      <p:sp>
        <p:nvSpPr>
          <p:cNvPr id="29" name="Shape 26"/>
          <p:cNvSpPr/>
          <p:nvPr/>
        </p:nvSpPr>
        <p:spPr>
          <a:xfrm>
            <a:off x="5050631" y="4672846"/>
            <a:ext cx="4529138" cy="1042392"/>
          </a:xfrm>
          <a:prstGeom prst="roundRect">
            <a:avLst>
              <a:gd name="adj" fmla="val 7018"/>
            </a:avLst>
          </a:prstGeom>
          <a:solidFill>
            <a:srgbClr val="E5F9F2">
              <a:alpha val="95000"/>
            </a:srgbClr>
          </a:solidFill>
          <a:ln/>
        </p:spPr>
        <p:txBody>
          <a:bodyPr/>
          <a:lstStyle/>
          <a:p>
            <a:endParaRPr lang="en-IN"/>
          </a:p>
        </p:txBody>
      </p:sp>
      <p:sp>
        <p:nvSpPr>
          <p:cNvPr id="30" name="Shape 27"/>
          <p:cNvSpPr/>
          <p:nvPr/>
        </p:nvSpPr>
        <p:spPr>
          <a:xfrm>
            <a:off x="5050631" y="4657606"/>
            <a:ext cx="4529138" cy="60960"/>
          </a:xfrm>
          <a:prstGeom prst="roundRect">
            <a:avLst>
              <a:gd name="adj" fmla="val 171126"/>
            </a:avLst>
          </a:prstGeom>
          <a:solidFill>
            <a:srgbClr val="006747"/>
          </a:solidFill>
          <a:ln/>
        </p:spPr>
        <p:txBody>
          <a:bodyPr/>
          <a:lstStyle/>
          <a:p>
            <a:endParaRPr lang="en-IN"/>
          </a:p>
        </p:txBody>
      </p:sp>
      <p:sp>
        <p:nvSpPr>
          <p:cNvPr id="31" name="Shape 28"/>
          <p:cNvSpPr/>
          <p:nvPr/>
        </p:nvSpPr>
        <p:spPr>
          <a:xfrm>
            <a:off x="7141369" y="4499015"/>
            <a:ext cx="347663" cy="347663"/>
          </a:xfrm>
          <a:prstGeom prst="roundRect">
            <a:avLst>
              <a:gd name="adj" fmla="val 263013"/>
            </a:avLst>
          </a:prstGeom>
          <a:solidFill>
            <a:srgbClr val="006747"/>
          </a:solidFill>
          <a:ln/>
        </p:spPr>
        <p:txBody>
          <a:bodyPr/>
          <a:lstStyle/>
          <a:p>
            <a:endParaRPr lang="en-IN"/>
          </a:p>
        </p:txBody>
      </p:sp>
      <p:sp>
        <p:nvSpPr>
          <p:cNvPr id="32" name="Text 29"/>
          <p:cNvSpPr/>
          <p:nvPr/>
        </p:nvSpPr>
        <p:spPr>
          <a:xfrm>
            <a:off x="7245668" y="4585930"/>
            <a:ext cx="139065" cy="173831"/>
          </a:xfrm>
          <a:prstGeom prst="rect">
            <a:avLst/>
          </a:prstGeom>
          <a:noFill/>
          <a:ln/>
        </p:spPr>
        <p:txBody>
          <a:bodyPr wrap="none" lIns="0" tIns="0" rIns="0" bIns="0" rtlCol="0" anchor="t"/>
          <a:lstStyle/>
          <a:p>
            <a:pPr marL="0" indent="0" algn="l">
              <a:lnSpc>
                <a:spcPts val="1750"/>
              </a:lnSpc>
              <a:buNone/>
            </a:pPr>
            <a:r>
              <a:rPr lang="en-US" sz="2000" b="1" dirty="0">
                <a:solidFill>
                  <a:srgbClr val="FFFFFF"/>
                </a:solidFill>
                <a:latin typeface="Noto Serif SC Bold" pitchFamily="34" charset="0"/>
                <a:ea typeface="Noto Serif SC Bold" pitchFamily="34" charset="-122"/>
                <a:cs typeface="Noto Serif SC Bold" pitchFamily="34" charset="-120"/>
              </a:rPr>
              <a:t>5</a:t>
            </a:r>
            <a:endParaRPr lang="en-US" sz="2000" dirty="0"/>
          </a:p>
        </p:txBody>
      </p:sp>
      <p:sp>
        <p:nvSpPr>
          <p:cNvPr id="33" name="Text 30"/>
          <p:cNvSpPr/>
          <p:nvPr/>
        </p:nvSpPr>
        <p:spPr>
          <a:xfrm>
            <a:off x="5181719" y="4962525"/>
            <a:ext cx="2282785" cy="181094"/>
          </a:xfrm>
          <a:prstGeom prst="rect">
            <a:avLst/>
          </a:prstGeom>
          <a:noFill/>
          <a:ln/>
        </p:spPr>
        <p:txBody>
          <a:bodyPr wrap="non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Consent Letters from Members</a:t>
            </a:r>
            <a:endParaRPr lang="en-US" sz="1400" dirty="0">
              <a:solidFill>
                <a:schemeClr val="accent6">
                  <a:lumMod val="50000"/>
                </a:schemeClr>
              </a:solidFill>
            </a:endParaRPr>
          </a:p>
        </p:txBody>
      </p:sp>
      <p:sp>
        <p:nvSpPr>
          <p:cNvPr id="34" name="Text 31"/>
          <p:cNvSpPr/>
          <p:nvPr/>
        </p:nvSpPr>
        <p:spPr>
          <a:xfrm>
            <a:off x="5181719" y="5213152"/>
            <a:ext cx="4266962" cy="370999"/>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Individual letters from each society member confirming their agreement to the redevelopment terms and conditions, essential for legal validity.</a:t>
            </a:r>
            <a:endParaRPr lang="en-US" sz="1400" b="1" dirty="0"/>
          </a:p>
        </p:txBody>
      </p:sp>
      <p:sp>
        <p:nvSpPr>
          <p:cNvPr id="35" name="Shape 32"/>
          <p:cNvSpPr/>
          <p:nvPr/>
        </p:nvSpPr>
        <p:spPr>
          <a:xfrm>
            <a:off x="9695617" y="4672846"/>
            <a:ext cx="4529138" cy="1042392"/>
          </a:xfrm>
          <a:prstGeom prst="roundRect">
            <a:avLst>
              <a:gd name="adj" fmla="val 7018"/>
            </a:avLst>
          </a:prstGeom>
          <a:solidFill>
            <a:srgbClr val="E5F9F2">
              <a:alpha val="95000"/>
            </a:srgbClr>
          </a:solidFill>
          <a:ln/>
        </p:spPr>
        <p:txBody>
          <a:bodyPr/>
          <a:lstStyle/>
          <a:p>
            <a:endParaRPr lang="en-IN"/>
          </a:p>
        </p:txBody>
      </p:sp>
      <p:sp>
        <p:nvSpPr>
          <p:cNvPr id="36" name="Shape 33"/>
          <p:cNvSpPr/>
          <p:nvPr/>
        </p:nvSpPr>
        <p:spPr>
          <a:xfrm>
            <a:off x="9695617" y="4657606"/>
            <a:ext cx="4529138" cy="60960"/>
          </a:xfrm>
          <a:prstGeom prst="roundRect">
            <a:avLst>
              <a:gd name="adj" fmla="val 171126"/>
            </a:avLst>
          </a:prstGeom>
          <a:solidFill>
            <a:srgbClr val="006747"/>
          </a:solidFill>
          <a:ln/>
        </p:spPr>
        <p:txBody>
          <a:bodyPr/>
          <a:lstStyle/>
          <a:p>
            <a:endParaRPr lang="en-IN"/>
          </a:p>
        </p:txBody>
      </p:sp>
      <p:sp>
        <p:nvSpPr>
          <p:cNvPr id="37" name="Shape 34"/>
          <p:cNvSpPr/>
          <p:nvPr/>
        </p:nvSpPr>
        <p:spPr>
          <a:xfrm>
            <a:off x="11786354" y="4499015"/>
            <a:ext cx="347663" cy="347663"/>
          </a:xfrm>
          <a:prstGeom prst="roundRect">
            <a:avLst>
              <a:gd name="adj" fmla="val 263013"/>
            </a:avLst>
          </a:prstGeom>
          <a:solidFill>
            <a:srgbClr val="006747"/>
          </a:solidFill>
          <a:ln/>
        </p:spPr>
        <p:txBody>
          <a:bodyPr/>
          <a:lstStyle/>
          <a:p>
            <a:endParaRPr lang="en-IN"/>
          </a:p>
        </p:txBody>
      </p:sp>
      <p:sp>
        <p:nvSpPr>
          <p:cNvPr id="38" name="Text 35"/>
          <p:cNvSpPr/>
          <p:nvPr/>
        </p:nvSpPr>
        <p:spPr>
          <a:xfrm>
            <a:off x="11890653" y="4585930"/>
            <a:ext cx="139065" cy="173831"/>
          </a:xfrm>
          <a:prstGeom prst="rect">
            <a:avLst/>
          </a:prstGeom>
          <a:noFill/>
          <a:ln/>
        </p:spPr>
        <p:txBody>
          <a:bodyPr wrap="none" lIns="0" tIns="0" rIns="0" bIns="0" rtlCol="0" anchor="t"/>
          <a:lstStyle/>
          <a:p>
            <a:pPr marL="0" indent="0" algn="l">
              <a:lnSpc>
                <a:spcPts val="1750"/>
              </a:lnSpc>
              <a:buNone/>
            </a:pPr>
            <a:r>
              <a:rPr lang="en-US" sz="1600" b="1" dirty="0">
                <a:solidFill>
                  <a:srgbClr val="FFFFFF"/>
                </a:solidFill>
                <a:latin typeface="Noto Serif SC Bold" pitchFamily="34" charset="0"/>
                <a:ea typeface="Noto Serif SC Bold" pitchFamily="34" charset="-122"/>
                <a:cs typeface="Noto Serif SC Bold" pitchFamily="34" charset="-120"/>
              </a:rPr>
              <a:t>6</a:t>
            </a:r>
            <a:endParaRPr lang="en-US" sz="1600" dirty="0"/>
          </a:p>
        </p:txBody>
      </p:sp>
      <p:sp>
        <p:nvSpPr>
          <p:cNvPr id="39" name="Text 36"/>
          <p:cNvSpPr/>
          <p:nvPr/>
        </p:nvSpPr>
        <p:spPr>
          <a:xfrm>
            <a:off x="9826704" y="4962525"/>
            <a:ext cx="1889879" cy="181094"/>
          </a:xfrm>
          <a:prstGeom prst="rect">
            <a:avLst/>
          </a:prstGeom>
          <a:noFill/>
          <a:ln/>
        </p:spPr>
        <p:txBody>
          <a:bodyPr wrap="non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Project Plans and Layouts</a:t>
            </a:r>
            <a:endParaRPr lang="en-US" sz="1400" dirty="0">
              <a:solidFill>
                <a:schemeClr val="accent6">
                  <a:lumMod val="50000"/>
                </a:schemeClr>
              </a:solidFill>
            </a:endParaRPr>
          </a:p>
        </p:txBody>
      </p:sp>
      <p:sp>
        <p:nvSpPr>
          <p:cNvPr id="40" name="Text 37"/>
          <p:cNvSpPr/>
          <p:nvPr/>
        </p:nvSpPr>
        <p:spPr>
          <a:xfrm>
            <a:off x="9826704" y="5213152"/>
            <a:ext cx="4266962" cy="370999"/>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Detailed architectural drawings, structural plans, and layout designs that illustrate the proposed new building, unit configurations, and common areas.</a:t>
            </a:r>
            <a:endParaRPr lang="en-US" sz="1400" b="1" dirty="0"/>
          </a:p>
        </p:txBody>
      </p:sp>
      <p:sp>
        <p:nvSpPr>
          <p:cNvPr id="41" name="Shape 38"/>
          <p:cNvSpPr/>
          <p:nvPr/>
        </p:nvSpPr>
        <p:spPr>
          <a:xfrm>
            <a:off x="405646" y="6004917"/>
            <a:ext cx="4529138" cy="1227892"/>
          </a:xfrm>
          <a:prstGeom prst="roundRect">
            <a:avLst>
              <a:gd name="adj" fmla="val 5958"/>
            </a:avLst>
          </a:prstGeom>
          <a:solidFill>
            <a:srgbClr val="E5F9F2">
              <a:alpha val="95000"/>
            </a:srgbClr>
          </a:solidFill>
          <a:ln/>
        </p:spPr>
        <p:txBody>
          <a:bodyPr/>
          <a:lstStyle/>
          <a:p>
            <a:endParaRPr lang="en-IN"/>
          </a:p>
        </p:txBody>
      </p:sp>
      <p:sp>
        <p:nvSpPr>
          <p:cNvPr id="42" name="Shape 39"/>
          <p:cNvSpPr/>
          <p:nvPr/>
        </p:nvSpPr>
        <p:spPr>
          <a:xfrm>
            <a:off x="405646" y="5989677"/>
            <a:ext cx="4529138" cy="60960"/>
          </a:xfrm>
          <a:prstGeom prst="roundRect">
            <a:avLst>
              <a:gd name="adj" fmla="val 171126"/>
            </a:avLst>
          </a:prstGeom>
          <a:solidFill>
            <a:srgbClr val="006747"/>
          </a:solidFill>
          <a:ln/>
        </p:spPr>
        <p:txBody>
          <a:bodyPr/>
          <a:lstStyle/>
          <a:p>
            <a:endParaRPr lang="en-IN"/>
          </a:p>
        </p:txBody>
      </p:sp>
      <p:sp>
        <p:nvSpPr>
          <p:cNvPr id="43" name="Shape 40"/>
          <p:cNvSpPr/>
          <p:nvPr/>
        </p:nvSpPr>
        <p:spPr>
          <a:xfrm>
            <a:off x="2496383" y="5831086"/>
            <a:ext cx="347663" cy="347663"/>
          </a:xfrm>
          <a:prstGeom prst="roundRect">
            <a:avLst>
              <a:gd name="adj" fmla="val 263013"/>
            </a:avLst>
          </a:prstGeom>
          <a:solidFill>
            <a:srgbClr val="006747"/>
          </a:solidFill>
          <a:ln/>
        </p:spPr>
        <p:txBody>
          <a:bodyPr/>
          <a:lstStyle/>
          <a:p>
            <a:endParaRPr lang="en-IN"/>
          </a:p>
        </p:txBody>
      </p:sp>
      <p:sp>
        <p:nvSpPr>
          <p:cNvPr id="44" name="Text 41"/>
          <p:cNvSpPr/>
          <p:nvPr/>
        </p:nvSpPr>
        <p:spPr>
          <a:xfrm>
            <a:off x="2600682" y="5918002"/>
            <a:ext cx="139065" cy="173831"/>
          </a:xfrm>
          <a:prstGeom prst="rect">
            <a:avLst/>
          </a:prstGeom>
          <a:noFill/>
          <a:ln/>
        </p:spPr>
        <p:txBody>
          <a:bodyPr wrap="none" lIns="0" tIns="0" rIns="0" bIns="0" rtlCol="0" anchor="t"/>
          <a:lstStyle/>
          <a:p>
            <a:pPr marL="0" indent="0" algn="l">
              <a:lnSpc>
                <a:spcPts val="1750"/>
              </a:lnSpc>
              <a:buNone/>
            </a:pPr>
            <a:r>
              <a:rPr lang="en-US" sz="2000" b="1" dirty="0">
                <a:solidFill>
                  <a:srgbClr val="FFFFFF"/>
                </a:solidFill>
                <a:latin typeface="Noto Serif SC Bold" pitchFamily="34" charset="0"/>
                <a:ea typeface="Noto Serif SC Bold" pitchFamily="34" charset="-122"/>
                <a:cs typeface="Noto Serif SC Bold" pitchFamily="34" charset="-120"/>
              </a:rPr>
              <a:t>7</a:t>
            </a:r>
            <a:endParaRPr lang="en-US" sz="2000" dirty="0"/>
          </a:p>
        </p:txBody>
      </p:sp>
      <p:sp>
        <p:nvSpPr>
          <p:cNvPr id="45" name="Text 42"/>
          <p:cNvSpPr/>
          <p:nvPr/>
        </p:nvSpPr>
        <p:spPr>
          <a:xfrm>
            <a:off x="536734" y="6294596"/>
            <a:ext cx="1448753" cy="181094"/>
          </a:xfrm>
          <a:prstGeom prst="rect">
            <a:avLst/>
          </a:prstGeom>
          <a:noFill/>
          <a:ln/>
        </p:spPr>
        <p:txBody>
          <a:bodyPr wrap="non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Project Approvals</a:t>
            </a:r>
            <a:endParaRPr lang="en-US" sz="1400" dirty="0">
              <a:solidFill>
                <a:schemeClr val="accent6">
                  <a:lumMod val="50000"/>
                </a:schemeClr>
              </a:solidFill>
            </a:endParaRPr>
          </a:p>
        </p:txBody>
      </p:sp>
      <p:sp>
        <p:nvSpPr>
          <p:cNvPr id="46" name="Text 43"/>
          <p:cNvSpPr/>
          <p:nvPr/>
        </p:nvSpPr>
        <p:spPr>
          <a:xfrm>
            <a:off x="536734" y="6545223"/>
            <a:ext cx="4266962" cy="556498"/>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All necessary clearances and sanctions from various municipal and government authorities, including IOD (Intimation of Disapproval) and Commencement Certificate.</a:t>
            </a:r>
            <a:endParaRPr lang="en-US" sz="1400" b="1" dirty="0"/>
          </a:p>
        </p:txBody>
      </p:sp>
      <p:sp>
        <p:nvSpPr>
          <p:cNvPr id="47" name="Shape 44"/>
          <p:cNvSpPr/>
          <p:nvPr/>
        </p:nvSpPr>
        <p:spPr>
          <a:xfrm>
            <a:off x="5050631" y="6004917"/>
            <a:ext cx="4529138" cy="1227892"/>
          </a:xfrm>
          <a:prstGeom prst="roundRect">
            <a:avLst>
              <a:gd name="adj" fmla="val 5958"/>
            </a:avLst>
          </a:prstGeom>
          <a:solidFill>
            <a:srgbClr val="E5F9F2">
              <a:alpha val="95000"/>
            </a:srgbClr>
          </a:solidFill>
          <a:ln/>
        </p:spPr>
        <p:txBody>
          <a:bodyPr/>
          <a:lstStyle/>
          <a:p>
            <a:endParaRPr lang="en-IN"/>
          </a:p>
        </p:txBody>
      </p:sp>
      <p:sp>
        <p:nvSpPr>
          <p:cNvPr id="48" name="Shape 45"/>
          <p:cNvSpPr/>
          <p:nvPr/>
        </p:nvSpPr>
        <p:spPr>
          <a:xfrm>
            <a:off x="5050631" y="5989677"/>
            <a:ext cx="4529138" cy="60960"/>
          </a:xfrm>
          <a:prstGeom prst="roundRect">
            <a:avLst>
              <a:gd name="adj" fmla="val 171126"/>
            </a:avLst>
          </a:prstGeom>
          <a:solidFill>
            <a:srgbClr val="006747"/>
          </a:solidFill>
          <a:ln/>
        </p:spPr>
        <p:txBody>
          <a:bodyPr/>
          <a:lstStyle/>
          <a:p>
            <a:endParaRPr lang="en-IN"/>
          </a:p>
        </p:txBody>
      </p:sp>
      <p:sp>
        <p:nvSpPr>
          <p:cNvPr id="49" name="Shape 46"/>
          <p:cNvSpPr/>
          <p:nvPr/>
        </p:nvSpPr>
        <p:spPr>
          <a:xfrm>
            <a:off x="7141369" y="5831086"/>
            <a:ext cx="347663" cy="347663"/>
          </a:xfrm>
          <a:prstGeom prst="roundRect">
            <a:avLst>
              <a:gd name="adj" fmla="val 263013"/>
            </a:avLst>
          </a:prstGeom>
          <a:solidFill>
            <a:srgbClr val="006747"/>
          </a:solidFill>
          <a:ln/>
        </p:spPr>
        <p:txBody>
          <a:bodyPr/>
          <a:lstStyle/>
          <a:p>
            <a:endParaRPr lang="en-IN" sz="2800" dirty="0"/>
          </a:p>
        </p:txBody>
      </p:sp>
      <p:sp>
        <p:nvSpPr>
          <p:cNvPr id="50" name="Text 47"/>
          <p:cNvSpPr/>
          <p:nvPr/>
        </p:nvSpPr>
        <p:spPr>
          <a:xfrm>
            <a:off x="7245668" y="5918002"/>
            <a:ext cx="139065" cy="173831"/>
          </a:xfrm>
          <a:prstGeom prst="rect">
            <a:avLst/>
          </a:prstGeom>
          <a:noFill/>
          <a:ln/>
        </p:spPr>
        <p:txBody>
          <a:bodyPr wrap="none" lIns="0" tIns="0" rIns="0" bIns="0" rtlCol="0" anchor="t"/>
          <a:lstStyle/>
          <a:p>
            <a:pPr marL="0" indent="0" algn="l">
              <a:lnSpc>
                <a:spcPts val="1750"/>
              </a:lnSpc>
              <a:buNone/>
            </a:pPr>
            <a:r>
              <a:rPr lang="en-US" b="1" dirty="0">
                <a:solidFill>
                  <a:srgbClr val="FFFFFF"/>
                </a:solidFill>
                <a:latin typeface="Noto Serif SC Bold" pitchFamily="34" charset="0"/>
                <a:ea typeface="Noto Serif SC Bold" pitchFamily="34" charset="-122"/>
                <a:cs typeface="Noto Serif SC Bold" pitchFamily="34" charset="-120"/>
              </a:rPr>
              <a:t>8</a:t>
            </a:r>
            <a:endParaRPr lang="en-US" dirty="0"/>
          </a:p>
        </p:txBody>
      </p:sp>
      <p:sp>
        <p:nvSpPr>
          <p:cNvPr id="51" name="Text 48"/>
          <p:cNvSpPr/>
          <p:nvPr/>
        </p:nvSpPr>
        <p:spPr>
          <a:xfrm>
            <a:off x="5181719" y="6294596"/>
            <a:ext cx="1670685" cy="181094"/>
          </a:xfrm>
          <a:prstGeom prst="rect">
            <a:avLst/>
          </a:prstGeom>
          <a:noFill/>
          <a:ln/>
        </p:spPr>
        <p:txBody>
          <a:bodyPr wrap="none" lIns="0" tIns="0" rIns="0" bIns="0" rtlCol="0" anchor="t"/>
          <a:lstStyle/>
          <a:p>
            <a:pPr marL="0" indent="0" algn="l">
              <a:lnSpc>
                <a:spcPts val="1400"/>
              </a:lnSpc>
              <a:buNone/>
            </a:pPr>
            <a:r>
              <a:rPr lang="en-US" sz="1400" b="1" dirty="0">
                <a:solidFill>
                  <a:srgbClr val="4B4A4A"/>
                </a:solidFill>
                <a:latin typeface="Noto Serif SC Bold" pitchFamily="34" charset="0"/>
                <a:ea typeface="Noto Serif SC Bold" pitchFamily="34" charset="-122"/>
                <a:cs typeface="Noto Serif SC Bold" pitchFamily="34" charset="-120"/>
              </a:rPr>
              <a:t>Occupation Certificate</a:t>
            </a:r>
            <a:endParaRPr lang="en-US" sz="1400" dirty="0"/>
          </a:p>
        </p:txBody>
      </p:sp>
      <p:sp>
        <p:nvSpPr>
          <p:cNvPr id="52" name="Text 49"/>
          <p:cNvSpPr/>
          <p:nvPr/>
        </p:nvSpPr>
        <p:spPr>
          <a:xfrm>
            <a:off x="5181719" y="6545223"/>
            <a:ext cx="4266962" cy="556498"/>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Issued by the planning authority upon project completion, certifying that the building is safe, habitable, and complies with all regulations, allowing legal occupancy.</a:t>
            </a:r>
            <a:endParaRPr lang="en-US" sz="1400" b="1" dirty="0"/>
          </a:p>
        </p:txBody>
      </p:sp>
      <p:sp>
        <p:nvSpPr>
          <p:cNvPr id="53" name="Shape 50"/>
          <p:cNvSpPr/>
          <p:nvPr/>
        </p:nvSpPr>
        <p:spPr>
          <a:xfrm>
            <a:off x="9695617" y="6004917"/>
            <a:ext cx="4529138" cy="1227892"/>
          </a:xfrm>
          <a:prstGeom prst="roundRect">
            <a:avLst>
              <a:gd name="adj" fmla="val 5958"/>
            </a:avLst>
          </a:prstGeom>
          <a:solidFill>
            <a:srgbClr val="E5F9F2">
              <a:alpha val="95000"/>
            </a:srgbClr>
          </a:solidFill>
          <a:ln/>
        </p:spPr>
        <p:txBody>
          <a:bodyPr/>
          <a:lstStyle/>
          <a:p>
            <a:endParaRPr lang="en-IN"/>
          </a:p>
        </p:txBody>
      </p:sp>
      <p:sp>
        <p:nvSpPr>
          <p:cNvPr id="54" name="Shape 51"/>
          <p:cNvSpPr/>
          <p:nvPr/>
        </p:nvSpPr>
        <p:spPr>
          <a:xfrm>
            <a:off x="9695617" y="5989677"/>
            <a:ext cx="4529138" cy="60960"/>
          </a:xfrm>
          <a:prstGeom prst="roundRect">
            <a:avLst>
              <a:gd name="adj" fmla="val 171126"/>
            </a:avLst>
          </a:prstGeom>
          <a:solidFill>
            <a:srgbClr val="006747"/>
          </a:solidFill>
          <a:ln/>
        </p:spPr>
        <p:txBody>
          <a:bodyPr/>
          <a:lstStyle/>
          <a:p>
            <a:endParaRPr lang="en-IN"/>
          </a:p>
        </p:txBody>
      </p:sp>
      <p:sp>
        <p:nvSpPr>
          <p:cNvPr id="55" name="Shape 52"/>
          <p:cNvSpPr/>
          <p:nvPr/>
        </p:nvSpPr>
        <p:spPr>
          <a:xfrm>
            <a:off x="11786354" y="5831086"/>
            <a:ext cx="347663" cy="347663"/>
          </a:xfrm>
          <a:prstGeom prst="roundRect">
            <a:avLst>
              <a:gd name="adj" fmla="val 263013"/>
            </a:avLst>
          </a:prstGeom>
          <a:solidFill>
            <a:srgbClr val="006747"/>
          </a:solidFill>
          <a:ln/>
        </p:spPr>
        <p:txBody>
          <a:bodyPr/>
          <a:lstStyle/>
          <a:p>
            <a:endParaRPr lang="en-IN" sz="3600" dirty="0"/>
          </a:p>
        </p:txBody>
      </p:sp>
      <p:sp>
        <p:nvSpPr>
          <p:cNvPr id="56" name="Text 53"/>
          <p:cNvSpPr/>
          <p:nvPr/>
        </p:nvSpPr>
        <p:spPr>
          <a:xfrm>
            <a:off x="11890653" y="5918002"/>
            <a:ext cx="139065" cy="173831"/>
          </a:xfrm>
          <a:prstGeom prst="rect">
            <a:avLst/>
          </a:prstGeom>
          <a:noFill/>
          <a:ln/>
        </p:spPr>
        <p:txBody>
          <a:bodyPr wrap="none" lIns="0" tIns="0" rIns="0" bIns="0" rtlCol="0" anchor="t"/>
          <a:lstStyle/>
          <a:p>
            <a:pPr marL="0" indent="0" algn="l">
              <a:lnSpc>
                <a:spcPts val="1750"/>
              </a:lnSpc>
              <a:buNone/>
            </a:pPr>
            <a:r>
              <a:rPr lang="en-US" sz="1600" b="1" dirty="0">
                <a:solidFill>
                  <a:srgbClr val="FFFFFF"/>
                </a:solidFill>
                <a:latin typeface="Noto Serif SC Bold" pitchFamily="34" charset="0"/>
                <a:ea typeface="Noto Serif SC Bold" pitchFamily="34" charset="-122"/>
                <a:cs typeface="Noto Serif SC Bold" pitchFamily="34" charset="-120"/>
              </a:rPr>
              <a:t>9</a:t>
            </a:r>
            <a:endParaRPr lang="en-US" sz="1600" dirty="0"/>
          </a:p>
        </p:txBody>
      </p:sp>
      <p:sp>
        <p:nvSpPr>
          <p:cNvPr id="57" name="Text 54"/>
          <p:cNvSpPr/>
          <p:nvPr/>
        </p:nvSpPr>
        <p:spPr>
          <a:xfrm>
            <a:off x="9826704" y="6294596"/>
            <a:ext cx="1448753" cy="181094"/>
          </a:xfrm>
          <a:prstGeom prst="rect">
            <a:avLst/>
          </a:prstGeom>
          <a:noFill/>
          <a:ln/>
        </p:spPr>
        <p:txBody>
          <a:bodyPr wrap="none" lIns="0" tIns="0" rIns="0" bIns="0" rtlCol="0" anchor="t"/>
          <a:lstStyle/>
          <a:p>
            <a:pPr marL="0" indent="0" algn="l">
              <a:lnSpc>
                <a:spcPts val="1400"/>
              </a:lnSpc>
              <a:buNone/>
            </a:pPr>
            <a:r>
              <a:rPr lang="en-US" sz="1400" b="1" dirty="0">
                <a:solidFill>
                  <a:schemeClr val="accent6">
                    <a:lumMod val="50000"/>
                  </a:schemeClr>
                </a:solidFill>
                <a:latin typeface="Noto Serif SC Bold" pitchFamily="34" charset="0"/>
                <a:ea typeface="Noto Serif SC Bold" pitchFamily="34" charset="-122"/>
                <a:cs typeface="Noto Serif SC Bold" pitchFamily="34" charset="-120"/>
              </a:rPr>
              <a:t>Bank Guarantee</a:t>
            </a:r>
            <a:endParaRPr lang="en-US" sz="1400" dirty="0">
              <a:solidFill>
                <a:schemeClr val="accent6">
                  <a:lumMod val="50000"/>
                </a:schemeClr>
              </a:solidFill>
            </a:endParaRPr>
          </a:p>
        </p:txBody>
      </p:sp>
      <p:sp>
        <p:nvSpPr>
          <p:cNvPr id="58" name="Text 55"/>
          <p:cNvSpPr/>
          <p:nvPr/>
        </p:nvSpPr>
        <p:spPr>
          <a:xfrm>
            <a:off x="9826704" y="6545223"/>
            <a:ext cx="4266962" cy="556498"/>
          </a:xfrm>
          <a:prstGeom prst="rect">
            <a:avLst/>
          </a:prstGeom>
          <a:noFill/>
          <a:ln/>
        </p:spPr>
        <p:txBody>
          <a:bodyPr wrap="square" lIns="0" tIns="0" rIns="0" bIns="0" rtlCol="0" anchor="t"/>
          <a:lstStyle/>
          <a:p>
            <a:pPr marL="0" indent="0" algn="l">
              <a:lnSpc>
                <a:spcPts val="1450"/>
              </a:lnSpc>
              <a:buNone/>
            </a:pPr>
            <a:r>
              <a:rPr lang="en-US" sz="1400" b="1" dirty="0">
                <a:solidFill>
                  <a:srgbClr val="4B4A4A"/>
                </a:solidFill>
                <a:latin typeface="Geist" pitchFamily="34" charset="0"/>
                <a:ea typeface="Geist" pitchFamily="34" charset="-122"/>
                <a:cs typeface="Geist" pitchFamily="34" charset="-120"/>
              </a:rPr>
              <a:t>A financial instrument provided by the developer to the society, ensuring the timely completion of the project and safeguarding members' interests against potential delays or defaults.</a:t>
            </a:r>
            <a:endParaRPr lang="en-US" sz="1400" b="1" dirty="0"/>
          </a:p>
        </p:txBody>
      </p:sp>
      <p:sp>
        <p:nvSpPr>
          <p:cNvPr id="59" name="Text 56"/>
          <p:cNvSpPr/>
          <p:nvPr/>
        </p:nvSpPr>
        <p:spPr>
          <a:xfrm>
            <a:off x="475179" y="7558563"/>
            <a:ext cx="13819108" cy="185499"/>
          </a:xfrm>
          <a:prstGeom prst="rect">
            <a:avLst/>
          </a:prstGeom>
          <a:noFill/>
          <a:ln/>
        </p:spPr>
        <p:txBody>
          <a:bodyPr wrap="none" lIns="0" tIns="0" rIns="0" bIns="0" rtlCol="0" anchor="t"/>
          <a:lstStyle/>
          <a:p>
            <a:pPr marL="0" indent="0" algn="l">
              <a:lnSpc>
                <a:spcPts val="1450"/>
              </a:lnSpc>
              <a:buNone/>
            </a:pPr>
            <a:r>
              <a:rPr lang="en-US" sz="1600" b="1" dirty="0">
                <a:solidFill>
                  <a:srgbClr val="4B4A4A"/>
                </a:solidFill>
                <a:latin typeface="Geist" pitchFamily="34" charset="0"/>
                <a:ea typeface="Geist" pitchFamily="34" charset="-122"/>
                <a:cs typeface="Geist" pitchFamily="34" charset="-120"/>
              </a:rPr>
              <a:t>Thorough review and understanding of these documents are paramount for societies to protect their rights and ensure a successful redevelopment.</a:t>
            </a:r>
            <a:endParaRPr lang="en-US" sz="1600" b="1" dirty="0"/>
          </a:p>
        </p:txBody>
      </p:sp>
      <mc:AlternateContent xmlns:mc="http://schemas.openxmlformats.org/markup-compatibility/2006" xmlns:p14="http://schemas.microsoft.com/office/powerpoint/2010/main">
        <mc:Choice Requires="p14">
          <p:contentPart p14:bwMode="auto" r:id="rId4">
            <p14:nvContentPartPr>
              <p14:cNvPr id="60" name="Ink 59">
                <a:extLst>
                  <a:ext uri="{FF2B5EF4-FFF2-40B4-BE49-F238E27FC236}">
                    <a16:creationId xmlns:a16="http://schemas.microsoft.com/office/drawing/2014/main" id="{849735C7-9709-3180-4BEE-249F249407FD}"/>
                  </a:ext>
                </a:extLst>
              </p14:cNvPr>
              <p14:cNvContentPartPr/>
              <p14:nvPr/>
            </p14:nvContentPartPr>
            <p14:xfrm>
              <a:off x="12971469" y="7980840"/>
              <a:ext cx="1482120" cy="171360"/>
            </p14:xfrm>
          </p:contentPart>
        </mc:Choice>
        <mc:Fallback xmlns="">
          <p:pic>
            <p:nvPicPr>
              <p:cNvPr id="60" name="Ink 59">
                <a:extLst>
                  <a:ext uri="{FF2B5EF4-FFF2-40B4-BE49-F238E27FC236}">
                    <a16:creationId xmlns:a16="http://schemas.microsoft.com/office/drawing/2014/main" id="{849735C7-9709-3180-4BEE-249F249407FD}"/>
                  </a:ext>
                </a:extLst>
              </p:cNvPr>
              <p:cNvPicPr/>
              <p:nvPr/>
            </p:nvPicPr>
            <p:blipFill>
              <a:blip r:embed="rId5"/>
              <a:stretch>
                <a:fillRect/>
              </a:stretch>
            </p:blipFill>
            <p:spPr>
              <a:xfrm>
                <a:off x="12908469" y="7917840"/>
                <a:ext cx="160776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1" name="Ink 60">
                <a:extLst>
                  <a:ext uri="{FF2B5EF4-FFF2-40B4-BE49-F238E27FC236}">
                    <a16:creationId xmlns:a16="http://schemas.microsoft.com/office/drawing/2014/main" id="{77B13FC4-3906-9317-3BC8-6215923A0B8B}"/>
                  </a:ext>
                </a:extLst>
              </p14:cNvPr>
              <p14:cNvContentPartPr/>
              <p14:nvPr/>
            </p14:nvContentPartPr>
            <p14:xfrm>
              <a:off x="12930069" y="7810920"/>
              <a:ext cx="1631520" cy="301680"/>
            </p14:xfrm>
          </p:contentPart>
        </mc:Choice>
        <mc:Fallback xmlns="">
          <p:pic>
            <p:nvPicPr>
              <p:cNvPr id="61" name="Ink 60">
                <a:extLst>
                  <a:ext uri="{FF2B5EF4-FFF2-40B4-BE49-F238E27FC236}">
                    <a16:creationId xmlns:a16="http://schemas.microsoft.com/office/drawing/2014/main" id="{77B13FC4-3906-9317-3BC8-6215923A0B8B}"/>
                  </a:ext>
                </a:extLst>
              </p:cNvPr>
              <p:cNvPicPr/>
              <p:nvPr/>
            </p:nvPicPr>
            <p:blipFill>
              <a:blip r:embed="rId7"/>
              <a:stretch>
                <a:fillRect/>
              </a:stretch>
            </p:blipFill>
            <p:spPr>
              <a:xfrm>
                <a:off x="12867429" y="7748280"/>
                <a:ext cx="1757160" cy="427320"/>
              </a:xfrm>
              <a:prstGeom prst="rect">
                <a:avLst/>
              </a:prstGeom>
            </p:spPr>
          </p:pic>
        </mc:Fallback>
      </mc:AlternateContent>
      <p:sp>
        <p:nvSpPr>
          <p:cNvPr id="62" name="TextBox 61">
            <a:extLst>
              <a:ext uri="{FF2B5EF4-FFF2-40B4-BE49-F238E27FC236}">
                <a16:creationId xmlns:a16="http://schemas.microsoft.com/office/drawing/2014/main" id="{E2020DD1-305A-2CAD-4404-576ACD1C955B}"/>
              </a:ext>
            </a:extLst>
          </p:cNvPr>
          <p:cNvSpPr txBox="1"/>
          <p:nvPr/>
        </p:nvSpPr>
        <p:spPr>
          <a:xfrm>
            <a:off x="12292149" y="7836480"/>
            <a:ext cx="3344091"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74558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6747"/>
                </a:solidFill>
                <a:latin typeface="Noto Serif SC Bold" pitchFamily="34" charset="0"/>
                <a:ea typeface="Noto Serif SC Bold" pitchFamily="34" charset="-122"/>
                <a:cs typeface="Noto Serif SC Bold" pitchFamily="34" charset="-120"/>
              </a:rPr>
              <a:t>Conclusion</a:t>
            </a:r>
            <a:endParaRPr lang="en-US" sz="4450" dirty="0"/>
          </a:p>
        </p:txBody>
      </p:sp>
      <p:sp>
        <p:nvSpPr>
          <p:cNvPr id="4" name="Text 1"/>
          <p:cNvSpPr/>
          <p:nvPr/>
        </p:nvSpPr>
        <p:spPr>
          <a:xfrm>
            <a:off x="793790" y="3794522"/>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2000" b="1" dirty="0">
                <a:solidFill>
                  <a:srgbClr val="4B4A4A"/>
                </a:solidFill>
                <a:latin typeface="Geist" pitchFamily="34" charset="0"/>
                <a:ea typeface="Geist" pitchFamily="34" charset="-122"/>
                <a:cs typeface="Geist" pitchFamily="34" charset="-120"/>
              </a:rPr>
              <a:t>Redevelopment is legally intensive</a:t>
            </a:r>
            <a:endParaRPr lang="en-US" sz="2000" b="1" dirty="0"/>
          </a:p>
        </p:txBody>
      </p:sp>
      <p:sp>
        <p:nvSpPr>
          <p:cNvPr id="5" name="Text 2"/>
          <p:cNvSpPr/>
          <p:nvPr/>
        </p:nvSpPr>
        <p:spPr>
          <a:xfrm>
            <a:off x="793790" y="4236720"/>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2000" b="1" dirty="0">
                <a:solidFill>
                  <a:srgbClr val="4B4A4A"/>
                </a:solidFill>
                <a:latin typeface="Geist" pitchFamily="34" charset="0"/>
                <a:ea typeface="Geist" pitchFamily="34" charset="-122"/>
                <a:cs typeface="Geist" pitchFamily="34" charset="-120"/>
              </a:rPr>
              <a:t>Strong documentation &amp; compliance essential</a:t>
            </a:r>
            <a:endParaRPr lang="en-US" sz="2000" b="1" dirty="0"/>
          </a:p>
        </p:txBody>
      </p:sp>
      <p:sp>
        <p:nvSpPr>
          <p:cNvPr id="6" name="Text 3"/>
          <p:cNvSpPr/>
          <p:nvPr/>
        </p:nvSpPr>
        <p:spPr>
          <a:xfrm>
            <a:off x="793790" y="4678918"/>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2000" b="1" dirty="0">
                <a:solidFill>
                  <a:srgbClr val="4B4A4A"/>
                </a:solidFill>
                <a:latin typeface="Geist" pitchFamily="34" charset="0"/>
                <a:ea typeface="Geist" pitchFamily="34" charset="-122"/>
                <a:cs typeface="Geist" pitchFamily="34" charset="-120"/>
              </a:rPr>
              <a:t>Awareness protects societies &amp; tenants</a:t>
            </a:r>
            <a:endParaRPr lang="en-US" sz="2000" b="1" dirty="0"/>
          </a:p>
        </p:txBody>
      </p:sp>
      <p:sp>
        <p:nvSpPr>
          <p:cNvPr id="7" name="Text 4"/>
          <p:cNvSpPr/>
          <p:nvPr/>
        </p:nvSpPr>
        <p:spPr>
          <a:xfrm>
            <a:off x="793790" y="5121116"/>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2000" b="1" dirty="0">
                <a:solidFill>
                  <a:srgbClr val="4B4A4A"/>
                </a:solidFill>
                <a:latin typeface="Geist" pitchFamily="34" charset="0"/>
                <a:ea typeface="Geist" pitchFamily="34" charset="-122"/>
                <a:cs typeface="Geist" pitchFamily="34" charset="-120"/>
              </a:rPr>
              <a:t>Balanced approach ensures success </a:t>
            </a:r>
            <a:endParaRPr lang="en-US" sz="2000" b="1" dirty="0"/>
          </a:p>
        </p:txBody>
      </p:sp>
      <p:sp>
        <p:nvSpPr>
          <p:cNvPr id="8" name="TextBox 7">
            <a:extLst>
              <a:ext uri="{FF2B5EF4-FFF2-40B4-BE49-F238E27FC236}">
                <a16:creationId xmlns:a16="http://schemas.microsoft.com/office/drawing/2014/main" id="{EF389645-D51D-267E-BF9A-D4A396539A3C}"/>
              </a:ext>
            </a:extLst>
          </p:cNvPr>
          <p:cNvSpPr txBox="1"/>
          <p:nvPr/>
        </p:nvSpPr>
        <p:spPr>
          <a:xfrm>
            <a:off x="12070080" y="7720149"/>
            <a:ext cx="2455817"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73273"/>
          </a:xfrm>
          <a:prstGeom prst="rect">
            <a:avLst/>
          </a:prstGeom>
        </p:spPr>
      </p:pic>
      <p:sp>
        <p:nvSpPr>
          <p:cNvPr id="3" name="Text 0"/>
          <p:cNvSpPr/>
          <p:nvPr/>
        </p:nvSpPr>
        <p:spPr>
          <a:xfrm>
            <a:off x="632817" y="2757964"/>
            <a:ext cx="4520565" cy="565071"/>
          </a:xfrm>
          <a:prstGeom prst="rect">
            <a:avLst/>
          </a:prstGeom>
          <a:noFill/>
          <a:ln/>
        </p:spPr>
        <p:txBody>
          <a:bodyPr wrap="none" lIns="0" tIns="0" rIns="0" bIns="0" rtlCol="0" anchor="t"/>
          <a:lstStyle/>
          <a:p>
            <a:pPr marL="0" indent="0" algn="l">
              <a:lnSpc>
                <a:spcPts val="4400"/>
              </a:lnSpc>
              <a:buNone/>
            </a:pPr>
            <a:r>
              <a:rPr lang="en-US" sz="3550" b="1" dirty="0">
                <a:solidFill>
                  <a:srgbClr val="006747"/>
                </a:solidFill>
                <a:latin typeface="Noto Serif SC Bold" pitchFamily="34" charset="0"/>
                <a:ea typeface="Noto Serif SC Bold" pitchFamily="34" charset="-122"/>
                <a:cs typeface="Noto Serif SC Bold" pitchFamily="34" charset="-120"/>
              </a:rPr>
              <a:t>Contact Us</a:t>
            </a:r>
            <a:endParaRPr lang="en-US" sz="3550" dirty="0"/>
          </a:p>
        </p:txBody>
      </p:sp>
      <p:sp>
        <p:nvSpPr>
          <p:cNvPr id="4" name="Text 1"/>
          <p:cNvSpPr/>
          <p:nvPr/>
        </p:nvSpPr>
        <p:spPr>
          <a:xfrm>
            <a:off x="632817" y="3594259"/>
            <a:ext cx="13364766" cy="289322"/>
          </a:xfrm>
          <a:prstGeom prst="rect">
            <a:avLst/>
          </a:prstGeom>
          <a:noFill/>
          <a:ln/>
        </p:spPr>
        <p:txBody>
          <a:bodyPr wrap="none" lIns="0" tIns="0" rIns="0" bIns="0" rtlCol="0" anchor="t"/>
          <a:lstStyle/>
          <a:p>
            <a:pPr marL="0" indent="0" algn="l">
              <a:lnSpc>
                <a:spcPts val="2250"/>
              </a:lnSpc>
              <a:buNone/>
            </a:pPr>
            <a:r>
              <a:rPr lang="en-US" b="1" dirty="0">
                <a:solidFill>
                  <a:srgbClr val="4B4A4A"/>
                </a:solidFill>
                <a:latin typeface="Geist" pitchFamily="34" charset="0"/>
                <a:ea typeface="Geist" pitchFamily="34" charset="-122"/>
                <a:cs typeface="Geist" pitchFamily="34" charset="-120"/>
              </a:rPr>
              <a:t>For expert legal guidance on property redevelopment in Mumbai, please reach out to our team:</a:t>
            </a:r>
            <a:endParaRPr lang="en-US" b="1" dirty="0"/>
          </a:p>
        </p:txBody>
      </p:sp>
      <p:sp>
        <p:nvSpPr>
          <p:cNvPr id="5" name="Shape 2"/>
          <p:cNvSpPr/>
          <p:nvPr/>
        </p:nvSpPr>
        <p:spPr>
          <a:xfrm>
            <a:off x="632817" y="4086939"/>
            <a:ext cx="6592014" cy="3644979"/>
          </a:xfrm>
          <a:prstGeom prst="roundRect">
            <a:avLst>
              <a:gd name="adj" fmla="val 4465"/>
            </a:avLst>
          </a:prstGeom>
          <a:solidFill>
            <a:srgbClr val="D1EFE4"/>
          </a:solidFill>
          <a:ln w="7620">
            <a:solidFill>
              <a:srgbClr val="B7D5CA"/>
            </a:solidFill>
            <a:prstDash val="solid"/>
          </a:ln>
        </p:spPr>
        <p:txBody>
          <a:bodyPr/>
          <a:lstStyle/>
          <a:p>
            <a:endParaRPr lang="en-IN"/>
          </a:p>
        </p:txBody>
      </p:sp>
      <p:sp>
        <p:nvSpPr>
          <p:cNvPr id="6" name="Text 3"/>
          <p:cNvSpPr/>
          <p:nvPr/>
        </p:nvSpPr>
        <p:spPr>
          <a:xfrm>
            <a:off x="821174" y="4275296"/>
            <a:ext cx="2718197" cy="338971"/>
          </a:xfrm>
          <a:prstGeom prst="rect">
            <a:avLst/>
          </a:prstGeom>
          <a:noFill/>
          <a:ln/>
        </p:spPr>
        <p:txBody>
          <a:bodyPr wrap="none" lIns="0" tIns="0" rIns="0" bIns="0" rtlCol="0" anchor="t"/>
          <a:lstStyle/>
          <a:p>
            <a:pPr marL="0" indent="0" algn="l">
              <a:lnSpc>
                <a:spcPts val="2650"/>
              </a:lnSpc>
              <a:buNone/>
            </a:pPr>
            <a:r>
              <a:rPr lang="en-US" sz="2400" b="1" dirty="0">
                <a:solidFill>
                  <a:srgbClr val="4B4A4A"/>
                </a:solidFill>
                <a:latin typeface="Noto Serif SC Bold" pitchFamily="34" charset="0"/>
                <a:ea typeface="Noto Serif SC Bold" pitchFamily="34" charset="-122"/>
                <a:cs typeface="Noto Serif SC Bold" pitchFamily="34" charset="-120"/>
              </a:rPr>
              <a:t>Our Office Location</a:t>
            </a:r>
            <a:endParaRPr lang="en-US" sz="2400" dirty="0"/>
          </a:p>
        </p:txBody>
      </p:sp>
      <p:sp>
        <p:nvSpPr>
          <p:cNvPr id="7" name="Text 4"/>
          <p:cNvSpPr/>
          <p:nvPr/>
        </p:nvSpPr>
        <p:spPr>
          <a:xfrm>
            <a:off x="821174" y="4722733"/>
            <a:ext cx="6215301" cy="1446609"/>
          </a:xfrm>
          <a:prstGeom prst="rect">
            <a:avLst/>
          </a:prstGeom>
          <a:noFill/>
          <a:ln/>
        </p:spPr>
        <p:txBody>
          <a:bodyPr wrap="square" lIns="0" tIns="0" rIns="0" bIns="0" rtlCol="0" anchor="t"/>
          <a:lstStyle/>
          <a:p>
            <a:pPr marL="0" indent="0" algn="l">
              <a:lnSpc>
                <a:spcPts val="2250"/>
              </a:lnSpc>
              <a:buNone/>
            </a:pPr>
            <a:r>
              <a:rPr lang="en-US" sz="2000" b="1" dirty="0">
                <a:solidFill>
                  <a:schemeClr val="accent6">
                    <a:lumMod val="75000"/>
                  </a:schemeClr>
                </a:solidFill>
                <a:latin typeface="Geist" pitchFamily="34" charset="0"/>
                <a:ea typeface="Geist" pitchFamily="34" charset="-122"/>
                <a:cs typeface="Geist" pitchFamily="34" charset="-120"/>
              </a:rPr>
              <a:t>Pereira &amp; Associates, Advocates &amp; Notary</a:t>
            </a:r>
          </a:p>
          <a:p>
            <a:pPr marL="0" indent="0" algn="l">
              <a:lnSpc>
                <a:spcPts val="2250"/>
              </a:lnSpc>
              <a:buNone/>
            </a:pPr>
            <a:r>
              <a:rPr lang="en-US" sz="2000" b="1" dirty="0">
                <a:solidFill>
                  <a:srgbClr val="4B4A4A"/>
                </a:solidFill>
                <a:latin typeface="Geist" pitchFamily="34" charset="0"/>
                <a:ea typeface="Geist" pitchFamily="34" charset="-122"/>
                <a:cs typeface="Geist" pitchFamily="34" charset="-120"/>
              </a:rPr>
              <a:t> </a:t>
            </a:r>
          </a:p>
          <a:p>
            <a:pPr marL="0" indent="0" algn="l">
              <a:lnSpc>
                <a:spcPts val="2250"/>
              </a:lnSpc>
              <a:buNone/>
            </a:pPr>
            <a:r>
              <a:rPr lang="en-US" sz="2000" b="1" dirty="0">
                <a:solidFill>
                  <a:srgbClr val="4B4A4A"/>
                </a:solidFill>
                <a:latin typeface="Geist" pitchFamily="34" charset="0"/>
                <a:ea typeface="Geist" pitchFamily="34" charset="-122"/>
                <a:cs typeface="Geist" pitchFamily="34" charset="-120"/>
              </a:rPr>
              <a:t>Office: 604, 6th Floor, Pooja Apartments,</a:t>
            </a:r>
            <a:endParaRPr lang="en-US" sz="2000" b="1" dirty="0"/>
          </a:p>
          <a:p>
            <a:pPr marL="0" indent="0" algn="l">
              <a:lnSpc>
                <a:spcPts val="2250"/>
              </a:lnSpc>
              <a:buNone/>
            </a:pPr>
            <a:r>
              <a:rPr lang="en-US" sz="2000" b="1" dirty="0">
                <a:solidFill>
                  <a:srgbClr val="4B4A4A"/>
                </a:solidFill>
                <a:latin typeface="Geist" pitchFamily="34" charset="0"/>
                <a:ea typeface="Geist" pitchFamily="34" charset="-122"/>
                <a:cs typeface="Geist" pitchFamily="34" charset="-120"/>
              </a:rPr>
              <a:t>Behind Parsee Agyari, Chinchpokli Road,</a:t>
            </a:r>
            <a:endParaRPr lang="en-US" sz="2000" b="1" dirty="0"/>
          </a:p>
          <a:p>
            <a:pPr marL="0" indent="0" algn="l">
              <a:lnSpc>
                <a:spcPts val="2250"/>
              </a:lnSpc>
              <a:buNone/>
            </a:pPr>
            <a:r>
              <a:rPr lang="en-US" sz="2000" b="1" dirty="0">
                <a:solidFill>
                  <a:srgbClr val="4B4A4A"/>
                </a:solidFill>
                <a:latin typeface="Geist" pitchFamily="34" charset="0"/>
                <a:ea typeface="Geist" pitchFamily="34" charset="-122"/>
                <a:cs typeface="Geist" pitchFamily="34" charset="-120"/>
              </a:rPr>
              <a:t>Off. Hill Road, Bandra West,</a:t>
            </a:r>
            <a:endParaRPr lang="en-US" sz="2000" b="1" dirty="0"/>
          </a:p>
          <a:p>
            <a:pPr marL="0" indent="0" algn="l">
              <a:lnSpc>
                <a:spcPts val="2250"/>
              </a:lnSpc>
              <a:buNone/>
            </a:pPr>
            <a:r>
              <a:rPr lang="en-US" sz="2000" b="1" dirty="0">
                <a:solidFill>
                  <a:srgbClr val="4B4A4A"/>
                </a:solidFill>
                <a:latin typeface="Geist" pitchFamily="34" charset="0"/>
                <a:ea typeface="Geist" pitchFamily="34" charset="-122"/>
                <a:cs typeface="Geist" pitchFamily="34" charset="-120"/>
              </a:rPr>
              <a:t>Mumbai 400050, India</a:t>
            </a:r>
            <a:endParaRPr lang="en-US" sz="2000" b="1" dirty="0"/>
          </a:p>
        </p:txBody>
      </p:sp>
      <p:sp>
        <p:nvSpPr>
          <p:cNvPr id="8" name="Shape 5"/>
          <p:cNvSpPr/>
          <p:nvPr/>
        </p:nvSpPr>
        <p:spPr>
          <a:xfrm>
            <a:off x="7405568" y="4086939"/>
            <a:ext cx="6592014" cy="3644979"/>
          </a:xfrm>
          <a:prstGeom prst="roundRect">
            <a:avLst>
              <a:gd name="adj" fmla="val 4465"/>
            </a:avLst>
          </a:prstGeom>
          <a:solidFill>
            <a:srgbClr val="D1EFE4"/>
          </a:solidFill>
          <a:ln w="7620">
            <a:solidFill>
              <a:srgbClr val="B7D5CA"/>
            </a:solidFill>
            <a:prstDash val="solid"/>
          </a:ln>
        </p:spPr>
        <p:txBody>
          <a:bodyPr/>
          <a:lstStyle/>
          <a:p>
            <a:endParaRPr lang="en-IN"/>
          </a:p>
        </p:txBody>
      </p:sp>
      <p:sp>
        <p:nvSpPr>
          <p:cNvPr id="9" name="Text 6"/>
          <p:cNvSpPr/>
          <p:nvPr/>
        </p:nvSpPr>
        <p:spPr>
          <a:xfrm>
            <a:off x="7593925" y="4275296"/>
            <a:ext cx="2712244" cy="338971"/>
          </a:xfrm>
          <a:prstGeom prst="rect">
            <a:avLst/>
          </a:prstGeom>
          <a:noFill/>
          <a:ln/>
        </p:spPr>
        <p:txBody>
          <a:bodyPr wrap="none" lIns="0" tIns="0" rIns="0" bIns="0" rtlCol="0" anchor="t"/>
          <a:lstStyle/>
          <a:p>
            <a:pPr marL="0" indent="0" algn="l">
              <a:lnSpc>
                <a:spcPts val="2650"/>
              </a:lnSpc>
              <a:buNone/>
            </a:pPr>
            <a:r>
              <a:rPr lang="en-US" sz="2400" b="1" dirty="0">
                <a:solidFill>
                  <a:srgbClr val="4B4A4A"/>
                </a:solidFill>
                <a:latin typeface="Noto Serif SC Bold" pitchFamily="34" charset="0"/>
                <a:ea typeface="Noto Serif SC Bold" pitchFamily="34" charset="-122"/>
                <a:cs typeface="Noto Serif SC Bold" pitchFamily="34" charset="-120"/>
              </a:rPr>
              <a:t>Get in Touch</a:t>
            </a:r>
            <a:endParaRPr lang="en-US" sz="2400" dirty="0"/>
          </a:p>
        </p:txBody>
      </p:sp>
      <p:sp>
        <p:nvSpPr>
          <p:cNvPr id="10" name="Text 7"/>
          <p:cNvSpPr/>
          <p:nvPr/>
        </p:nvSpPr>
        <p:spPr>
          <a:xfrm>
            <a:off x="7593925" y="4722733"/>
            <a:ext cx="6215301" cy="867966"/>
          </a:xfrm>
          <a:prstGeom prst="rect">
            <a:avLst/>
          </a:prstGeom>
          <a:noFill/>
          <a:ln/>
        </p:spPr>
        <p:txBody>
          <a:bodyPr wrap="square" lIns="0" tIns="0" rIns="0" bIns="0" rtlCol="0" anchor="t"/>
          <a:lstStyle/>
          <a:p>
            <a:pPr marL="0" indent="0" algn="l">
              <a:lnSpc>
                <a:spcPts val="2250"/>
              </a:lnSpc>
              <a:buNone/>
            </a:pPr>
            <a:r>
              <a:rPr lang="en-US" b="1" dirty="0">
                <a:solidFill>
                  <a:srgbClr val="4B4A4A"/>
                </a:solidFill>
                <a:latin typeface="Geist" pitchFamily="34" charset="0"/>
                <a:ea typeface="Geist" pitchFamily="34" charset="-122"/>
                <a:cs typeface="Geist" pitchFamily="34" charset="-120"/>
              </a:rPr>
              <a:t>Adv. Darryl Pereira</a:t>
            </a:r>
          </a:p>
          <a:p>
            <a:pPr marL="0" indent="0" algn="l">
              <a:lnSpc>
                <a:spcPts val="2250"/>
              </a:lnSpc>
              <a:buNone/>
            </a:pPr>
            <a:r>
              <a:rPr lang="en-US" b="1" dirty="0">
                <a:solidFill>
                  <a:srgbClr val="4B4A4A"/>
                </a:solidFill>
                <a:latin typeface="Geist" pitchFamily="34" charset="0"/>
                <a:ea typeface="Geist" pitchFamily="34" charset="-122"/>
                <a:cs typeface="Geist" pitchFamily="34" charset="-120"/>
              </a:rPr>
              <a:t>Email: </a:t>
            </a:r>
            <a:r>
              <a:rPr lang="en-US" b="1" u="sng" dirty="0">
                <a:solidFill>
                  <a:srgbClr val="006747"/>
                </a:solidFill>
                <a:latin typeface="Geist" pitchFamily="34" charset="0"/>
                <a:ea typeface="Geist" pitchFamily="34" charset="-122"/>
                <a:cs typeface="Geist" pitchFamily="34" charset="-120"/>
                <a:hlinkClick r:id="rId4">
                  <a:extLst>
                    <a:ext uri="{A12FA001-AC4F-418D-AE19-62706E023703}">
                      <ahyp:hlinkClr xmlns:ahyp="http://schemas.microsoft.com/office/drawing/2018/hyperlinkcolor" val="tx"/>
                    </a:ext>
                  </a:extLst>
                </a:hlinkClick>
              </a:rPr>
              <a:t>darrylpereira@yahoo.com</a:t>
            </a:r>
            <a:endParaRPr lang="en-US" b="1" u="sng" dirty="0">
              <a:solidFill>
                <a:srgbClr val="006747"/>
              </a:solidFill>
              <a:latin typeface="Geist" pitchFamily="34" charset="0"/>
              <a:ea typeface="Geist" pitchFamily="34" charset="-122"/>
              <a:cs typeface="Geist" pitchFamily="34" charset="-120"/>
            </a:endParaRPr>
          </a:p>
          <a:p>
            <a:pPr marL="0" indent="0" algn="l">
              <a:lnSpc>
                <a:spcPts val="2250"/>
              </a:lnSpc>
              <a:buNone/>
            </a:pPr>
            <a:r>
              <a:rPr lang="en-US" b="1" dirty="0">
                <a:solidFill>
                  <a:srgbClr val="4B4A4A"/>
                </a:solidFill>
                <a:latin typeface="Geist" pitchFamily="34" charset="0"/>
                <a:ea typeface="Geist" pitchFamily="34" charset="-122"/>
                <a:cs typeface="Geist" pitchFamily="34" charset="-120"/>
              </a:rPr>
              <a:t>Mobile: +91 9167734342</a:t>
            </a:r>
            <a:endParaRPr lang="en-US" b="1" dirty="0"/>
          </a:p>
        </p:txBody>
      </p:sp>
      <p:sp>
        <p:nvSpPr>
          <p:cNvPr id="11" name="Text 8"/>
          <p:cNvSpPr/>
          <p:nvPr/>
        </p:nvSpPr>
        <p:spPr>
          <a:xfrm>
            <a:off x="7593925" y="5699165"/>
            <a:ext cx="6215301" cy="867966"/>
          </a:xfrm>
          <a:prstGeom prst="rect">
            <a:avLst/>
          </a:prstGeom>
          <a:noFill/>
          <a:ln/>
        </p:spPr>
        <p:txBody>
          <a:bodyPr wrap="square" lIns="0" tIns="0" rIns="0" bIns="0" rtlCol="0" anchor="t"/>
          <a:lstStyle/>
          <a:p>
            <a:pPr marL="0" indent="0" algn="l">
              <a:lnSpc>
                <a:spcPts val="2250"/>
              </a:lnSpc>
              <a:buNone/>
            </a:pPr>
            <a:r>
              <a:rPr lang="en-US" b="1" dirty="0">
                <a:solidFill>
                  <a:srgbClr val="4B4A4A"/>
                </a:solidFill>
                <a:latin typeface="Geist" pitchFamily="34" charset="0"/>
                <a:ea typeface="Geist" pitchFamily="34" charset="-122"/>
                <a:cs typeface="Geist" pitchFamily="34" charset="-120"/>
              </a:rPr>
              <a:t>Adv. Natasha Kasad</a:t>
            </a:r>
          </a:p>
          <a:p>
            <a:pPr marL="0" indent="0" algn="l">
              <a:lnSpc>
                <a:spcPts val="2250"/>
              </a:lnSpc>
              <a:buNone/>
            </a:pPr>
            <a:r>
              <a:rPr lang="en-US" b="1" dirty="0">
                <a:solidFill>
                  <a:srgbClr val="4B4A4A"/>
                </a:solidFill>
                <a:latin typeface="Geist" pitchFamily="34" charset="0"/>
                <a:ea typeface="Geist" pitchFamily="34" charset="-122"/>
                <a:cs typeface="Geist" pitchFamily="34" charset="-120"/>
              </a:rPr>
              <a:t>Email: </a:t>
            </a:r>
            <a:r>
              <a:rPr lang="en-US" b="1" u="sng" dirty="0">
                <a:solidFill>
                  <a:srgbClr val="006747"/>
                </a:solidFill>
                <a:latin typeface="Geist" pitchFamily="34" charset="0"/>
                <a:ea typeface="Geist" pitchFamily="34" charset="-122"/>
                <a:cs typeface="Geist" pitchFamily="34" charset="-120"/>
                <a:hlinkClick r:id="rId5">
                  <a:extLst>
                    <a:ext uri="{A12FA001-AC4F-418D-AE19-62706E023703}">
                      <ahyp:hlinkClr xmlns:ahyp="http://schemas.microsoft.com/office/drawing/2018/hyperlinkcolor" val="tx"/>
                    </a:ext>
                  </a:extLst>
                </a:hlinkClick>
              </a:rPr>
              <a:t>pereiraassociates604@gmail.com</a:t>
            </a:r>
            <a:endParaRPr lang="en-US" b="1" u="sng" dirty="0">
              <a:solidFill>
                <a:srgbClr val="006747"/>
              </a:solidFill>
              <a:latin typeface="Geist" pitchFamily="34" charset="0"/>
              <a:ea typeface="Geist" pitchFamily="34" charset="-122"/>
              <a:cs typeface="Geist" pitchFamily="34" charset="-120"/>
            </a:endParaRPr>
          </a:p>
          <a:p>
            <a:pPr marL="0" indent="0" algn="l">
              <a:lnSpc>
                <a:spcPts val="2250"/>
              </a:lnSpc>
              <a:buNone/>
            </a:pPr>
            <a:r>
              <a:rPr lang="en-US" b="1" dirty="0">
                <a:solidFill>
                  <a:srgbClr val="4B4A4A"/>
                </a:solidFill>
                <a:latin typeface="Geist" pitchFamily="34" charset="0"/>
                <a:ea typeface="Geist" pitchFamily="34" charset="-122"/>
                <a:cs typeface="Geist" pitchFamily="34" charset="-120"/>
              </a:rPr>
              <a:t>Mobile: +91 9769302381</a:t>
            </a:r>
            <a:endParaRPr lang="en-US" b="1" dirty="0"/>
          </a:p>
        </p:txBody>
      </p:sp>
      <p:sp>
        <p:nvSpPr>
          <p:cNvPr id="12" name="Text 9"/>
          <p:cNvSpPr/>
          <p:nvPr/>
        </p:nvSpPr>
        <p:spPr>
          <a:xfrm>
            <a:off x="7593925" y="6675596"/>
            <a:ext cx="6215301" cy="867966"/>
          </a:xfrm>
          <a:prstGeom prst="rect">
            <a:avLst/>
          </a:prstGeom>
          <a:noFill/>
          <a:ln/>
        </p:spPr>
        <p:txBody>
          <a:bodyPr wrap="square" lIns="0" tIns="0" rIns="0" bIns="0" rtlCol="0" anchor="t"/>
          <a:lstStyle/>
          <a:p>
            <a:pPr marL="0" indent="0" algn="l">
              <a:lnSpc>
                <a:spcPts val="2250"/>
              </a:lnSpc>
              <a:buNone/>
            </a:pPr>
            <a:r>
              <a:rPr lang="en-US" b="1" dirty="0">
                <a:solidFill>
                  <a:srgbClr val="4B4A4A"/>
                </a:solidFill>
                <a:latin typeface="Geist" pitchFamily="34" charset="0"/>
                <a:ea typeface="Geist" pitchFamily="34" charset="-122"/>
                <a:cs typeface="Geist" pitchFamily="34" charset="-120"/>
              </a:rPr>
              <a:t>Adv. Beverly Fernandes</a:t>
            </a:r>
          </a:p>
          <a:p>
            <a:pPr marL="0" indent="0" algn="l">
              <a:lnSpc>
                <a:spcPts val="2250"/>
              </a:lnSpc>
              <a:buNone/>
            </a:pPr>
            <a:r>
              <a:rPr lang="en-US" b="1" dirty="0">
                <a:solidFill>
                  <a:srgbClr val="4B4A4A"/>
                </a:solidFill>
                <a:latin typeface="Geist" pitchFamily="34" charset="0"/>
                <a:ea typeface="Geist" pitchFamily="34" charset="-122"/>
                <a:cs typeface="Geist" pitchFamily="34" charset="-120"/>
              </a:rPr>
              <a:t>Email: </a:t>
            </a:r>
            <a:r>
              <a:rPr lang="en-US" b="1" u="sng" dirty="0">
                <a:solidFill>
                  <a:srgbClr val="006747"/>
                </a:solidFill>
                <a:latin typeface="Geist" pitchFamily="34" charset="0"/>
                <a:ea typeface="Geist" pitchFamily="34" charset="-122"/>
                <a:cs typeface="Geist" pitchFamily="34" charset="-120"/>
                <a:hlinkClick r:id="rId5">
                  <a:extLst>
                    <a:ext uri="{A12FA001-AC4F-418D-AE19-62706E023703}">
                      <ahyp:hlinkClr xmlns:ahyp="http://schemas.microsoft.com/office/drawing/2018/hyperlinkcolor" val="tx"/>
                    </a:ext>
                  </a:extLst>
                </a:hlinkClick>
              </a:rPr>
              <a:t>pereiraassociates604@gmail.com</a:t>
            </a:r>
            <a:endParaRPr lang="en-US" b="1" u="sng" dirty="0">
              <a:solidFill>
                <a:srgbClr val="006747"/>
              </a:solidFill>
              <a:latin typeface="Geist" pitchFamily="34" charset="0"/>
              <a:ea typeface="Geist" pitchFamily="34" charset="-122"/>
              <a:cs typeface="Geist" pitchFamily="34" charset="-120"/>
            </a:endParaRPr>
          </a:p>
          <a:p>
            <a:pPr marL="0" indent="0" algn="l">
              <a:lnSpc>
                <a:spcPts val="2250"/>
              </a:lnSpc>
              <a:buNone/>
            </a:pPr>
            <a:r>
              <a:rPr lang="en-US" b="1" dirty="0">
                <a:solidFill>
                  <a:srgbClr val="4B4A4A"/>
                </a:solidFill>
                <a:latin typeface="Geist" pitchFamily="34" charset="0"/>
                <a:ea typeface="Geist" pitchFamily="34" charset="-122"/>
                <a:cs typeface="Geist" pitchFamily="34" charset="-120"/>
              </a:rPr>
              <a:t>Mobile: +91 9920844503</a:t>
            </a:r>
            <a:endParaRPr lang="en-US" b="1" dirty="0"/>
          </a:p>
        </p:txBody>
      </p:sp>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3CF6C435-A966-F6E6-7D6D-7AFAD1D84C43}"/>
                  </a:ext>
                </a:extLst>
              </p14:cNvPr>
              <p14:cNvContentPartPr/>
              <p14:nvPr/>
            </p14:nvContentPartPr>
            <p14:xfrm>
              <a:off x="12918909" y="7823880"/>
              <a:ext cx="1599840" cy="289440"/>
            </p14:xfrm>
          </p:contentPart>
        </mc:Choice>
        <mc:Fallback xmlns="">
          <p:pic>
            <p:nvPicPr>
              <p:cNvPr id="14" name="Ink 13">
                <a:extLst>
                  <a:ext uri="{FF2B5EF4-FFF2-40B4-BE49-F238E27FC236}">
                    <a16:creationId xmlns:a16="http://schemas.microsoft.com/office/drawing/2014/main" id="{3CF6C435-A966-F6E6-7D6D-7AFAD1D84C43}"/>
                  </a:ext>
                </a:extLst>
              </p:cNvPr>
              <p:cNvPicPr/>
              <p:nvPr/>
            </p:nvPicPr>
            <p:blipFill>
              <a:blip r:embed="rId7"/>
              <a:stretch>
                <a:fillRect/>
              </a:stretch>
            </p:blipFill>
            <p:spPr>
              <a:xfrm>
                <a:off x="12855909" y="7760880"/>
                <a:ext cx="1725480" cy="415080"/>
              </a:xfrm>
              <a:prstGeom prst="rect">
                <a:avLst/>
              </a:prstGeom>
            </p:spPr>
          </p:pic>
        </mc:Fallback>
      </mc:AlternateContent>
      <p:sp>
        <p:nvSpPr>
          <p:cNvPr id="15" name="TextBox 14">
            <a:extLst>
              <a:ext uri="{FF2B5EF4-FFF2-40B4-BE49-F238E27FC236}">
                <a16:creationId xmlns:a16="http://schemas.microsoft.com/office/drawing/2014/main" id="{94CDB9EC-DD37-58D2-A80F-F6007FBCD74A}"/>
              </a:ext>
            </a:extLst>
          </p:cNvPr>
          <p:cNvSpPr txBox="1"/>
          <p:nvPr/>
        </p:nvSpPr>
        <p:spPr>
          <a:xfrm>
            <a:off x="12187646" y="7840383"/>
            <a:ext cx="2788303"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319" y="359331"/>
            <a:ext cx="9800273" cy="1224915"/>
          </a:xfrm>
          <a:prstGeom prst="rect">
            <a:avLst/>
          </a:prstGeom>
          <a:noFill/>
          <a:ln/>
        </p:spPr>
        <p:txBody>
          <a:bodyPr wrap="none" lIns="0" tIns="0" rIns="0" bIns="0" rtlCol="0" anchor="t"/>
          <a:lstStyle/>
          <a:p>
            <a:pPr marL="0" indent="0" algn="l">
              <a:lnSpc>
                <a:spcPts val="9600"/>
              </a:lnSpc>
              <a:buNone/>
            </a:pPr>
            <a:r>
              <a:rPr lang="en-US" sz="7700" b="1" dirty="0">
                <a:solidFill>
                  <a:srgbClr val="006747"/>
                </a:solidFill>
                <a:latin typeface="Noto Serif SC Bold" pitchFamily="34" charset="0"/>
                <a:ea typeface="Noto Serif SC Bold" pitchFamily="34" charset="-122"/>
                <a:cs typeface="Noto Serif SC Bold" pitchFamily="34" charset="-120"/>
              </a:rPr>
              <a:t>Thank You</a:t>
            </a:r>
            <a:endParaRPr lang="en-US" sz="7700" dirty="0"/>
          </a:p>
        </p:txBody>
      </p:sp>
      <p:sp>
        <p:nvSpPr>
          <p:cNvPr id="3" name="Text 1"/>
          <p:cNvSpPr/>
          <p:nvPr/>
        </p:nvSpPr>
        <p:spPr>
          <a:xfrm>
            <a:off x="457319" y="1845469"/>
            <a:ext cx="13715762" cy="208955"/>
          </a:xfrm>
          <a:prstGeom prst="rect">
            <a:avLst/>
          </a:prstGeom>
          <a:noFill/>
          <a:ln/>
        </p:spPr>
        <p:txBody>
          <a:bodyPr wrap="none" lIns="0" tIns="0" rIns="0" bIns="0" rtlCol="0" anchor="t"/>
          <a:lstStyle/>
          <a:p>
            <a:pPr marL="0" indent="0" algn="l">
              <a:lnSpc>
                <a:spcPts val="1600"/>
              </a:lnSpc>
              <a:buNone/>
            </a:pPr>
            <a:r>
              <a:rPr lang="en-US" sz="1200" b="1" dirty="0">
                <a:solidFill>
                  <a:srgbClr val="4B4A4A"/>
                </a:solidFill>
                <a:latin typeface="Geist" pitchFamily="34" charset="0"/>
                <a:ea typeface="Geist" pitchFamily="34" charset="-122"/>
                <a:cs typeface="Geist" pitchFamily="34" charset="-120"/>
              </a:rPr>
              <a:t>We appreciate your time and interest in understanding the complexities of Mumbai's redevelopment landscape. Please feel free to reach out with any further questions or for expert guidance.</a:t>
            </a:r>
            <a:endParaRPr lang="en-US" sz="1200" b="1" dirty="0"/>
          </a:p>
        </p:txBody>
      </p:sp>
      <p:pic>
        <p:nvPicPr>
          <p:cNvPr id="4" name="Image 0" descr="preencoded.png"/>
          <p:cNvPicPr>
            <a:picLocks noChangeAspect="1"/>
          </p:cNvPicPr>
          <p:nvPr/>
        </p:nvPicPr>
        <p:blipFill>
          <a:blip r:embed="rId3"/>
          <a:stretch>
            <a:fillRect/>
          </a:stretch>
        </p:blipFill>
        <p:spPr>
          <a:xfrm>
            <a:off x="914399" y="2201348"/>
            <a:ext cx="10284891" cy="5735764"/>
          </a:xfrm>
          <a:prstGeom prst="rect">
            <a:avLst/>
          </a:prstGeom>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5B41F86A-8029-7EC5-1419-623C64219742}"/>
                  </a:ext>
                </a:extLst>
              </p14:cNvPr>
              <p14:cNvContentPartPr/>
              <p14:nvPr/>
            </p14:nvContentPartPr>
            <p14:xfrm>
              <a:off x="12971109" y="7928640"/>
              <a:ext cx="1451160" cy="720"/>
            </p14:xfrm>
          </p:contentPart>
        </mc:Choice>
        <mc:Fallback xmlns="">
          <p:pic>
            <p:nvPicPr>
              <p:cNvPr id="6" name="Ink 5">
                <a:extLst>
                  <a:ext uri="{FF2B5EF4-FFF2-40B4-BE49-F238E27FC236}">
                    <a16:creationId xmlns:a16="http://schemas.microsoft.com/office/drawing/2014/main" id="{5B41F86A-8029-7EC5-1419-623C64219742}"/>
                  </a:ext>
                </a:extLst>
              </p:cNvPr>
              <p:cNvPicPr/>
              <p:nvPr/>
            </p:nvPicPr>
            <p:blipFill>
              <a:blip r:embed="rId5"/>
              <a:stretch>
                <a:fillRect/>
              </a:stretch>
            </p:blipFill>
            <p:spPr>
              <a:xfrm>
                <a:off x="12908469" y="7802640"/>
                <a:ext cx="1576800" cy="252000"/>
              </a:xfrm>
              <a:prstGeom prst="rect">
                <a:avLst/>
              </a:prstGeom>
            </p:spPr>
          </p:pic>
        </mc:Fallback>
      </mc:AlternateContent>
      <p:grpSp>
        <p:nvGrpSpPr>
          <p:cNvPr id="9" name="Group 8">
            <a:extLst>
              <a:ext uri="{FF2B5EF4-FFF2-40B4-BE49-F238E27FC236}">
                <a16:creationId xmlns:a16="http://schemas.microsoft.com/office/drawing/2014/main" id="{5E3AE4FC-509C-5FAD-5FAA-14A35D76858B}"/>
              </a:ext>
            </a:extLst>
          </p:cNvPr>
          <p:cNvGrpSpPr/>
          <p:nvPr/>
        </p:nvGrpSpPr>
        <p:grpSpPr>
          <a:xfrm>
            <a:off x="12932229" y="7824240"/>
            <a:ext cx="1554120" cy="125640"/>
            <a:chOff x="12932229" y="7824240"/>
            <a:chExt cx="1554120" cy="12564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D448B6B-3435-1F25-C55D-8E6C81E69F09}"/>
                    </a:ext>
                  </a:extLst>
                </p14:cNvPr>
                <p14:cNvContentPartPr/>
                <p14:nvPr/>
              </p14:nvContentPartPr>
              <p14:xfrm>
                <a:off x="13089189" y="7824240"/>
                <a:ext cx="1397160" cy="53640"/>
              </p14:xfrm>
            </p:contentPart>
          </mc:Choice>
          <mc:Fallback xmlns="">
            <p:pic>
              <p:nvPicPr>
                <p:cNvPr id="7" name="Ink 6">
                  <a:extLst>
                    <a:ext uri="{FF2B5EF4-FFF2-40B4-BE49-F238E27FC236}">
                      <a16:creationId xmlns:a16="http://schemas.microsoft.com/office/drawing/2014/main" id="{DD448B6B-3435-1F25-C55D-8E6C81E69F09}"/>
                    </a:ext>
                  </a:extLst>
                </p:cNvPr>
                <p:cNvPicPr/>
                <p:nvPr/>
              </p:nvPicPr>
              <p:blipFill>
                <a:blip r:embed="rId7"/>
                <a:stretch>
                  <a:fillRect/>
                </a:stretch>
              </p:blipFill>
              <p:spPr>
                <a:xfrm>
                  <a:off x="13026189" y="7761240"/>
                  <a:ext cx="152280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0538E518-8DC5-561D-971E-D44E6B34D9DD}"/>
                    </a:ext>
                  </a:extLst>
                </p14:cNvPr>
                <p14:cNvContentPartPr/>
                <p14:nvPr/>
              </p14:nvContentPartPr>
              <p14:xfrm>
                <a:off x="12932229" y="7876080"/>
                <a:ext cx="444240" cy="73800"/>
              </p14:xfrm>
            </p:contentPart>
          </mc:Choice>
          <mc:Fallback xmlns="">
            <p:pic>
              <p:nvPicPr>
                <p:cNvPr id="8" name="Ink 7">
                  <a:extLst>
                    <a:ext uri="{FF2B5EF4-FFF2-40B4-BE49-F238E27FC236}">
                      <a16:creationId xmlns:a16="http://schemas.microsoft.com/office/drawing/2014/main" id="{0538E518-8DC5-561D-971E-D44E6B34D9DD}"/>
                    </a:ext>
                  </a:extLst>
                </p:cNvPr>
                <p:cNvPicPr/>
                <p:nvPr/>
              </p:nvPicPr>
              <p:blipFill>
                <a:blip r:embed="rId9"/>
                <a:stretch>
                  <a:fillRect/>
                </a:stretch>
              </p:blipFill>
              <p:spPr>
                <a:xfrm>
                  <a:off x="12869229" y="7813080"/>
                  <a:ext cx="569880" cy="19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A2A27EDE-1471-15D7-A976-F098B86C0B59}"/>
                  </a:ext>
                </a:extLst>
              </p14:cNvPr>
              <p14:cNvContentPartPr/>
              <p14:nvPr/>
            </p14:nvContentPartPr>
            <p14:xfrm>
              <a:off x="12918909" y="7993440"/>
              <a:ext cx="1520280" cy="145800"/>
            </p14:xfrm>
          </p:contentPart>
        </mc:Choice>
        <mc:Fallback xmlns="">
          <p:pic>
            <p:nvPicPr>
              <p:cNvPr id="10" name="Ink 9">
                <a:extLst>
                  <a:ext uri="{FF2B5EF4-FFF2-40B4-BE49-F238E27FC236}">
                    <a16:creationId xmlns:a16="http://schemas.microsoft.com/office/drawing/2014/main" id="{A2A27EDE-1471-15D7-A976-F098B86C0B59}"/>
                  </a:ext>
                </a:extLst>
              </p:cNvPr>
              <p:cNvPicPr/>
              <p:nvPr/>
            </p:nvPicPr>
            <p:blipFill>
              <a:blip r:embed="rId11"/>
              <a:stretch>
                <a:fillRect/>
              </a:stretch>
            </p:blipFill>
            <p:spPr>
              <a:xfrm>
                <a:off x="12855909" y="7930800"/>
                <a:ext cx="1645920" cy="271440"/>
              </a:xfrm>
              <a:prstGeom prst="rect">
                <a:avLst/>
              </a:prstGeom>
            </p:spPr>
          </p:pic>
        </mc:Fallback>
      </mc:AlternateContent>
      <p:sp>
        <p:nvSpPr>
          <p:cNvPr id="11" name="TextBox 10">
            <a:extLst>
              <a:ext uri="{FF2B5EF4-FFF2-40B4-BE49-F238E27FC236}">
                <a16:creationId xmlns:a16="http://schemas.microsoft.com/office/drawing/2014/main" id="{99BB1C04-7B35-BB07-60C0-78B20F60802A}"/>
              </a:ext>
            </a:extLst>
          </p:cNvPr>
          <p:cNvSpPr txBox="1"/>
          <p:nvPr/>
        </p:nvSpPr>
        <p:spPr>
          <a:xfrm>
            <a:off x="12246352" y="7824446"/>
            <a:ext cx="3082834"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©Pereira &amp; Associates </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1053</TotalTime>
  <Words>2925</Words>
  <Application>Microsoft Office PowerPoint</Application>
  <PresentationFormat>Custom</PresentationFormat>
  <Paragraphs>283</Paragraphs>
  <Slides>22</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Geist</vt:lpstr>
      <vt:lpstr>Times New Roman</vt:lpstr>
      <vt:lpstr>Noto Serif SC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LENOVO</cp:lastModifiedBy>
  <cp:revision>21</cp:revision>
  <dcterms:created xsi:type="dcterms:W3CDTF">2025-12-16T05:25:13Z</dcterms:created>
  <dcterms:modified xsi:type="dcterms:W3CDTF">2026-03-30T13:53:05Z</dcterms:modified>
</cp:coreProperties>
</file>