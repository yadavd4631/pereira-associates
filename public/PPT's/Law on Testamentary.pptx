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4630400" cy="8229600"/>
  <p:notesSz cx="8229600" cy="14630400"/>
  <p:embeddedFontLst>
    <p:embeddedFont>
      <p:font typeface="Aharoni" panose="02010803020104030203" pitchFamily="2" charset="-79"/>
      <p:bold r:id="rId15"/>
    </p:embeddedFont>
    <p:embeddedFont>
      <p:font typeface="Arial Black" panose="020B0A04020102020204" pitchFamily="34" charset="0"/>
      <p:bold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24:47.2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1335 300 24575,'55'-11'0,"57"-1"-11,199 4 0,-206 9-131,2451 0-3019,-2587-3 3719,0-2-1,0 0 0,1-3 0,0 0 0,-56-22 1,82 28-578,-86-26 21,-146-25 0,-101 5-2,259 37 1,-93-9 0,-143-22 0,200 28 0,-1 6 0,-147 8 0,95 1 0,-2065-2 0,2225 0 0,0 0 0,0 0 0,-1 1 0,1 0 0,0 0 0,1 0 0,-1 1 0,0 0 0,-9 4 0,14-4 0,-1 0 0,0 0 0,1 0 0,-1 1 0,1-1 0,0 0 0,0 1 0,0 0 0,0-1 0,0 1 0,0 0 0,1 0 0,0 0 0,-1 0 0,1 0 0,0 0 0,0 0 0,1 1 0,-1-1 0,1 0 0,0 0 0,-1 6 0,2 1 0,-1 1 0,2-1 0,-1 0 0,1 0 0,1 0 0,0 0 0,0-1 0,1 1 0,0-1 0,1 1 0,0-1 0,0-1 0,1 1 0,6 7 0,9 9 0,1-1 0,1-1 0,29 23 0,-39-35 0,1-1 0,0 0 0,0-2 0,1 1 0,0-2 0,28 10 0,-18-9 0,0-2 0,0-1 0,44 2 0,-50-4 0,0 0 0,0 2 0,23 8 0,36 7 0,-4-12 0,1-3 0,88-6 0,-80-1 0,117 12 0,-127 1 0,93 26 0,62 18 0,-87-23 0,-82-20 0,1-2 0,92 2 0,124-13 0,-109-1 0,-111 2 0,-50 0 0,-37 0 0,-1999 0-2483,1983 0-3225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25:07.8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0 477 24575,'1'0'0,"-1"-1"0,0 1 0,0-1 0,0 0 0,1 1 0,-1-1 0,0 1 0,1-1 0,-1 0 0,0 1 0,1-1 0,-1 1 0,1-1 0,-1 1 0,1 0 0,-1-1 0,1 1 0,-1-1 0,1 1 0,-1 0 0,1 0 0,-1-1 0,1 1 0,0 0 0,1-1 0,19-4 0,-18 5 0,67-9 0,0 4 0,92 5 0,-76 1 0,1895 0 0,-1943-3 0,1-1 0,-1-2 0,-1-2 0,1-1 0,-1-2 0,52-22 0,-83 29 0,0 0 0,0 0 0,-1 0 0,1-1 0,-1 0 0,0 0 0,0 0 0,0 0 0,-1-1 0,1 0 0,-1 0 0,0 0 0,-1-1 0,6-8 0,-8 11 0,1-1 0,-1 1 0,0 0 0,0-1 0,0 1 0,0-1 0,0 1 0,-1-1 0,0 0 0,0 1 0,0-1 0,0 0 0,0 1 0,-1-1 0,0 1 0,1-1 0,-1 1 0,0-1 0,-1 1 0,1 0 0,-1-1 0,0 1 0,1 0 0,-1 0 0,0 0 0,-1 0 0,-3-4 0,-24-20 0,-44-31 0,33 27 0,26 20 0,0 0 0,-1 2 0,0 0 0,-1 1 0,0 0 0,0 1 0,-1 1 0,1 1 0,-1 1 0,-19-3 0,-17 2 0,0 2 0,-62 4 0,-60 0 0,-67 3 0,237-3 0,0 0 0,0 0 0,-1 0 0,1 1 0,0 0 0,0 1 0,0-1 0,1 1 0,-1 0 0,0 1 0,1-1 0,0 1 0,0 0 0,0 0 0,1 1 0,-7 7 0,-5 8 0,1 1 0,-23 43 0,4-8 0,19-33 0,-1-1 0,0-1 0,-2-1 0,0 0 0,-2-2 0,0 0 0,-27 19 0,-14 3 0,-72 34 0,98-57 0,-2-2 0,0-1 0,-65 16 0,-49 6 0,91-19 0,-1-3 0,-1-2 0,-82 4 0,-210-18 0,373 4 0,0 0 0,0 1 0,0 1 0,32 11 0,-23-6 0,34 6 0,192 14 0,-151-20 0,191-6 0,-147-6 0,-120 3 0,108-4 0,-115 2 0,-1-1 0,1-1 0,-1 0 0,34-14 0,-5-2 0,-6 1 0,0 2 0,1 2 0,1 1 0,45-6 0,-32 12 0,-6 1 0,0-1 0,65-21 0,-70 16 0,0 2 0,1 2 0,0 1 0,1 3 0,-1 3 0,1 1 0,56 6 0,-86-3-195,1 1 0,-1 0 0,0 2 0,0 0 0,-1 1 0,19 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25:10.1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1326 359 24575,'1'0'0,"-1"0"0,0 0 0,0 0 0,1 0 0,-1 0 0,0 0 0,0 0 0,1 0 0,-1 0 0,0 0 0,1 0 0,-1 0 0,0 0 0,0 0 0,1 0 0,-1 0 0,0 0 0,0 0 0,1-1 0,-1 1 0,0 0 0,0 0 0,1 0 0,-1 0 0,0 0 0,0-1 0,0 1 0,0 0 0,1 0 0,-1 0 0,0-1 0,0 1 0,0 0 0,0 0 0,0-1 0,1 1 0,-1 0 0,0 0 0,0-1 0,0 1 0,0 0 0,0 0 0,0-1 0,0 0 0,-9-13 0,-19-11 0,-10 3 0,-1 1 0,-83-29 0,47 20 0,46 18 0,-147-67 0,156 70 0,0 1 0,0 1 0,-1 2 0,1 0 0,-25-3 0,-45-12 0,50 10 0,0 1 0,-1 2 0,-67-3 0,-125 11 0,113 1 0,759-2-1365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27:15.5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2765 331 24575,'2246'0'-645,"-5249"0"1290,4931 0-645,-1918 0 0,0 0 0,1-1 0,-1 0 0,13-3 0,-24 4 0,1 0 0,0 0 0,-1 0 0,1 0 0,0 0 0,-1 0 0,1 0 0,0 0 0,-1-1 0,1 1 0,0 0 0,0 0 0,-1 0 0,1-1 0,0 1 0,0 0 0,-1 0 0,1-1 0,0 1 0,0 0 0,0-1 0,-1 1 0,1 0 0,0 0 0,0-1 0,0 1 0,0 0 0,0-1 0,0 1 0,0 0 0,0-1 0,0 1 0,0 0 0,0-1 0,0 1 0,0-1 0,0 1 0,0 0 0,0-1 0,0 1 0,0 0 0,0-1 0,0 1 0,0 0 0,1 0 0,-1-1 0,0 1 0,0 0 0,0-1 0,1 1 0,-1 0 0,0 0 0,0-1 0,1 1 0,-1 0 0,0 0 0,1 0 0,-1 0 0,0-1 0,0 1 0,1 0 0,-1 0 0,0 0 0,1 0 0,-1 0 0,0 0 0,1 0 0,-1 0 0,1 0 0,-30-15 0,26 14 0,-50-20 0,-1 3 0,0 2 0,-1 2 0,-105-11 0,-589 5-860,539 22 739,-1293-1 121,1496-1 9,-8 0 165,0 0 1,-21 4 0,33-3-151,-1-1 1,1 1 0,0 0 0,0-1 0,0 1 0,1 1 0,-1-1 0,0 0 0,0 1 0,1 0 0,-1-1 0,0 1 0,1 0 0,0 0-1,-1 1 1,1-1 0,-3 5 0,4-6-25,1 0 0,0 1 0,-1-1 0,1 1 0,0-1 0,0 1 0,0-1 0,0 1 0,0-1 0,0 1 0,0-1 0,0 1 0,0-1 0,1 0 0,-1 1 0,1-1 0,-1 1 0,1-1 0,-1 0 0,1 1 0,0-1 0,0 0 0,0 0 0,0 0 0,1 2 0,30 29 0,-28-28 0,26 20 0,1 0 0,1-2 0,0-2 0,2-1 0,57 24 0,-27-15 0,147 53 0,220 33 0,-329-94 0,1-5 0,135 3 0,328-19 0,-203-2 0,2 3 0,-386-8 0,-27-2 0,-110-2 0,-166 10 0,181 4 0,-261-2 0,485 0-18,525 17-815,347 28 946,6-45 468,-398-3-424,-522 3-157,0 2 0,1 2 0,-1 2 0,44 11 0,-21 0 0,1-2 0,1-4 0,124 7 0,-110-17 0,212-5 0,-275 3 0,0-1 0,0 0 0,25-8 0,-35 9 0,0-1 0,0 0 0,-1 0 0,1 0 0,0-1 0,-1 0 0,1 0 0,-1 0 0,0 0 0,0 0 0,0-1 0,-1 0 0,6-6 0,-8 9 0,0-1 0,0 1 0,-1-1 0,1 1 0,0-1 0,-1 0 0,1 1 0,-1-1 0,1 1 0,-1-1 0,0 0 0,1 1 0,-1-1 0,0 0 0,0 0 0,-1 1 0,1-1 0,0 0 0,0 1 0,-1-1 0,1 0 0,-1 1 0,1-1 0,-1 1 0,0-1 0,0 1 0,0-1 0,0 1 0,0-1 0,0 1 0,0 0 0,0 0 0,0-1 0,-1 1 0,1 0 0,0 0 0,-1 0 0,1 0 0,-1 1 0,1-1 0,-4-1 0,-3-2 0,-1 0 0,0 1 0,0 0 0,-1 0 0,1 1 0,-11-1 0,-3 0 0,0 0 0,-1-2 0,1 0 0,1-2 0,-37-15 0,52 18 0,0 1 0,0-1 0,1 0 0,0 0 0,0-1 0,0 0 0,0 0 0,1 0 0,0-1 0,0 0 0,0 0 0,1 0 0,0-1 0,0 1 0,0-1 0,1 0 0,0 0 0,1 0 0,-1 0 0,1-1 0,-1-12 0,1 0 0,1 0 0,1 0 0,1 0 0,1 0 0,0 1 0,2-1 0,0 0 0,1 1 0,1 0 0,1 0 0,1 1 0,0-1 0,1 2 0,16-24 0,-24 40 0,6-8 0,-1 1 0,-1-1 0,0 0 0,0 0 0,5-15 0,-9 21 0,-1 0 0,1 1 0,-1-1 0,1 0 0,-1 1 0,0-1 0,0 0 0,0 0 0,-1 1 0,1-1 0,0 0 0,-1 0 0,0 1 0,0-1 0,0 0 0,0 1 0,0-1 0,0 1 0,-1 0 0,1-1 0,-1 1 0,0 0 0,1 0 0,-1 0 0,0 0 0,-3-2 0,-3-2 0,0 0 0,-1 1 0,1 0 0,-1 0 0,0 1 0,-1 0 0,1 0 0,-1 1 0,0 1 0,0-1 0,-18-1 0,-11 2 0,-69 3 0,56 1 0,-1549 2 0,872-6 0,-713 2 0,5200 0 0,-3745 0 0,-1 2 0,0-1 0,0 2 0,0-1 0,0 2 0,0-1 0,-1 2 0,1-1 0,20 13 0,4 6 0,51 43 0,-11-9 0,14-3 0,12 9 0,-101-62 0,1 0 0,0 1 0,-1-1 0,1 0 0,-1 0 0,1 1 0,-1-1 0,0 1 0,1-1 0,-1 1 0,0-1 0,0 1 0,0 0 0,0 0 0,-1-1 0,2 3 0,-2-3 0,0 0 0,-1-1 0,1 1 0,0 0 0,0 0 0,0-1 0,-1 1 0,1 0 0,0-1 0,-1 1 0,1 0 0,0-1 0,-1 1 0,1 0 0,-1-1 0,1 1 0,-1-1 0,0 1 0,1-1 0,-1 1 0,1-1 0,-1 0 0,0 1 0,1-1 0,-1 0 0,-1 1 0,-7 2 0,1-1 0,0 0 0,-1-1 0,1 1 0,-14-1 0,-340-2 0,140-2 0,-1515 3 0,2889 0 0,-1749-11-820,-367-4-2904,-194-11-460,-464-43 2759,787 70 632,380 1 5016,589-2-3704,271-4 2600,1-28-1096,-385 29-2027,719-75-1550,-366 75 1238,-48 2 55,-161-13 1789,9 0 141,-54 14-1669,-55 2 0,-1-3 0,108-16 0,-79 0 0,1 4 0,151-1 0,1590 17 0,-1155-4 0,-1819 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30:34.3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0 503 24575,'84'1'0,"136"17"0,-118-8 0,203-6 0,-176-6 0,444 2 0,-534 2 0,1 2 0,-1 2 0,43 12 0,-38-8 0,86 9 0,178-18 0,-279 2 0,0 1 0,-1 2 0,29 9 0,-28-6 0,1-2 0,52 6 0,68-13 0,-112-3 0,-1 3 0,1 0 0,0 3 0,-1 1 0,38 9 0,20 14 0,129 19 0,-93-18 0,-35-5 0,21 5 0,-74-17 0,1-1 0,80 8 0,-67-16 0,-15-1 0,0 2 0,75 14 0,-52-4 0,0-2 0,1-4 0,118-1 0,-138-5 0,39-1 0,-77-1 0,0 0 0,0 0 0,0-1 0,0 0 0,0 0 0,0-1 0,11-5 0,-16 6 0,0 0 0,0 0 0,0 0 0,0-1 0,0 1 0,-1-1 0,1 0 0,-1 1 0,0-1 0,0 0 0,0 0 0,0-1 0,0 1 0,-1 0 0,1-1 0,0-3 0,1-6 0,0 1 0,-1-1 0,0-18 0,-1 19 0,0 0 0,0 0 0,1 1 0,5-18 0,39-77 0,8-24 0,-48 111 0,0-1 0,-1 0 0,-2 0 0,4-38 0,-7 55 0,0 0 0,0 1 0,0-1 0,0 1 0,-1-1 0,1 1 0,-1-1 0,0 0 0,1 1 0,-1 0 0,0-1 0,0 1 0,-1 0 0,1-1 0,0 1 0,-1 0 0,0 0 0,1 0 0,-1 0 0,0 0 0,0 0 0,0 1 0,0-1 0,0 1 0,0-1 0,0 1 0,-1 0 0,-2-1 0,-7-2 0,0 1 0,1 0 0,-1 1 0,0 1 0,-13-1 0,-24-4 0,43 5 0,-208-39 0,197 35 0,-1 0 0,1-1 0,0 0 0,1-2 0,-1 0 0,-28-19 0,24 14 0,6 3 0,-1 1 0,0 0 0,0 2 0,-1 0 0,0 0 0,0 2 0,-1 0 0,1 1 0,-1 0 0,-22 0 0,-78 4 0,83 2 0,1-2 0,0-1 0,-1-1 0,1-2 0,-43-11 0,40 5 0,-1 1 0,0 3 0,-47-3 0,-115 6 0,170 3 0,-2038 3 0,1096-5 0,954 4 0,15 3 0,21 10 0,2 0 0,-14-9 0,0 1 0,-1 0 0,1 0 0,-1 1 0,-1-1 0,1 1 0,-1 0 0,-1 1 0,1-1 0,-2 0 0,4 16 0,-1 5 0,-1 1 0,-1 37 0,-3-41 0,2 0 0,0 0 0,9 34 0,1-16 0,-3 0 0,9 87 0,-18-128 0,0 5 0,1 0 0,0 1 0,0-1 0,4 12 0,-4-17 0,0-1 0,0 1 0,1-1 0,-1 1 0,1-1 0,-1 1 0,1-1 0,0 0 0,0 0 0,0 0 0,0 0 0,0 0 0,1 0 0,-1 0 0,1-1 0,4 3 0,6 1 0,0 0 0,0-1 0,0-1 0,1 0 0,-1-1 0,1 0 0,16-1 0,8-1 0,53-7 0,146-32 0,54-6 0,-129 35 0,75-7 0,-205 14 0,0-2 0,0-1 0,60-19 0,-56 13 0,47-9 0,-51 15 0,-1-2 0,48-19 0,-41 12 0,1 1 0,0 2 0,1 2 0,0 2 0,71-6 0,210 11 0,-171 6 0,1411-3 0,-1555-1 0,0 1 0,0 1 0,0-1 0,0 1 0,0 0 0,0 1 0,-1-1 0,1 1 0,0 0 0,-1 0 0,0 1 0,10 5 0,-11-5 0,-1 1 0,1-1 0,-1 1 0,0 0 0,0 0 0,0 0 0,0 0 0,-1 1 0,1-1 0,-1 1 0,0 0 0,-1-1 0,1 1 0,-1 0 0,1 8 0,0-5 0,-1-1 0,0 1 0,0 0 0,-1-1 0,0 1 0,0 0 0,0-1 0,-1 1 0,-3 11 0,2-15 0,0 0 0,0-1 0,0 1 0,0 0 0,0-1 0,-1 0 0,0 0 0,1 0 0,-1 0 0,0 0 0,-1 0 0,1-1 0,0 0 0,-1 1 0,1-1 0,-1 0 0,0-1 0,0 1 0,0-1 0,-4 2 0,-29 6-119,0-1 0,0-2 0,-61 2 1,27-3-107,-273 48 150,4 24-243,-150 28-936,341-78 840,54-9 1135,-1-3 1,-152 3-1,-800-21-159,741 3-527,299 0-35,0 0 0,0 0 0,0-1 0,0 0 0,0 0 0,0 0 0,1-2 0,-1 1 0,0-1 0,1 0 0,0 0 0,0 0 0,0-1 0,0-1 0,0 1 0,1-1 0,0 0 0,0-1 0,0 1 0,0-1 0,1 0 0,0 0 0,1-1 0,-1 0 0,-6-14 0,5 6 0,1-1 0,0 1 0,1-2 0,-4-26 0,6 23 0,-2 1 0,-9-29 0,-1 17 0,-1 0 0,-1 1 0,-2 0 0,0 2 0,-3 0 0,-23-26 0,36 47 0,0-1 0,-1 2 0,0-1 0,0 1 0,-1 0 0,0 1 0,-17-7 0,12 5 0,0-1 0,-16-10 0,26 15 0,1-1 0,0 1 0,-1-1 0,1 0 0,1 0 0,-1 0 0,1-1 0,0 0 0,0 1 0,-4-9 0,6 12 0,1-1 0,-1 1 0,1 0 0,-1-1 0,1 1 0,0-1 0,-1 1 0,1-1 0,0 1 0,0-1 0,0 1 0,0-1 0,0 1 0,1-1 0,-1 1 0,0-1 0,1 1 0,-1 0 0,1-1 0,-1 1 0,1-1 0,0 1 0,0 0 0,-1 0 0,1-1 0,0 1 0,0 0 0,0 0 0,0 0 0,0 0 0,1 0 0,-1 0 0,0 0 0,0 1 0,1-1 0,-1 0 0,0 1 0,1-1 0,-1 1 0,1-1 0,-1 1 0,2-1 0,10-2 0,-1 0 0,1 1 0,24-2 0,-33 3 0,412-3-531,-265 6 133,164 1-159,696-4-2836,-904-6 3850,140-29 1,-216 31-420,7-2-4303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31:44.7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465 0 24575,'3860'0'0,"-3814"2"0,0 1 0,0 2 0,0 3 0,75 22 0,-117-29 0,0 0 0,0 0 0,0 1 0,0-1 0,0 1 0,-1 0 0,1 0 0,0 1 0,-1-1 0,0 1 0,1 0 0,-1-1 0,-1 2 0,1-1 0,0 0 0,-1 0 0,1 1 0,3 6 0,-5-4 0,1 0 0,-1-1 0,0 1 0,0 0 0,0-1 0,-1 1 0,0 0 0,0 0 0,0-1 0,-1 1 0,0 0 0,0 0 0,-3 5 0,-3 11 0,-1 0 0,-2-1 0,-19 32 0,-5 12 0,32-60 0,0 0 0,-1-1 0,0 1 0,0-1 0,0 0 0,0 0 0,0 0 0,-1 0 0,0 0 0,0-1 0,0 0 0,-7 5 0,3-4 0,0 0 0,-1-1 0,1 0 0,-1-1 0,0 0 0,-13 2 0,8-2 0,1 0 0,-1 2 0,1-1 0,-1 2 0,1 0 0,1 0 0,-1 1 0,1 1 0,0 0 0,-14 11 0,18-12 0,1 0 0,-2-1 0,1 0 0,0-1 0,-1 0 0,0 0 0,0-1 0,0 0 0,0 0 0,-15 1 0,-7 0 0,-59-2 0,25-2 0,61 0 0,-1 1 0,1-1 0,0 1 0,0 0 0,0 0 0,0 0 0,1 0 0,-1 1 0,-6 3 0,9-5 0,1 1 0,0-1 0,-1 0 0,1 0 0,0 1 0,-1-1 0,1 0 0,0 0 0,0 1 0,-1-1 0,1 0 0,0 0 0,0 1 0,0-1 0,-1 0 0,1 1 0,0-1 0,0 1 0,0-1 0,0 0 0,0 1 0,0-1 0,0 0 0,0 1 0,0-1 0,0 0 0,0 1 0,0-1 0,0 1 0,0-1 0,0 0 0,0 1 0,0-1 0,0 0 0,1 1 0,0 1 0,0-1 0,1 0 0,-1 0 0,1 0 0,0 0 0,-1 0 0,1 0 0,0 0 0,0 0 0,-1-1 0,1 1 0,3 0 0,142 36 0,176 22 0,-193-47 0,-129-12 0,-1 0 0,0 0 0,0 0 0,1 1 0,-1-1 0,0 0 0,0 0 0,1 0 0,-1 0 0,0 0 0,1 0 0,-1 0 0,0 0 0,0 0 0,1 0 0,-1 0 0,0 0 0,0 0 0,1 0 0,-1 0 0,0-1 0,0 1 0,1 0 0,-1 0 0,0 0 0,0 0 0,1 0 0,-1-1 0,0 1 0,0 0 0,0 0 0,1 0 0,-1-1 0,0 1 0,0 0 0,0 0 0,0-1 0,1 1 0,-1 0 0,-9-10 0,-29-14 0,30 19 0,-12-7 0,2-1 0,-1 0 0,1-2 0,1 0 0,1-1 0,0 0 0,1-1 0,1-1 0,-13-22 0,21 29 0,0 0 0,0 1 0,-1 0 0,-1 0 0,0 0 0,0 1 0,-1 0 0,0 0 0,0 1 0,-1 1 0,0-1 0,0 2 0,-20-11 0,-29-12 0,39 18 0,0 1 0,-1 0 0,-1 2 0,0 0 0,-33-6 0,-61-2 0,-184-2 0,-2156 20 0,1370-3 0,1078 1 0,0 0 0,0 0 0,0 0 0,0 1 0,0 0 0,-10 3 0,17-4 0,1 0 0,0 0 0,-1 0 0,1 0 0,0 1 0,0-1 0,-1 0 0,1 0 0,0 1 0,-1-1 0,1 0 0,0 1 0,0-1 0,0 0 0,-1 0 0,1 1 0,0-1 0,0 0 0,0 1 0,0-1 0,0 1 0,0-1 0,0 0 0,0 1 0,0-1 0,0 0 0,0 1 0,0-1 0,0 0 0,0 1 0,0-1 0,0 1 0,0-1 0,0 0 0,0 1 0,0-1 0,1 0 0,-1 1 0,0-1 0,0 0 0,0 0 0,1 1 0,-1-1 0,0 0 0,0 1 0,1-1 0,-1 0 0,0 0 0,0 0 0,1 1 0,-1-1 0,0 0 0,1 0 0,20 17 0,-17-13 0,193 168 0,-186-161 0,0 0 0,1 0 0,1-2 0,0 1 0,0-2 0,0 0 0,1 0 0,1-1 0,-1-1 0,1 0 0,0-1 0,0-1 0,18 3 0,36 5 0,132 7 0,-184-19 0,0 1 0,1 1 0,-1 1 0,0 0 0,0 1 0,31 12 0,-27-8 0,1-2 0,0 0 0,0-1 0,0-1 0,31 0 0,116-4 0,-79-3 0,1210 2 0,-681 1 0,-580-2 0,-2-2 0,1-1 0,51-15 0,-51 11 0,0 1 0,0 2 0,50-2 0,-15 9 0,-57 0 0,-51-1 0,-554 0 0,667 2 0,-28 0 0,-1-3 0,1-1 0,85-15 0,-74 3 0,0 2 0,1 3 0,90-1 0,309 13 0,-639-5 0,-224 5 0,370 0 0,1 2 0,-58 18 0,18-5 0,57-15 0,1 1 0,0 0 0,0 1 0,-13 7 0,23-10 0,1-1 0,-1 1 0,0 0 0,1 0 0,-1 0 0,1 0 0,0 0 0,0 0 0,0 1 0,0-1 0,-2 4 0,4-5 0,-1 0 0,1 0 0,-1 1 0,1-1 0,0 0 0,-1 1 0,1-1 0,0 1 0,0-1 0,0 0 0,0 1 0,0-1 0,1 0 0,-1 1 0,0-1 0,1 1 0,-1-1 0,1 0 0,-1 0 0,1 1 0,-1-1 0,1 0 0,0 0 0,0 0 0,1 2 0,3 2 0,-1 0 0,1-1 0,0 1 0,1-1 0,-1-1 0,0 1 0,1-1 0,0 0 0,0 0 0,11 3 0,9 2 0,37 6 0,14 5 0,-44-9 0,0-1 0,1-1 0,0-2 0,45 1 0,137-6 0,-141-2 0,-1135 2 0,505-3 0,489 3 0,20 1 0,0-3 0,0-1 0,-48-10 0,15 1 0,0 3 0,0 4 0,-93 7 0,44-1 0,-1343-2 0,1466 0 43,3 0-113,0 0-1,0 0 1,0 1-1,0-1 1,0-1 0,0 1-1,0 0 1,1 0-1,-1-1 1,0 1 0,0-1-1,0 0 1,0 1-1,1-1 1,-1 0 0,0 0-1,1 0 1,-1 0-1,-1-2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33:27.9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0 271 24575,'70'2'0,"100"14"0,-60-6 0,199-6 0,-159-6 0,556 2 0,-528 15 0,1 0 0,925-16 0,-1063 3 0,0 2 0,0 2 0,42 12 0,-36-7 0,87 8 0,51-18 0,-118-3 0,1 2 0,79 12 0,42 5 0,-125-14 0,-23 2 0,73 17 0,-68-11 0,48 5 0,-45-12 0,88-4 0,-133 0 0,0 0 0,-1-1 0,1 0 0,-1 0 0,1 0 0,-1 0 0,0 0 0,1-1 0,-1 0 0,0 1 0,0-1 0,0 0 0,0 0 0,0-1 0,0 1 0,-1-1 0,1 1 0,-1-1 0,0 0 0,0 0 0,0 0 0,0 0 0,0 0 0,-1-1 0,1 1 0,1-6 0,-1 2 0,0-1 0,-1 1 0,0-1 0,0 1 0,-1-1 0,0 1 0,0-1 0,-1 1 0,1-1 0,-2 1 0,-3-15 0,3 17 0,0 0 0,-1 1 0,0-1 0,1 1 0,-2-1 0,1 1 0,0 0 0,-1 1 0,0-1 0,1 0 0,-2 1 0,1 0 0,0 0 0,-1 0 0,1 0 0,-7-2 0,-12-4 0,1 0 0,-32-7 0,18 6 0,-67-26 0,-83-24 0,44 22 0,78 19 0,-1 3 0,-81-10 0,-337 19 0,293 10 0,-1560-1 0,939-3 0,794 0 0,9 1 0,1 0 0,-1 0 0,0 0 0,1 1 0,-15 3 0,21-4 0,0 1 0,-1 0 0,1-1 0,0 1 0,-1 0 0,1-1 0,0 1 0,0 0 0,-1 0 0,1 0 0,0 0 0,0 0 0,0 1 0,0-1 0,0 0 0,1 0 0,-1 1 0,0-1 0,1 0 0,-1 1 0,0-1 0,1 1 0,0-1 0,-1 0 0,1 1 0,0-1 0,0 1 0,0-1 0,0 1 0,0-1 0,0 1 0,0-1 0,0 1 0,1-1 0,0 2 0,15 63 0,-9-42 0,-1 0 0,6 49 0,-12-67 0,0-1 0,0 1 0,0 0 0,0 0 0,-1 0 0,0 0 0,0-1 0,-1 1 0,1 0 0,-1-1 0,-1 1 0,1-1 0,-1 0 0,0 0 0,0 0 0,0 0 0,-7 7 0,5-6 0,0 0 0,0 0 0,0 1 0,1 0 0,0-1 0,0 1 0,1 1 0,0-1 0,0 0 0,1 1 0,0 0 0,0-1 0,1 1 0,0 0 0,0 13 0,1-16 0,0 0 0,0 0 0,1 0 0,0-1 0,0 1 0,0 0 0,1-1 0,-1 1 0,1-1 0,0 0 0,0 1 0,1-1 0,-1 0 0,1 0 0,0-1 0,0 1 0,0 0 0,1-1 0,-1 0 0,1 0 0,0 0 0,0 0 0,0-1 0,0 1 0,0-1 0,0 0 0,6 2 0,7 1 0,2 0 0,-1-1 0,0-1 0,25 1 0,79-2 0,-81-2 0,1310-7 0,-1313 10 0,-1 0 0,0 3 0,43 11 0,-34-6 0,57 5 0,122-11 0,-141-6 0,104 12 0,-135-4 0,0 4 0,61 19 0,-81-21 0,1-1 0,0-2 0,66 4 0,108-11 0,-90-1 0,778 1 0,-892 1 0,6 1 0,1-1 0,0-1 0,-1 0 0,18-4 0,-25 4 0,0 0 0,0 0 0,0-1 0,0 1 0,0-1 0,-1 1 0,1-1 0,-1 0 0,1 0 0,-1 0 0,0 0 0,0 0 0,0-1 0,0 1 0,0-1 0,0 1 0,-1-1 0,1 0 0,-1 1 0,2-6 0,0-2 0,-1 0 0,0 0 0,0-1 0,-1 1 0,-1-1 0,0 1 0,0-1 0,-1 1 0,0-1 0,-5-17 0,-4-11 0,-21-52 0,28 83 0,-40-112-1365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34:24.2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0 342 24575,'87'0'0,"127"17"0,-60 19 0,-37-7 0,-5-4 0,65 11 0,-140-31 0,-8-2 0,44 12 0,138 56 0,-164-56 0,1-1 0,75 10 0,-114-22 0,35 3 0,0-2 0,86-5 0,-41 0 0,-62 2 0,8-1 0,0 1 0,0 2 0,0 2 0,34 7 0,-19 2 0,1-2 0,0-2 0,64 2 0,158 19 0,-182-16 0,106 2 0,782-16 0,-440-2 0,-474 4 0,-38 0 0,-1-1 0,0-2 0,0 0 0,1-2 0,-1-1 0,36-9 0,-57 11 0,0-1 0,0 1 0,1-1 0,-1 0 0,-1 0 0,1-1 0,0 1 0,-1-1 0,0 0 0,0-1 0,0 1 0,0 0 0,-1-1 0,0 0 0,0 0 0,0 0 0,-1 0 0,1-1 0,1-5 0,2-11 0,-1 0 0,0 0 0,2-38 0,-4 31 0,-2 16 0,1 1 0,-1-1 0,0 1 0,-1 0 0,-2-18 0,2 27 0,0 0 0,-1 0 0,0 0 0,0 0 0,0 0 0,0 1 0,0-1 0,-1 0 0,1 1 0,-1-1 0,1 1 0,-1-1 0,0 1 0,0 0 0,0-1 0,-1 1 0,1 0 0,0 1 0,-1-1 0,1 0 0,-1 1 0,0-1 0,-4-1 0,-13-2 0,0 0 0,-1 2 0,1 0 0,-1 1 0,0 1 0,-21 3 0,-41-4 0,-99-13-138,-297-16-453,38 32 591,-83-3 0,335-12 320,-32-1 89,196 13-409,0-1 0,0-1 0,1-1 0,-31-10 0,26 6 0,0 2 0,-49-6 0,-81 12 0,-16-1 0,142-3 0,1-1 0,-32-11 0,36 8 0,-1 2 0,0 1 0,-37-2 0,-348 7 0,189 3 0,-47-2 0,262 0 0,0 0 0,0-1 0,-17-3 0,26 4 0,-1 0 0,0-1 0,1 1 0,-1-1 0,0 1 0,1-1 0,-1 1 0,1-1 0,-1 0 0,1 0 0,-1 0 0,1 0 0,0 0 0,0 0 0,-1 0 0,1 0 0,0-1 0,0 1 0,0 0 0,0-1 0,0 1 0,0-1 0,1 1 0,-1-1 0,0 1 0,1-1 0,-1 0 0,1 1 0,0-1 0,-1-2 0,1 2 0,1 0 0,-1 0 0,1 1 0,-1-1 0,1 0 0,-1 0 0,1 0 0,0 0 0,0 1 0,0-1 0,0 0 0,0 1 0,1-1 0,-1 1 0,0-1 0,1 1 0,-1 0 0,1 0 0,-1-1 0,4-1 0,3-1 0,0-1 0,1 1 0,14-4 0,12-2-127,1 1-1,1 2 1,0 2-1,-1 1 0,1 2 1,71 5-1,225 43-823,-319-44 948,571 125-160,-407-78-259,236 34 1,-149-52 421,-260-30 16,-6 0 34,-16 0 138,-30-1 504,-2236-2 1215,2283 2-1907,-94 3 0,84-2 0,1 1 0,-1-1 0,1 1 0,-1 1 0,1 0 0,0 0 0,-14 8 0,20-9 0,0 1 0,0-1 0,1 1 0,-1 0 0,1-1 0,0 1 0,-1 1 0,1-1 0,1 0 0,-1 0 0,0 1 0,1-1 0,0 1 0,0-1 0,0 1 0,0-1 0,1 1 0,-1 0 0,1-1 0,0 7 0,0 1 0,0 0 0,1 0 0,1-1 0,-1 1 0,7 18 0,-4-21 0,0 0 0,0 0 0,1 0 0,0-1 0,0 0 0,1 0 0,-1 0 0,2-1 0,-1 0 0,1 0 0,0 0 0,13 8 0,13 5 0,55 25 0,-75-37 0,49 23 0,-25-12 0,0 0 0,1-3 0,68 19 0,-47-21 0,14 4 0,0-3 0,137 8 0,421-23 0,-228-1 0,-385 2 0,0-2 0,0 0 0,0-1 0,0 0 0,-1-2 0,24-9 0,-3 3 0,0 1 0,43-5 0,-44 9 0,-1-2 0,57-18 0,-38 7 0,60-11 0,26-9 0,-66 17 0,119-17 0,11-3 0,-158 31 0,-1 2 0,1 3 0,51-1 0,144 8 0,-91 2 0,-142-3 0,0 0 0,1 0 0,-1 1 0,1 1 0,-1-1 0,14 5 0,-21-5 0,1 1 0,0-1 0,0 1 0,-1-1 0,1 1 0,-1 0 0,1 0 0,-1 0 0,0 1 0,0-1 0,0 0 0,0 1 0,0 0 0,-1-1 0,1 1 0,-1 0 0,0 0 0,0-1 0,0 1 0,0 0 0,0 0 0,0 0 0,0 5 0,-1-3 0,1 1 0,-1-1 0,0 1 0,0-1 0,-1 1 0,0-1 0,1 0 0,-2 1 0,1-1 0,-1 0 0,0 0 0,0 0 0,0 0 0,-1 0 0,1-1 0,-1 1 0,0-1 0,-1 1 0,1-1 0,-1 0 0,0 0 0,0-1 0,0 1 0,0-1 0,-1 0 0,1 0 0,-7 3 0,-9 4 0,1-1 0,-2-1 0,1-1 0,-1 0 0,-35 5 0,-17-2 0,-2-4 0,1-2 0,-88-9 0,18 2 0,-698 3 0,829 0 0,-55 3 0,64-3 0,1 0 0,0 1 0,-1-1 0,1 1 0,0 0 0,0 0 0,0 1 0,0-1 0,0 0 0,0 1 0,0 0 0,0 0 0,1 0 0,-1 0 0,0 0 0,-2 4 0,4-5 0,1-1 0,0 1 0,0 0 0,0-1 0,0 1 0,0 0 0,0-1 0,0 1 0,0-1 0,1 1 0,-1 0 0,0-1 0,0 1 0,0 0 0,1-1 0,-1 1 0,0-1 0,1 1 0,-1-1 0,1 1 0,-1-1 0,0 1 0,1-1 0,-1 1 0,1-1 0,-1 0 0,1 1 0,-1-1 0,1 0 0,0 1 0,-1-1 0,1 0 0,-1 0 0,1 1 0,0-1 0,-1 0 0,1 0 0,0 0 0,34 12 0,-26-10 0,351 104 0,-317-94 0,1-2 0,0-2 0,86 6 0,139-15 0,-109-3 0,90 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34:56.2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1 237 24575,'6'-1'0,"0"1"0,0-2 0,0 1 0,0-1 0,0 0 0,-1 0 0,11-5 0,16-6 0,-16 8 0,115-36 0,168-29 0,-269 64 0,46-16 0,-51 14 0,0 1 0,0 1 0,27-3 0,61-5 0,90-5 0,-141 19 0,-50 0 0,-44 1 0,-601-1 0,625 0 0,-12 0 0,-36 4 0,52-3 0,-1 0 0,1 0 0,0 0 0,-1 0 0,1 1 0,0-1 0,0 1 0,0 0 0,0 0 0,0 1 0,1-1 0,-1 1 0,1 0 0,-4 3 0,6-5 0,0 0 0,0 1 0,1-1 0,-1 0 0,0 1 0,1-1 0,-1 1 0,1-1 0,-1 1 0,1-1 0,0 1 0,-1-1 0,1 1 0,0-1 0,0 1 0,0 0 0,1-1 0,-1 1 0,0-1 0,0 1 0,1-1 0,-1 1 0,1-1 0,-1 1 0,1-1 0,0 0 0,0 1 0,-1-1 0,1 0 0,2 2 0,1 2 0,0 0 0,1 0 0,-1 0 0,1-1 0,10 7 0,44 25 0,109 47 0,-102-52 0,-53-25-341,0-1 0,0 0-1,18 3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36:43.9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 24575,'37'-1'0,"9"1"0,0 1 0,-1 2 0,56 10 0,-24 3 0,0-4 0,1-3 0,99-2 0,1262-9 0,-1400 5 0,-1 1 0,0 2 0,0 1 0,52 18 0,-52-13 0,1-2 0,0-1 0,0-2 0,45 1 0,469-9 0,-207-1 0,364 2 0,-678 2 0,1 1 0,-1 2 0,57 16 0,-56-12 0,2-1 0,-1-2 0,41 2 0,-51-8 0,-13 0 0,0 0 0,0 0 0,0 1 0,-1 1 0,1-1 0,14 6 0,-23-6 0,1 0 0,-1 0 0,1 1 0,-1-1 0,1 1 0,-1 0 0,0 0 0,0 0 0,0 0 0,0 0 0,0 0 0,0 0 0,-1 1 0,1-1 0,-1 1 0,1-1 0,-1 1 0,0 0 0,0-1 0,0 1 0,0 0 0,-1 0 0,1 0 0,-1-1 0,0 1 0,0 0 0,0 0 0,0 0 0,0 3 0,-3 7 0,1-1 0,-1 0 0,-1 0 0,0 0 0,-1 0 0,0 0 0,-1-1 0,0 0 0,-10 13 0,-20 44 0,19-23 0,12-29 0,-1 0 0,-1 0 0,-16 28 0,21-40 0,-1 0 0,0 0 0,-1 0 0,1 0 0,-1-1 0,1 1 0,-1-1 0,0 0 0,-1 0 0,1-1 0,0 1 0,-1-1 0,1 0 0,-1 0 0,0 0 0,0-1 0,-8 2 0,-35 2 0,1-2 0,-2-3 0,-46-5 0,-20 0 0,-677 4 0,406 2 0,363-3 0,-1 0 0,-32-8 0,-32-3 0,-397 8-315,285 7 120,-1401-2 705,1575 0-510,-1-2 0,1 0 0,0-2 0,0-1 0,-28-9 0,39 9 0,1 0 0,0-1 0,0-1 0,1 0 0,0-1 0,0 0 0,0-1 0,1 0 0,1-1 0,-14-15 0,12 9 0,2 0 0,0-1 0,0-1 0,2 0 0,-14-36 0,22 52 0,1 0 0,-1 1 0,0-1 0,1 1 0,-1-1 0,1 0 0,0 1 0,-1-1 0,1 0 0,0 1 0,0-1 0,0 0 0,0 1 0,1-1 0,-1 0 0,0 1 0,1-1 0,-1 0 0,1 1 0,0-1 0,-1 1 0,1-1 0,0 1 0,0-1 0,0 1 0,0 0 0,0-1 0,0 1 0,0 0 0,0 0 0,1 0 0,-1 0 0,1 0 0,2-2 0,4 0 0,0 0 0,0 1 0,0-1 0,0 2 0,16-3 0,0 1 0,-5-1 0,60-12 0,139-10 0,-146 20 0,0-3 0,86-23 0,60-8 0,-161 30 0,-1-2 0,66-24 0,-68 17 0,-28 10 0,-1 0 0,1 2 0,0 0 0,1 2 0,27-2 0,327 6 0,-168 4 0,-37-5 0,200 5 0,-326 2 0,1 2 0,86 23 0,93 44 0,-183-56 0,-24-9 0,1 0 0,0-2 0,1 0 0,25 3 0,14 0 0,0 3 0,116 41 0,-151-44 0,181 41 0,-33-10 0,-108-22 0,100 15 0,-1-29 0,-182-5 0,0 0 0,0-1 0,0 0 0,0-1 0,0 0 0,1-1 0,-1-1 0,1 0 0,-19-9 0,28 10 0,-122-57 0,109 53 0,0 2 0,0 0 0,-1 1 0,0 1 0,-35-2 0,-410 6-401,172 2-46,-2138-3 1295,2495-3-848,111-21 0,-5 1 0,560 10 0,-470 16 0,134-3-1365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09:58:51.1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07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51C1-9F7C-282F-11A2-397514260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B3D55-918A-2156-A51C-43F9F5385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0CF6E-0561-2EF2-1E12-21646BE18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CDCA6-1AE3-4018-6FF9-3505B8A5F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4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60">
          <a:fgClr>
            <a:schemeClr val="accent5">
              <a:lumMod val="20000"/>
              <a:lumOff val="80000"/>
            </a:schemeClr>
          </a:fgClr>
          <a:bgClr>
            <a:schemeClr val="accent5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customXml" Target="../ink/ink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11" Type="http://schemas.openxmlformats.org/officeDocument/2006/relationships/image" Target="../media/image240.png"/><Relationship Id="rId5" Type="http://schemas.openxmlformats.org/officeDocument/2006/relationships/image" Target="../media/image22.png"/><Relationship Id="rId10" Type="http://schemas.openxmlformats.org/officeDocument/2006/relationships/customXml" Target="../ink/ink8.xml"/><Relationship Id="rId4" Type="http://schemas.openxmlformats.org/officeDocument/2006/relationships/image" Target="../media/image21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customXml" Target="../ink/ink10.xml"/><Relationship Id="rId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darrylpereira@yahoo.com" TargetMode="External"/><Relationship Id="rId3" Type="http://schemas.openxmlformats.org/officeDocument/2006/relationships/image" Target="../media/image29.png"/><Relationship Id="rId7" Type="http://schemas.openxmlformats.org/officeDocument/2006/relationships/hyperlink" Target="https://www.vecteezy.com/vector-art/15374732-visit-us-text-button-visit-us-sign-icon-label-sticker-web-buttons" TargetMode="External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hyperlink" Target="https://thetoolkit.me/contact-us/" TargetMode="External"/><Relationship Id="rId4" Type="http://schemas.openxmlformats.org/officeDocument/2006/relationships/image" Target="../media/image29.jpg"/><Relationship Id="rId9" Type="http://schemas.openxmlformats.org/officeDocument/2006/relationships/hyperlink" Target="mailto:pereiraassociates604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56046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Law on Testamentary Succession 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48472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Probate, Letters of Administration, Succession Certificate, and Heirship Certificate under Indian Succession Act, 1925 &amp; Bombay Regulation VIII of 1827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763D0BE-9C2B-43AF-9343-79715DFBB41F}"/>
                  </a:ext>
                </a:extLst>
              </p14:cNvPr>
              <p14:cNvContentPartPr/>
              <p14:nvPr/>
            </p14:nvContentPartPr>
            <p14:xfrm>
              <a:off x="12533651" y="7791882"/>
              <a:ext cx="1610640" cy="247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763D0BE-9C2B-43AF-9343-79715DFBB4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70651" y="7729242"/>
                <a:ext cx="1736280" cy="37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1544480-EE94-40E1-ABC0-B2A4003F1534}"/>
              </a:ext>
            </a:extLst>
          </p:cNvPr>
          <p:cNvGrpSpPr/>
          <p:nvPr/>
        </p:nvGrpSpPr>
        <p:grpSpPr>
          <a:xfrm>
            <a:off x="13492331" y="7834002"/>
            <a:ext cx="1011600" cy="279360"/>
            <a:chOff x="13492331" y="7834002"/>
            <a:chExt cx="101160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64F162-2B5D-4E43-9667-57F9F85D938A}"/>
                    </a:ext>
                  </a:extLst>
                </p14:cNvPr>
                <p14:cNvContentPartPr/>
                <p14:nvPr/>
              </p14:nvContentPartPr>
              <p14:xfrm>
                <a:off x="13492331" y="7834002"/>
                <a:ext cx="1011600" cy="279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64F162-2B5D-4E43-9667-57F9F85D93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29331" y="7771362"/>
                  <a:ext cx="11372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5601AC4-3696-48E0-99D1-008704157DFD}"/>
                    </a:ext>
                  </a:extLst>
                </p14:cNvPr>
                <p14:cNvContentPartPr/>
                <p14:nvPr/>
              </p14:nvContentPartPr>
              <p14:xfrm>
                <a:off x="13876451" y="7940562"/>
                <a:ext cx="480600" cy="12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5601AC4-3696-48E0-99D1-008704157DF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13811" y="7877922"/>
                  <a:ext cx="606240" cy="254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007E11B-3CB4-4A7B-AC80-30FCEAA3E314}"/>
              </a:ext>
            </a:extLst>
          </p:cNvPr>
          <p:cNvSpPr txBox="1"/>
          <p:nvPr/>
        </p:nvSpPr>
        <p:spPr>
          <a:xfrm>
            <a:off x="12205230" y="7696548"/>
            <a:ext cx="2574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2232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Property Devolves After Death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2540913"/>
            <a:ext cx="7556421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14624" y="2775347"/>
            <a:ext cx="344733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Testamentary Succession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14624" y="3283506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deceased leaves a valid Will directing distribution of property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470559"/>
            <a:ext cx="7556421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514624" y="47049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Intestate Succession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514624" y="521315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deceased dies without a Will; property passes as per personal laws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42854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Governing laws vary by religion: Hindu Succession Act for Hindus, Buddhists, Sikhs, Jains; Muslim Personal Law for Muslims; Indian Succession Act, 1925 for Christians &amp; Parsis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88E546B-E680-47F3-8562-6281B849F8CC}"/>
                  </a:ext>
                </a:extLst>
              </p14:cNvPr>
              <p14:cNvContentPartPr/>
              <p14:nvPr/>
            </p14:nvContentPartPr>
            <p14:xfrm>
              <a:off x="12018851" y="7834002"/>
              <a:ext cx="2502000" cy="300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88E546B-E680-47F3-8562-6281B849F8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55851" y="7771362"/>
                <a:ext cx="2627640" cy="4262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049BB0C-5D6D-4802-9524-EDA1CE8F61F0}"/>
              </a:ext>
            </a:extLst>
          </p:cNvPr>
          <p:cNvSpPr txBox="1"/>
          <p:nvPr/>
        </p:nvSpPr>
        <p:spPr>
          <a:xfrm>
            <a:off x="12266624" y="7786945"/>
            <a:ext cx="250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183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Intestate Succession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6430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It Means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4241959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Occurs when person dies without leaving a Will. Property automatically devolves to legal heirs as per personal laws.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6430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Mechanisms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856321" y="424195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Letters of Administration for immovable property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504705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Succession Certificate for debts &amp; securities</a:t>
            </a:r>
            <a:endParaRPr lang="en-US" sz="17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01F9C0-1917-464C-94A9-977CF8FB284B}"/>
              </a:ext>
            </a:extLst>
          </p:cNvPr>
          <p:cNvSpPr txBox="1"/>
          <p:nvPr/>
        </p:nvSpPr>
        <p:spPr>
          <a:xfrm>
            <a:off x="11376839" y="7772400"/>
            <a:ext cx="2477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42586"/>
            <a:ext cx="689729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Testamentary Succession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727008"/>
            <a:ext cx="7556421" cy="1385649"/>
          </a:xfrm>
          <a:prstGeom prst="roundRect">
            <a:avLst>
              <a:gd name="adj" fmla="val 1055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63310" y="2727008"/>
            <a:ext cx="121920" cy="1385649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42524" y="29843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When It Applies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142524" y="349246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 dies leaving a valid Will naming beneficiaries (legatees)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339471"/>
            <a:ext cx="7556421" cy="2247543"/>
          </a:xfrm>
          <a:prstGeom prst="roundRect">
            <a:avLst>
              <a:gd name="adj" fmla="val 651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63310" y="4339471"/>
            <a:ext cx="121920" cy="2247543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142524" y="4596765"/>
            <a:ext cx="32744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Administration Options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2524" y="5104924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Probate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executor is appointed in Will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42524" y="5603915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Letters of Administration with Will annexed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no executor named</a:t>
            </a:r>
            <a:endParaRPr lang="en-US" sz="17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0B8E3-BD2F-4C11-B770-9076D4492C1B}"/>
              </a:ext>
            </a:extLst>
          </p:cNvPr>
          <p:cNvSpPr txBox="1"/>
          <p:nvPr/>
        </p:nvSpPr>
        <p:spPr>
          <a:xfrm>
            <a:off x="12174279" y="7751135"/>
            <a:ext cx="2764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9631"/>
            <a:ext cx="967561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Probate: Meaning and Requirement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05751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12563"/>
            <a:ext cx="6407944" cy="3048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25868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Definition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09503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Court-certified copy of a Will plus authority to administer estate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05751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12563"/>
            <a:ext cx="6408063" cy="3048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28548" y="25868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Who Gets It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28548" y="3095030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Granted only to the Executor named in the Will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2176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572714"/>
            <a:ext cx="6407944" cy="3048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3790" y="4747022"/>
            <a:ext cx="33372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Mandatory Jurisdictions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93790" y="5255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in Mumbai, Chennai, Kolkata and certain other areas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2176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572714"/>
            <a:ext cx="6408063" cy="3048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28548" y="47470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Legal Effect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28548" y="5255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Non-probate doesn't invalidate Will, but probate perfects title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6406158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3E5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750248"/>
            <a:ext cx="283488" cy="22681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30906" y="6689646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 period: 3 years from death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46FF0F6-B4B6-4E15-BF05-B3949E28EF5D}"/>
                  </a:ext>
                </a:extLst>
              </p14:cNvPr>
              <p14:cNvContentPartPr/>
              <p14:nvPr/>
            </p14:nvContentPartPr>
            <p14:xfrm>
              <a:off x="12790691" y="7760922"/>
              <a:ext cx="1692000" cy="373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46FF0F6-B4B6-4E15-BF05-B3949E28EF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27691" y="7698282"/>
                <a:ext cx="1817640" cy="4993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2AE5E33-94CE-4F45-A23F-774E3A3B361E}"/>
              </a:ext>
            </a:extLst>
          </p:cNvPr>
          <p:cNvSpPr txBox="1"/>
          <p:nvPr/>
        </p:nvSpPr>
        <p:spPr>
          <a:xfrm>
            <a:off x="12153014" y="7727245"/>
            <a:ext cx="2477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455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Probate Procedure</a:t>
            </a:r>
            <a:endParaRPr lang="en-US" sz="4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288977"/>
            <a:ext cx="1134070" cy="16875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5157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File Petition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7641074" y="302394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Executor files under Sec. 276 with Will, death certificate, asset list, relationship proof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976568"/>
            <a:ext cx="1134070" cy="1687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2033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Verification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7641074" y="4711541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verified by witnesses (Sec. 280–281); notice to legal heirs &amp; public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66416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8909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Grant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7641074" y="639913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 objections, probate granted under court seal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3992DB2-AD83-4896-AF64-9F02373F904B}"/>
                  </a:ext>
                </a:extLst>
              </p14:cNvPr>
              <p14:cNvContentPartPr/>
              <p14:nvPr/>
            </p14:nvContentPartPr>
            <p14:xfrm>
              <a:off x="12783131" y="7793322"/>
              <a:ext cx="1693800" cy="288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3992DB2-AD83-4896-AF64-9F02373F90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20491" y="7730322"/>
                <a:ext cx="1819440" cy="414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D0C88B-58B8-4121-857E-E8CCE9DC822A}"/>
              </a:ext>
            </a:extLst>
          </p:cNvPr>
          <p:cNvSpPr txBox="1"/>
          <p:nvPr/>
        </p:nvSpPr>
        <p:spPr>
          <a:xfrm>
            <a:off x="12234387" y="7755720"/>
            <a:ext cx="2749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94830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Letters of Administration with Will Annexed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550325"/>
            <a:ext cx="269045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When Applicable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4149209"/>
            <a:ext cx="26904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executor appointed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954310"/>
            <a:ext cx="26904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Executor refuses or is incapable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59410"/>
            <a:ext cx="26904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Executor dies before administration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045268" y="355032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Who Can Apply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045268" y="4149209"/>
            <a:ext cx="43124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Universal or residuary legatee, or any person with beneficial interest in the estate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45268" y="5441990"/>
            <a:ext cx="43124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Procedure similar to probate. If Will is contested, becomes contentious case (Sec. 295)</a:t>
            </a:r>
            <a:endParaRPr lang="en-US" sz="17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3CAB7F-39B1-49DC-9884-79BAF1146FBC}"/>
              </a:ext>
            </a:extLst>
          </p:cNvPr>
          <p:cNvSpPr txBox="1"/>
          <p:nvPr/>
        </p:nvSpPr>
        <p:spPr>
          <a:xfrm>
            <a:off x="12323137" y="7783033"/>
            <a:ext cx="2551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8777"/>
            <a:ext cx="1107162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Letters of Administration (Without Will)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186827"/>
            <a:ext cx="4196358" cy="3393996"/>
          </a:xfrm>
          <a:prstGeom prst="roundRect">
            <a:avLst>
              <a:gd name="adj" fmla="val 4311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315634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551688" y="284666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55761" y="301680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7538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Purpose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084" y="426196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when deceased dies intestate; filed by legal heir for immovable property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186827"/>
            <a:ext cx="4196358" cy="3393996"/>
          </a:xfrm>
          <a:prstGeom prst="roundRect">
            <a:avLst>
              <a:gd name="adj" fmla="val 4311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216962" y="315634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974860" y="284666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78933" y="301680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753802"/>
            <a:ext cx="368177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Petition Requirements (Sec. 278)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74256" y="463403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Death details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474256" y="507623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details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474256" y="5518428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details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474256" y="596062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Jurisdiction details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40133" y="3186827"/>
            <a:ext cx="4196358" cy="3393996"/>
          </a:xfrm>
          <a:prstGeom prst="roundRect">
            <a:avLst>
              <a:gd name="adj" fmla="val 4311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640133" y="3156347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1398032" y="284666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602105" y="301680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897427" y="37538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Effect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897427" y="426196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granted, administrator can manage and distribute estate to legal heirs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8B1B237-58B8-4556-870E-F541B6052278}"/>
                  </a:ext>
                </a:extLst>
              </p14:cNvPr>
              <p14:cNvContentPartPr/>
              <p14:nvPr/>
            </p14:nvContentPartPr>
            <p14:xfrm>
              <a:off x="12769451" y="7812762"/>
              <a:ext cx="1682640" cy="269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8B1B237-58B8-4556-870E-F541B60522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06451" y="7750122"/>
                <a:ext cx="1808280" cy="39492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FB28334-01E4-477E-9136-90AE814F7D27}"/>
              </a:ext>
            </a:extLst>
          </p:cNvPr>
          <p:cNvSpPr txBox="1"/>
          <p:nvPr/>
        </p:nvSpPr>
        <p:spPr>
          <a:xfrm>
            <a:off x="12194831" y="7758876"/>
            <a:ext cx="243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853"/>
            <a:ext cx="607575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Succession Certificate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308741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25431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730222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4504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 Movable Assets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28224" y="395859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Debts, securities, PF, shares, bank accounts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308741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51396" y="25431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2730222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4504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Only Intestate Cases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5451396" y="395859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Restrictions under Sec. 370; petition under Sec. 372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308741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74568" y="25431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273022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4504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Legal Effect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9874568" y="395859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Empowers holder to collect securities; gives indemnity to debtors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5536883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3E5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604" y="5880973"/>
            <a:ext cx="283488" cy="2268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30906" y="5820370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 confer ownership—only authority to manage and collect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93790" y="67558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Petition must include death details, residence, family details, and list of debts/securities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82B6311-1A77-44FB-B6B1-75F2C017A970}"/>
                  </a:ext>
                </a:extLst>
              </p14:cNvPr>
              <p14:cNvContentPartPr/>
              <p14:nvPr/>
            </p14:nvContentPartPr>
            <p14:xfrm>
              <a:off x="12759011" y="7744722"/>
              <a:ext cx="1701000" cy="369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82B6311-1A77-44FB-B6B1-75F2C017A9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696011" y="7681722"/>
                <a:ext cx="182664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AC6CCE8-0B6C-41A7-94E4-939A31A2445E}"/>
                  </a:ext>
                </a:extLst>
              </p14:cNvPr>
              <p14:cNvContentPartPr/>
              <p14:nvPr/>
            </p14:nvContentPartPr>
            <p14:xfrm>
              <a:off x="14055731" y="7984507"/>
              <a:ext cx="417240" cy="105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AC6CCE8-0B6C-41A7-94E4-939A31A244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993091" y="7921507"/>
                <a:ext cx="542880" cy="23076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77B3BD0-4414-4878-82DC-AAE7F13DAE5B}"/>
              </a:ext>
            </a:extLst>
          </p:cNvPr>
          <p:cNvSpPr txBox="1"/>
          <p:nvPr/>
        </p:nvSpPr>
        <p:spPr>
          <a:xfrm>
            <a:off x="12195753" y="7776620"/>
            <a:ext cx="2434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4680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Heirship Certificate (Bombay Regulation VIII of 1827) 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7776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&amp; certifies legal heirs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219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when heirship is disputed or for convenience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62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determine ownership—only recognizes status </a:t>
            </a:r>
            <a:endParaRPr lang="en-US" sz="17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D3751-BD17-45CF-9308-B35A6C4CE47B}"/>
              </a:ext>
            </a:extLst>
          </p:cNvPr>
          <p:cNvSpPr txBox="1"/>
          <p:nvPr/>
        </p:nvSpPr>
        <p:spPr>
          <a:xfrm>
            <a:off x="12206177" y="7846551"/>
            <a:ext cx="2519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0AF34-D439-FDB7-EF7C-CE673F71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4759E3-3FF8-DF08-86B9-F795DDCDC453}"/>
              </a:ext>
            </a:extLst>
          </p:cNvPr>
          <p:cNvSpPr/>
          <p:nvPr/>
        </p:nvSpPr>
        <p:spPr>
          <a:xfrm>
            <a:off x="711200" y="-130909"/>
            <a:ext cx="14845267" cy="64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What Happens when a Man Dies without a Will in India </a:t>
            </a:r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0AC4BB63-585C-604C-FF15-58EB5A01B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1815" y="25069"/>
            <a:ext cx="521496" cy="5214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3F91D50-0F05-A2FE-5412-31F2C3C8FCA8}"/>
                  </a:ext>
                </a:extLst>
              </p14:cNvPr>
              <p14:cNvContentPartPr/>
              <p14:nvPr/>
            </p14:nvContentPartPr>
            <p14:xfrm>
              <a:off x="12769451" y="7825002"/>
              <a:ext cx="1703880" cy="248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3F91D50-0F05-A2FE-5412-31F2C3C8FCA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06451" y="7761911"/>
                <a:ext cx="1829520" cy="374582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87FAD69-350F-79E3-62D3-32AA4BC017A4}"/>
              </a:ext>
            </a:extLst>
          </p:cNvPr>
          <p:cNvSpPr txBox="1"/>
          <p:nvPr/>
        </p:nvSpPr>
        <p:spPr>
          <a:xfrm>
            <a:off x="12195543" y="7750596"/>
            <a:ext cx="2434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©Pereira &amp; Associates</a:t>
            </a:r>
          </a:p>
          <a:p>
            <a:endParaRPr lang="en-IN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3961E59-C379-F696-B9DC-5BEF9A805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693691"/>
              </p:ext>
            </p:extLst>
          </p:nvPr>
        </p:nvGraphicFramePr>
        <p:xfrm>
          <a:off x="183043" y="1044544"/>
          <a:ext cx="5574988" cy="6971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627">
                  <a:extLst>
                    <a:ext uri="{9D8B030D-6E8A-4147-A177-3AD203B41FA5}">
                      <a16:colId xmlns:a16="http://schemas.microsoft.com/office/drawing/2014/main" val="2968855518"/>
                    </a:ext>
                  </a:extLst>
                </a:gridCol>
                <a:gridCol w="1369550">
                  <a:extLst>
                    <a:ext uri="{9D8B030D-6E8A-4147-A177-3AD203B41FA5}">
                      <a16:colId xmlns:a16="http://schemas.microsoft.com/office/drawing/2014/main" val="2880262247"/>
                    </a:ext>
                  </a:extLst>
                </a:gridCol>
                <a:gridCol w="2692811">
                  <a:extLst>
                    <a:ext uri="{9D8B030D-6E8A-4147-A177-3AD203B41FA5}">
                      <a16:colId xmlns:a16="http://schemas.microsoft.com/office/drawing/2014/main" val="241527156"/>
                    </a:ext>
                  </a:extLst>
                </a:gridCol>
              </a:tblGrid>
              <a:tr h="1197509">
                <a:tc>
                  <a:txBody>
                    <a:bodyPr/>
                    <a:lstStyle/>
                    <a:p>
                      <a:r>
                        <a:rPr lang="en-US" dirty="0"/>
                        <a:t>Class/ Category, in Order of </a:t>
                      </a:r>
                      <a:r>
                        <a:rPr lang="en-US" dirty="0" err="1"/>
                        <a:t>Sucession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Inherits?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Conditions/Legal; Notes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859730"/>
                  </a:ext>
                </a:extLst>
              </a:tr>
              <a:tr h="1197509">
                <a:tc>
                  <a:txBody>
                    <a:bodyPr/>
                    <a:lstStyle/>
                    <a:p>
                      <a:r>
                        <a:rPr lang="en-IN" b="1" dirty="0"/>
                        <a:t>Class I Heirs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Son, Daughter Widow, Mother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All these heirs inherit simultaneously and equally  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789531"/>
                  </a:ext>
                </a:extLst>
              </a:tr>
              <a:tr h="1556762">
                <a:tc>
                  <a:txBody>
                    <a:bodyPr/>
                    <a:lstStyle/>
                    <a:p>
                      <a:r>
                        <a:rPr lang="en-IN" b="1" dirty="0"/>
                        <a:t>Class II Heirs – Group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Father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Inherits only if no Class I heir exists.- Father alone in Group 1, so he takes entire property if alive. 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204434"/>
                  </a:ext>
                </a:extLst>
              </a:tr>
              <a:tr h="1197509">
                <a:tc>
                  <a:txBody>
                    <a:bodyPr/>
                    <a:lstStyle/>
                    <a:p>
                      <a:r>
                        <a:rPr lang="en-IN" b="1" dirty="0"/>
                        <a:t>Class II Heirs – Group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Son's son, Son's daughter, Brother, Sister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Applies only if father (Group 1) is deceased. All heirs in the same group inherit equally.  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619642"/>
                  </a:ext>
                </a:extLst>
              </a:tr>
              <a:tr h="1556762">
                <a:tc>
                  <a:txBody>
                    <a:bodyPr/>
                    <a:lstStyle/>
                    <a:p>
                      <a:r>
                        <a:rPr lang="en-IN" b="1" dirty="0"/>
                        <a:t>Class II Heirs – Group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Daughter's son Daughter's daughter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Comes into play only if Groups 1 and 2 have no surviving heirs.- All members of Group 3 share equally.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2480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E8E4CB-2E6E-054F-6D81-1130072676DE}"/>
              </a:ext>
            </a:extLst>
          </p:cNvPr>
          <p:cNvSpPr txBox="1"/>
          <p:nvPr/>
        </p:nvSpPr>
        <p:spPr>
          <a:xfrm>
            <a:off x="404038" y="594924"/>
            <a:ext cx="5353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Hindu Succession Law for Hindu Male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0B8AF25-D3C7-A6D8-7CBC-57F01773B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426428"/>
              </p:ext>
            </p:extLst>
          </p:nvPr>
        </p:nvGraphicFramePr>
        <p:xfrm>
          <a:off x="6273227" y="901953"/>
          <a:ext cx="8174130" cy="6878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3413564803"/>
                    </a:ext>
                  </a:extLst>
                </a:gridCol>
                <a:gridCol w="2243904">
                  <a:extLst>
                    <a:ext uri="{9D8B030D-6E8A-4147-A177-3AD203B41FA5}">
                      <a16:colId xmlns:a16="http://schemas.microsoft.com/office/drawing/2014/main" val="1592242822"/>
                    </a:ext>
                  </a:extLst>
                </a:gridCol>
                <a:gridCol w="2215813">
                  <a:extLst>
                    <a:ext uri="{9D8B030D-6E8A-4147-A177-3AD203B41FA5}">
                      <a16:colId xmlns:a16="http://schemas.microsoft.com/office/drawing/2014/main" val="2094540004"/>
                    </a:ext>
                  </a:extLst>
                </a:gridCol>
                <a:gridCol w="2215813">
                  <a:extLst>
                    <a:ext uri="{9D8B030D-6E8A-4147-A177-3AD203B41FA5}">
                      <a16:colId xmlns:a16="http://schemas.microsoft.com/office/drawing/2014/main" val="3260903811"/>
                    </a:ext>
                  </a:extLst>
                </a:gridCol>
              </a:tblGrid>
              <a:tr h="96273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Muslim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Christian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Parsi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079381"/>
                  </a:ext>
                </a:extLst>
              </a:tr>
              <a:tr h="976106">
                <a:tc>
                  <a:txBody>
                    <a:bodyPr/>
                    <a:lstStyle/>
                    <a:p>
                      <a:r>
                        <a:rPr lang="en-IN" b="1" dirty="0"/>
                        <a:t>Orders of Heirs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Sharers (fixed Quranic fractions)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 err="1"/>
                        <a:t>Residuaries</a:t>
                      </a:r>
                      <a:r>
                        <a:rPr lang="en-IN" b="1" dirty="0"/>
                        <a:t> (</a:t>
                      </a:r>
                      <a:r>
                        <a:rPr lang="en-IN" b="1" dirty="0" err="1"/>
                        <a:t>Asabah</a:t>
                      </a:r>
                      <a:r>
                        <a:rPr lang="en-IN" b="1" dirty="0"/>
                        <a:t>) 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Distant kindred →State (Bait-ul-Mal)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b="1" dirty="0"/>
                        <a:t>Widow + children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b="1" dirty="0"/>
                        <a:t>Widow + parents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b="1" dirty="0"/>
                        <a:t>Parents/</a:t>
                      </a:r>
                      <a:r>
                        <a:rPr lang="en-IN" b="1" dirty="0" err="1"/>
                        <a:t>siblings→Kindred</a:t>
                      </a:r>
                      <a:r>
                        <a:rPr lang="en-IN" b="1" dirty="0"/>
                        <a:t> →State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b="1" dirty="0"/>
                        <a:t>Widow + children + parents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b="1" dirty="0"/>
                        <a:t>If no children → widow + parents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b="1" dirty="0"/>
                        <a:t>Siblings → Next of kin → State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385354"/>
                  </a:ext>
                </a:extLst>
              </a:tr>
              <a:tr h="976106">
                <a:tc>
                  <a:txBody>
                    <a:bodyPr/>
                    <a:lstStyle/>
                    <a:p>
                      <a:r>
                        <a:rPr lang="en-IN" b="1" dirty="0"/>
                        <a:t>Widow’s Share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1/4 (if no children) or 1/8 (if children exist) 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1/3 (if children) or 1/2 (if only parents)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Equal share with children and parents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648561"/>
                  </a:ext>
                </a:extLst>
              </a:tr>
              <a:tr h="976106">
                <a:tc>
                  <a:txBody>
                    <a:bodyPr/>
                    <a:lstStyle/>
                    <a:p>
                      <a:r>
                        <a:rPr lang="en-IN" b="1" dirty="0"/>
                        <a:t>Children’s Share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Son gets double share of daughter (Quranic rule)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Sons and daughters inherit equally 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Sons and daughters inherit equally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736173"/>
                  </a:ext>
                </a:extLst>
              </a:tr>
              <a:tr h="976106">
                <a:tc>
                  <a:txBody>
                    <a:bodyPr/>
                    <a:lstStyle/>
                    <a:p>
                      <a:endParaRPr lang="en-IN" b="1" dirty="0"/>
                    </a:p>
                    <a:p>
                      <a:r>
                        <a:rPr lang="en-IN" b="1" dirty="0"/>
                        <a:t>Parents’ Rights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Each parent gets 1/6 (if children exist); larger share if none .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Inherit only if no children (leftover after widow)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Share equally with children and widow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44306"/>
                  </a:ext>
                </a:extLst>
              </a:tr>
              <a:tr h="976106">
                <a:tc>
                  <a:txBody>
                    <a:bodyPr/>
                    <a:lstStyle/>
                    <a:p>
                      <a:r>
                        <a:rPr lang="en-IN" b="1" dirty="0"/>
                        <a:t>Will (Testamentary Freedom)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Can will only 1/3 of  </a:t>
                      </a:r>
                      <a:r>
                        <a:rPr lang="en-IN" b="1" dirty="0"/>
                        <a:t>property (without heirs’ 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Can will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Can will 100%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5926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24DE711-341E-1C82-D128-ABF3961EDCBB}"/>
              </a:ext>
            </a:extLst>
          </p:cNvPr>
          <p:cNvSpPr txBox="1"/>
          <p:nvPr/>
        </p:nvSpPr>
        <p:spPr>
          <a:xfrm>
            <a:off x="6273227" y="508450"/>
            <a:ext cx="817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Succession Without a Will in India for Male. Comparison Across Major Religions 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6156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EA47E4-E775-A1E4-F013-38D85AE016E8}"/>
                  </a:ext>
                </a:extLst>
              </p14:cNvPr>
              <p14:cNvContentPartPr/>
              <p14:nvPr/>
            </p14:nvContentPartPr>
            <p14:xfrm>
              <a:off x="6578340" y="434312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EA47E4-E775-A1E4-F013-38D85AE016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5340" y="428012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 descr="A person holding a white card">
            <a:extLst>
              <a:ext uri="{FF2B5EF4-FFF2-40B4-BE49-F238E27FC236}">
                <a16:creationId xmlns:a16="http://schemas.microsoft.com/office/drawing/2014/main" id="{F72A86AF-332E-7DF4-BC13-9C37E0261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839047" y="2824424"/>
            <a:ext cx="3993766" cy="1996883"/>
          </a:xfrm>
          <a:prstGeom prst="rect">
            <a:avLst/>
          </a:prstGeom>
        </p:spPr>
      </p:pic>
      <p:pic>
        <p:nvPicPr>
          <p:cNvPr id="23" name="Picture 22" descr="A blu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E7E33403-FEC5-E765-342E-6559A9D1B3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21890" t="27369" r="17728" b="26083"/>
          <a:stretch>
            <a:fillRect/>
          </a:stretch>
        </p:blipFill>
        <p:spPr>
          <a:xfrm>
            <a:off x="1408414" y="127999"/>
            <a:ext cx="2490177" cy="1279757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7DF6F6-2F3A-5E54-4915-B072338C1A48}"/>
              </a:ext>
            </a:extLst>
          </p:cNvPr>
          <p:cNvSpPr/>
          <p:nvPr/>
        </p:nvSpPr>
        <p:spPr>
          <a:xfrm>
            <a:off x="189054" y="1569626"/>
            <a:ext cx="7126145" cy="342236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20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Adv. Darryl Pereira,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C/o Pereira &amp; Associates,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Advocates &amp; Notary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Office : 604, 6th Floor, Pooja Apartments,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Behind Parsee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Agyari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,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Chinchpokli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 Road,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Off. Hill Road, Bandra West Mumbai 400050, India </a:t>
            </a:r>
          </a:p>
          <a:p>
            <a:pPr algn="ctr"/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6137AC-46CC-78AA-76F6-A91CBA8B0231}"/>
              </a:ext>
            </a:extLst>
          </p:cNvPr>
          <p:cNvSpPr txBox="1"/>
          <p:nvPr/>
        </p:nvSpPr>
        <p:spPr>
          <a:xfrm>
            <a:off x="6730740" y="5168666"/>
            <a:ext cx="78996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Adv. Darryl Pereira</a:t>
            </a:r>
          </a:p>
          <a:p>
            <a:pPr algn="just"/>
            <a:r>
              <a:rPr lang="en-IN" sz="20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Email: </a:t>
            </a:r>
            <a:r>
              <a:rPr lang="en-IN" sz="20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darrylpereira@yahoo.com</a:t>
            </a:r>
            <a:r>
              <a:rPr lang="en-IN" sz="20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Mobile No. +91 9167734342 </a:t>
            </a:r>
          </a:p>
          <a:p>
            <a:pPr algn="just"/>
            <a:endParaRPr lang="en-IN" sz="20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Adv. Natasha Kasad </a:t>
            </a:r>
          </a:p>
          <a:p>
            <a:pPr algn="just"/>
            <a:r>
              <a:rPr lang="en-IN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Email:</a:t>
            </a:r>
            <a:r>
              <a:rPr lang="en-IN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pereiraassociates604@gmail.com</a:t>
            </a:r>
            <a:r>
              <a:rPr lang="en-IN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Mobile No. +91 9769302381  </a:t>
            </a:r>
          </a:p>
          <a:p>
            <a:pPr algn="just"/>
            <a:endParaRPr lang="en-IN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Adv. Beverly Fernandes</a:t>
            </a:r>
          </a:p>
          <a:p>
            <a:pPr algn="just"/>
            <a:r>
              <a:rPr lang="en-IN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Email: </a:t>
            </a:r>
            <a:r>
              <a:rPr lang="en-IN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pereiraassociates604@gmail.com</a:t>
            </a:r>
            <a:r>
              <a:rPr lang="en-IN" sz="2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 Mobile  No. +91 9920844503 </a:t>
            </a:r>
          </a:p>
          <a:p>
            <a:r>
              <a:rPr lang="en-IN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endParaRPr lang="en-IN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C5BF3-86B0-EDE9-2BE3-FA02D3746095}"/>
              </a:ext>
            </a:extLst>
          </p:cNvPr>
          <p:cNvSpPr txBox="1"/>
          <p:nvPr/>
        </p:nvSpPr>
        <p:spPr>
          <a:xfrm>
            <a:off x="12145569" y="7860268"/>
            <a:ext cx="318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©Pereira &amp; Associates </a:t>
            </a:r>
          </a:p>
        </p:txBody>
      </p:sp>
    </p:spTree>
    <p:extLst>
      <p:ext uri="{BB962C8B-B14F-4D97-AF65-F5344CB8AC3E}">
        <p14:creationId xmlns:p14="http://schemas.microsoft.com/office/powerpoint/2010/main" val="2498276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972</Words>
  <Application>Microsoft Office PowerPoint</Application>
  <PresentationFormat>Custom</PresentationFormat>
  <Paragraphs>161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Petrona Bold</vt:lpstr>
      <vt:lpstr>Aharoni</vt:lpstr>
      <vt:lpstr>Inter</vt:lpstr>
      <vt:lpstr>Times New Roman</vt:lpstr>
      <vt:lpstr>Arial Black</vt:lpstr>
      <vt:lpstr>Wingdings</vt:lpstr>
      <vt:lpstr>Petrona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lastModifiedBy>LENOVO</cp:lastModifiedBy>
  <cp:revision>10</cp:revision>
  <dcterms:created xsi:type="dcterms:W3CDTF">2025-11-24T07:56:24Z</dcterms:created>
  <dcterms:modified xsi:type="dcterms:W3CDTF">2026-02-10T14:02:02Z</dcterms:modified>
</cp:coreProperties>
</file>