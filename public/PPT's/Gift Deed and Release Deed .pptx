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3.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notesSlides/notesSlide6.xml" ContentType="application/vnd.openxmlformats-officedocument.presentationml.notesSlide+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7.xml" ContentType="application/vnd.openxmlformats-officedocument.presentationml.notesSlide+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notesSlides/notesSlide8.xml" ContentType="application/vnd.openxmlformats-officedocument.presentationml.notesSlide+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notesSlides/notesSlide9.xml" ContentType="application/vnd.openxmlformats-officedocument.presentationml.notesSlide+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notesSlides/notesSlide10.xml" ContentType="application/vnd.openxmlformats-officedocument.presentationml.notesSlide+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65.xml" ContentType="application/inkml+xml"/>
  <Override PartName="/ppt/ink/ink66.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notesSlides/notesSlide15.xml" ContentType="application/vnd.openxmlformats-officedocument.presentationml.notesSlide+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notesSlides/notesSlide16.xml" ContentType="application/vnd.openxmlformats-officedocument.presentationml.notesSlide+xml"/>
  <Override PartName="/ppt/ink/ink78.xml" ContentType="application/inkml+xml"/>
  <Override PartName="/ppt/ink/ink79.xml" ContentType="application/inkml+xml"/>
  <Override PartName="/ppt/ink/ink80.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91.xml" ContentType="application/inkml+xml"/>
  <Override PartName="/ppt/ink/ink92.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93.xml" ContentType="application/inkml+xml"/>
  <Override PartName="/ppt/ink/ink9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79"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4630400" cy="8229600"/>
  <p:notesSz cx="8229600" cy="14630400"/>
  <p:embeddedFontLst>
    <p:embeddedFont>
      <p:font typeface="DM Sans" pitchFamily="2" charset="0"/>
      <p:regular r:id="rId27"/>
      <p:bold r:id="rId28"/>
      <p:boldItalic r:id="rId29"/>
    </p:embeddedFont>
    <p:embeddedFont>
      <p:font typeface="Libre Baskerville" panose="02000000000000000000" pitchFamily="2" charset="0"/>
      <p:regular r:id="rId30"/>
      <p:bold r:id="rId31"/>
      <p: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9" d="100"/>
          <a:sy n="49" d="100"/>
        </p:scale>
        <p:origin x="94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1:06.563"/>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1:26.749"/>
    </inkml:context>
    <inkml:brush xml:id="br0">
      <inkml:brushProperty name="width" value="0.2" units="cm"/>
      <inkml:brushProperty name="height" value="0.2" units="cm"/>
      <inkml:brushProperty name="color" value="#FFFFFF"/>
    </inkml:brush>
  </inkml:definitions>
  <inkml:trace contextRef="#ctx0" brushRef="#br0">184 245 24575,'-54'1'0,"-59"-3"0,98-2 0,15 4 0,0 0 0,0 0 0,-1-1 0,1 1 0,0 0 0,0 0 0,0 0 0,0 0 0,0 0 0,0-1 0,0 1 0,0 0 0,0 0 0,0 0 0,0 0 0,0-1 0,0 1 0,0 0 0,0 0 0,0 0 0,0 0 0,0 0 0,0-1 0,0 1 0,0 0 0,0 0 0,1 0 0,-1 0 0,0 0 0,0-1 0,0 1 0,0 0 0,0 0 0,0 0 0,0 0 0,1 0 0,-1 0 0,0 0 0,0 0 0,0-1 0,0 1 0,1 0 0,25-10 0,296-41 0,-158 28 0,-33-2 0,-71 12 0,79-7 0,-138 20 0,20-2 0,33-6 0,-47 7 0,0-1 0,0-1 0,-1 1 0,1-1 0,-1 0 0,1-1 0,-1 0 0,8-6 0,0-1 0,-7 6 0,0 0 0,-1 0 0,0-1 0,7-8 0,-13 11 0,-8 5 0,-19 11 0,17-7 0,-23 9 0,-1-2 0,-48 13 0,-75 9 0,93-22 0,-28 0 0,65-11 0,0 2 0,-31 8 0,49-8 0,9-1 0,16 1 0,28-1 0,92-3-1365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1:48.804"/>
    </inkml:context>
    <inkml:brush xml:id="br0">
      <inkml:brushProperty name="width" value="0.2" units="cm"/>
      <inkml:brushProperty name="height" value="0.2" units="cm"/>
      <inkml:brushProperty name="color" value="#FFFFFF"/>
    </inkml:brush>
  </inkml:definitions>
  <inkml:trace contextRef="#ctx0" brushRef="#br0">1453 123 24575,'582'16'0,"-522"-13"0,114 8 0,178 35 0,-305-35 0,88 34 0,-113-38 0,0-2 0,0 0 0,1-1 0,31 1 0,7 2 0,42 2 0,156-5 0,-170-5 0,-61-1 0,0-1 0,0-1 0,30-10 0,-32 8 0,78-19 0,60-14 0,-105 26 0,-32 6 0,49-5 0,22-1 0,-54 7 0,48-2 0,42-5 0,-2 0 0,-45 14 0,44-2 0,-128 1 0,1-1 0,0 0 0,-1 0 0,1 0 0,-1 0 0,1 0 0,-1-1 0,0 1 0,1-1 0,3-3 0,-6 4 0,0 1 0,-1-1 0,1 1 0,-1-1 0,1 1 0,0-1 0,-1 0 0,1 0 0,-1 1 0,1-1 0,-1 0 0,0 0 0,1 1 0,-1-1 0,0 0 0,1 0 0,-1 0 0,0 0 0,0 1 0,0-1 0,0 0 0,0 0 0,0 0 0,0 0 0,0 0 0,0 0 0,0 1 0,0-1 0,-1 0 0,1 0 0,0 0 0,-1 0 0,1 1 0,-1-1 0,1 0 0,0 0 0,-1 1 0,0-1 0,1 0 0,-1 1 0,1-1 0,-1 1 0,0-1 0,1 1 0,-1-1 0,0 1 0,0-1 0,-1 0 0,-3-2 0,-1-1 0,0 1 0,0 1 0,0-1 0,0 1 0,0 0 0,-1 0 0,1 1 0,-1-1 0,1 2 0,-1-1 0,-7 1 0,-12 0 0,-44 7 0,53-5 0,-298 19 0,-1-21 0,143-2 0,-519 1 0,763-2 0,113-21 0,-127 14 0,1 2 0,0 3 0,86 3 0,-142 2 0,-1 0 0,0 0 0,0 0 0,0 0 0,0 0 0,1 1 0,-1-1 0,0 0 0,0 1 0,0-1 0,0 1 0,0-1 0,0 1 0,2 1 0,-3-1 0,0-1 0,0 1 0,0 0 0,0-1 0,0 1 0,0-1 0,0 1 0,0 0 0,0-1 0,0 1 0,0 0 0,0-1 0,0 1 0,0-1 0,-1 1 0,1 0 0,0-1 0,0 1 0,-1-1 0,1 1 0,0-1 0,-1 1 0,1-1 0,-1 1 0,1-1 0,-1 1 0,1-1 0,-1 0 0,1 1 0,-1-1 0,1 0 0,-1 1 0,0-1 0,-13 10 0,-1-1 0,0 0 0,0-1 0,-1-1 0,-19 6 0,4-1 0,-332 128 0,-200 85 0,545-217 0,-26 13 0,42-20 0,-1 0 0,1 0 0,0 1 0,0-1 0,0 1 0,0 0 0,0-1 0,1 1 0,-1 0 0,0 0 0,1 0 0,-1 0 0,-1 4 0,3-5 0,0-1 0,0 1 0,0-1 0,0 1 0,0 0 0,0-1 0,0 1 0,1 0 0,-1-1 0,0 1 0,0-1 0,1 1 0,-1-1 0,0 1 0,1-1 0,-1 1 0,0-1 0,1 1 0,-1-1 0,1 1 0,-1-1 0,1 1 0,-1-1 0,1 0 0,-1 1 0,1-1 0,-1 0 0,1 1 0,-1-1 0,1 0 0,0 0 0,-1 0 0,1 0 0,-1 1 0,1-1 0,0 0 0,18 4 0,0 0 0,0-1 0,0-1 0,22 0 0,-10 0 0,367 9 0,-119-6 0,-260-3 0,-27 0 0,-46 3 0,-90 0 0,-69-1-164,-61-1-655,-1614 0-1162,1071-4 1576,942-1 972,0-6 0,0-5 0,242-59 0,-181 17-620,347-153 1,-512 199 52,41-23 0,-56 29 0,-1 0 0,0-1 0,-1 0 0,1 0 0,-1 0 0,1 0 0,-1-1 0,6-8 0,-10 12 5,1 0 1,-1 1 0,1-1-1,-1 0 1,0 0 0,1 1-1,-1-1 1,0 0 0,1 0-1,-1 0 1,0 1 0,0-1-1,0 0 1,0 0 0,0 0-1,0 0 1,0 0 0,0 1 0,0-1-1,0 0 1,0 0 0,-1 0-1,1 0 1,0 1 0,-1-1-1,1-1 1,-2 1 21,1 0 0,0-1 0,0 1 0,-1 0 0,1 0 0,-1 0 0,1 0 0,0 1 0,-1-1 0,0 0 0,1 1 0,-4-2 0,-5 0 133,-1 0 0,0 1 0,-15-1 0,21 2-135,-30-1-2,-58 5 1,77-2-26,0 1 0,0 0 1,0 1-1,1 0 1,-28 13-1,34-9 2,15-4 0,20-3 0,15-5 0,0-2 0,59-16 0,79-32 0,-154 46 0,9-3 109,-17 7-320,1-1 1,-1-1-1,-1-1 1,1 0-1,-1-1 0,26-18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1:55.948"/>
    </inkml:context>
    <inkml:brush xml:id="br0">
      <inkml:brushProperty name="width" value="0.05" units="cm"/>
      <inkml:brushProperty name="height" value="0.05" units="cm"/>
      <inkml:brushProperty name="color" value="#FFFFFF"/>
    </inkml:brush>
  </inkml:definitions>
  <inkml:trace contextRef="#ctx0" brushRef="#br0">73 1781 24575,'-13'0'0,"-20"-1"0,31 1 0,0 0 0,1 0 0,-1 0 0,1-1 0,-1 1 0,1 0 0,-1-1 0,1 1 0,0-1 0,-1 0 0,1 0 0,0 1 0,-1-1 0,1 0 0,0 0 0,-2-1 0,3 1 0,0 1 0,0 0 0,0-1 0,0 1 0,0 0 0,0-1 0,-1 1 0,1 0 0,0-1 0,0 1 0,0 0 0,0-1 0,0 1 0,0 0 0,0-1 0,1 1 0,-1 0 0,0-1 0,0 1 0,0 0 0,0-1 0,0 1 0,0 0 0,1 0 0,-1-1 0,0 1 0,0 0 0,0-1 0,1 1 0,-1 0 0,0 0 0,0 0 0,1-1 0,-1 1 0,0 0 0,1 0 0,13-9 0,-13 9 0,88-36 0,-15 9 0,77-35 0,167-67-664,361-150-1404,-328 131 1785,448-206-758,-616 255 1440,-182 99-393,21-15 1431,-15 6-662,-7 9-746,0-1 0,0 1 0,0 0 0,0-1 0,0 1 0,0 0 0,0 0 1,0-1-1,0 1 0,0 0 0,-1 0 0,1-1 0,0 1 0,0 0 0,0 0 0,0 0 0,-1-1 0,1 1 0,0 0 0,0 0 1,0 0-1,-1-1 0,1 1 0,0 0 0,0 0 0,-1 0 0,1 0 0,0 0 0,-1 0 0,1 0 0,0 0 0,0 0 0,-1 0 0,1 0 1,-1 0-1,-12-2 54,0 0 0,0 2-1,-21 1 1,22-1-49,-245 23-2,125-8-37,-954 145-1543,825-116 1377,-201 24-34,437-67 205,25-1 0,0 0 0,0 0 0,0 0 0,0 0 0,0 0 0,0 0 0,1-1 0,-1 1 0,0 0 0,0 0 0,0 0 0,0 0 0,0 0 0,0 0 0,0 0 0,0 0 0,0 0 0,0 0 0,0 0 0,0 0 0,0 0 0,0-1 0,0 1 0,0 0 0,0 0 0,0 0 0,0 0 0,0 0 0,0 0 0,0 0 0,0 0 0,0 0 0,0-1 0,0 1 0,0 0 0,0 0 0,0 0 0,0 0 0,0 0 0,0 0 0,0 0 0,0 0 0,0 0 0,0 0 0,0-1 0,0 1 0,0 0 0,0 0 0,0 0 0,0 0 0,0 0 0,0 0 0,0 0 0,-1 0 0,44-16 0,-26 10 0,16-5 1,413-132 209,66 11-767,320-97-1194,-745 201 1676,150-57 67,-230 82 50,-1 0 0,0-1 0,1 1 0,8-8 0,-15 11-25,1-1 1,-1 1 0,1 0 0,-1 0 0,1-1 0,-1 1 0,0 0 0,1-1 0,-1 1 0,0 0 0,1-1-1,-1 1 1,0 0 0,1-1 0,-1 1 0,0-1 0,0 1 0,0-1 0,1 1 0,-1-1 0,0 1 0,0-1 0,0 1-1,0 0 1,0-1 0,0 1 0,0-1 0,0 1 0,0-1 0,0 1 0,0-1 0,0 1 0,0-1 0,0 1 0,-1-1-1,1 1 1,0-1 0,0 1 0,0-1 0,-1 1 0,1 0 0,0-1 0,-1 1 0,1-1 0,0 1 0,-1 0 0,1-1-1,0 1 1,-1 0 0,1 0 0,-1-1 0,0 1 0,-31-10 388,29 9-339,-131-20 614,-200-7 0,146 17-1547,-708-71 400,739 69-99,-415-16 1882,553 30-7818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2:17.50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2:38.813"/>
    </inkml:context>
    <inkml:brush xml:id="br0">
      <inkml:brushProperty name="width" value="0.35" units="cm"/>
      <inkml:brushProperty name="height" value="0.35" units="cm"/>
      <inkml:brushProperty name="color" value="#FFFFFF"/>
    </inkml:brush>
  </inkml:definitions>
  <inkml:trace contextRef="#ctx0" brushRef="#br0">1946 523 24575,'-177'0'0,"30"0"-96,-632 14-1774,109 35 1278,498-36 593,274-15 937,90-4 681,376-19-2727,-68 5 148,521-104 556,-1020 123 404,44-6 0,-38 5 0,-14 1 0,-35 0 208,0 2-1,-78 13 1,65-7 152,-662 117 478,465-75-786,113-24-52,-291 63 0,428-87 0,-13 2 0,0 1 0,1 1 0,0 0 0,-24 12 0,38-17 0,0 0 0,-1 0 0,1 0 0,0 0 0,0 0 0,-1 0 0,1 0 0,0 1 0,-1-1 0,1 0 0,0 0 0,0 0 0,-1 0 0,1 0 0,0 1 0,0-1 0,-1 0 0,1 0 0,0 0 0,0 1 0,0-1 0,0 0 0,-1 0 0,1 1 0,0-1 0,0 0 0,0 0 0,0 1 0,0-1 0,0 0 0,0 1 0,-1-1 0,1 0 0,0 1 0,0-1 0,0 0 0,0 0 0,0 1 0,1-1 0,-1 0 0,0 1 0,0-1 0,0 0 0,0 0 0,0 1 0,0-1 0,0 0 0,0 0 0,1 1 0,-1-1 0,0 0 0,0 0 0,0 1 0,1-1 0,-1 0 0,0 1 0,5 0-3,-1 1 0,1 0 0,0-1 0,-1 0 0,1 0 0,0 0-1,7 0 1,44 1 93,-48-2-55,357-24 289,-2-30-149,-155 23-175,-193 28 0,-33 4 0,-60 7 0,1 3 0,0 4 0,-145 48 0,-257 122 0,-10 9 0,401-162 0,80-26 0,16-3 0,22-2 0,-27-1 0,40-2 0,0-2 0,0-2 0,-1-2 0,0-1 0,52-20 0,265-104 0,-7-14 0,-323 132 0,-20 5 0,-9 10 0,0-1 0,0 1 0,0-1 0,0 1 0,0 0 0,-1-1 0,1 1 0,0 0 0,0-1 0,0 1 0,0 0 0,-1 0 0,1-1 0,0 1 0,0 0 0,-1 0 0,1-1 0,0 1 0,0 0 0,-1 0 0,1-1 0,0 1 0,-1 0 0,1 0 0,0 0 0,-1 0 0,1 0 0,0 0 0,-1 0 0,1-1 0,-1 1 0,1 0 0,-1 0 0,-18-3 0,-1 1 0,0 1 0,0 0 0,-27 3 0,-28-1 0,42-6 0,33 5 0,-1 0 0,1 0 0,0 0 0,0 0 0,-1 0 0,1 0 0,0-1 0,-1 1 0,1 0 0,0 0 0,0 0 0,-1 0 0,1 0 0,0 0 0,0-1 0,-1 1 0,1 0 0,0 0 0,0 0 0,0-1 0,-1 1 0,1 0 0,0 0 0,0-1 0,0 1 0,0 0 0,-1 0 0,1-1 0,0 1 0,0 0 0,0 0 0,0-1 0,0 1 0,0 0 0,0-1 0,0 1 0,0 0 0,0 0 0,0-1 0,0 1 0,0 0 0,0-1 0,0 1 0,0 0 0,0 0 0,1-1 0,-1 1 0,0 0 0,0 0 0,0-1 0,0 1 0,0 0 0,1 0 0,-1-1 0,0 1 0,0 0 0,0 0 0,1 0 0,-1-1 0,5-1 0,-1-1 0,1 1 0,-1 0 0,1 0 0,0 0 0,0 0 0,-1 1 0,8-1 0,52-6 0,-43 6 0,653-22-1409,-580 23 1282,876 2-276,-516 1 337,-433-2 66,-9 0 0,1 0 0,-1 0 0,1-1 0,-1 0 0,15-5 0,-26 6 21,0 0 0,0 0 1,0-1-1,0 1 1,0-1-1,1 1 1,-1-1-1,0 1 0,0-1 1,0 1-1,0-1 1,0 0-1,-1 0 1,1 0-1,0 1 0,0-1 1,0 0-1,-1 0 1,1 0-1,0 0 1,-1 0-1,1 0 1,-1 0-1,1-1 0,-1 1 1,0 0-1,1 0 1,-1 0-1,0 0 1,0-1-1,0 1 0,0 0 1,0 0-1,0 0 1,0-1-1,0 1 1,0 0-1,-1 0 0,1 0 1,-1 0-1,1 0 1,-1-2-1,-1-1 92,-1-1 1,0 1-1,1-1 0,-1 1 0,-1 0 1,1 0-1,-1 0 0,-4-3 0,-8-6-92,0 2 1,-29-15-1,10 6-20,18 10-1,-1 1 0,0 1 0,0 0 0,0 2 0,-1 0 0,0 1 0,0 1 0,-1 0 0,1 2 0,-1 0 0,-27 2 0,-32 0 0,-1 3 0,1 4 0,0 3 0,1 4 0,0 3 0,-84 31 0,114-28 0,1 3 0,1 1 0,-45 32 0,-9 6 0,98-61 0,1 0 0,-1 0 0,0 0 0,0 0 0,0 1 0,1-1 0,-1 0 0,1 1 0,-1 0 0,1-1 0,-1 1 0,1 0 0,0 0 0,0-1 0,0 1 0,0 0 0,0 0 0,0 0 0,1 1 0,-1-1 0,1 0 0,-1 0 0,1 0 0,0 0 0,0 0 0,0 1 0,0-1 0,1 3 0,0-1 0,0-1 0,0 0 0,0 0 0,1 0 0,-1-1 0,1 1 0,0 0 0,0-1 0,0 1 0,0-1 0,0 1 0,1-1 0,-1 0 0,1 0 0,-1 0 0,1 0 0,0 0 0,5 2 0,4 0 0,0 0 0,0 0 0,0-1 0,0 0 0,0-1 0,21 1 0,81-6 0,-57 1 0,-31 2 0,-4 0 0,28-4 0,-48 4 0,0 0 0,0-1 0,0 1 0,0-1 0,0 0 0,0 1 0,0-1 0,0 0 0,0 0 0,0 0 0,-1 0 0,4-3 0,-4 3 0,-1 0 0,1 0 0,0 0 0,-1 0 0,1 0 0,-1 0 0,0 0 0,1 0 0,-1 0 0,0 0 0,0 0 0,0 0 0,1 0 0,-1-1 0,0 1 0,-1 0 0,1 0 0,0 0 0,0 0 0,0 0 0,-1 0 0,1 0 0,0 0 0,-1 0 0,1 0 0,-2-2 0,-5-9 0,-1 0 0,-1 0 0,0 1 0,-1 0 0,-19-16 0,0-2 0,-70-72 0,-191-206 0,30 3 0,234 269 0,22 23 0,8 7 0,-2 5 0,0 0 0,-1 0 0,1 1 0,0-1 0,-1 0 0,1 1 0,0 0 0,-1-1 0,1 1 0,-1 0 0,1 0 0,2 1 0,33 25 0,-1 2 0,34 35 0,-9-9 0,310 252 0,-323-271 0,-20-14 0,59 36 0,-78-53 0,0-1 0,1 1 0,0-2 0,-1 1 0,1-1 0,1-1 0,-1 0 0,0 0 0,1-1 0,20 0 0,-28-1-52,0 0-1,0-1 1,0 1-1,0-1 1,0 0-1,0 0 1,-1 0-1,1 0 1,0 0-1,0-1 1,-1 1-1,1-1 1,-1 0-1,1 1 1,-1-1-1,0 0 1,0-1-1,0 1 1,0 0-1,0 0 0,0-1 1,0 0-1,-1 1 1,0-1-1,2-2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2:50.61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2:56.257"/>
    </inkml:context>
    <inkml:brush xml:id="br0">
      <inkml:brushProperty name="width" value="0.35" units="cm"/>
      <inkml:brushProperty name="height" value="0.35" units="cm"/>
      <inkml:brushProperty name="color" value="#FFFFFF"/>
    </inkml:brush>
  </inkml:definitions>
  <inkml:trace contextRef="#ctx0" brushRef="#br0">1316 1400 24575,'-844'0'0,"751"0"0,0 5 0,-128 23 0,216-27 0,0-1 0,0 2 0,0-1 0,0 0 0,0 1 0,0 0 0,0 0 0,0 0 0,0 1 0,1 0 0,-6 4 0,10-7 0,0 0 0,0 0 0,0 0 0,0 1 0,-1-1 0,1 0 0,0 0 0,0 0 0,0 0 0,0 1 0,0-1 0,0 0 0,0 0 0,0 0 0,0 0 0,0 1 0,0-1 0,0 0 0,0 0 0,0 0 0,1 0 0,-1 1 0,0-1 0,0 0 0,0 0 0,0 0 0,0 0 0,0 1 0,0-1 0,0 0 0,0 0 0,1 0 0,-1 0 0,0 0 0,0 0 0,0 0 0,0 1 0,0-1 0,1 0 0,-1 0 0,0 0 0,0 0 0,13 4 0,12-1 0,27-1 0,1-3 0,53-7 0,105-24 0,-40 5 0,-42 9 0,-1-5 0,127-42 0,38-7 0,-283 70 0,-1 0 0,1-1 0,0 0 0,-1 0 0,0-1 0,13-6 0,-19 7 0,1 1 0,-1-1 0,0 0 0,0 0 0,0 0 0,0-1 0,0 1 0,-1 0 0,1-1 0,-1 0 0,0 0 0,0 0 0,0 0 0,-1 0 0,1 0 0,0-8 0,19-128 0,-12 77 0,-2 1 0,-3-2 0,-6-85 0,0 43 0,2-340 0,0 441 0,0-7 0,1-1 0,3-21 0,-4 32 0,0 0 0,0 1 0,0-1 0,1 0 0,-1 0 0,1 1 0,-1-1 0,1 0 0,0 1 0,0-1 0,-1 0 0,1 1 0,0-1 0,1 1 0,-1-1 0,0 1 0,0 0 0,1 0 0,-1-1 0,0 1 0,1 0 0,-1 0 0,1 0 0,-1 1 0,1-1 0,0 0 0,2 0 0,-3 1 0,0 0 0,0 0 0,1 0 0,-1 1 0,0-1 0,0 1 0,0-1 0,0 1 0,0-1 0,-1 1 0,1-1 0,0 1 0,0 0 0,0-1 0,0 1 0,-1 0 0,1 0 0,0 0 0,-1 0 0,1 0 0,0 0 0,-1 0 0,1 0 0,-1 0 0,0 0 0,1 0 0,-1 0 0,1 2 0,7 35 0,-8-34 0,8 77 0,-7-55 0,2 1 0,0 0 0,11 34 0,1-18 0,36 70 0,-35-83 0,-2 1 0,0 0 0,-3 1 0,15 61 0,-25-87 0,0-1 0,-1 1 0,1 0 0,-1 0 0,0 0 0,-1-1 0,0 1 0,0 0 0,0 0 0,0-1 0,-1 1 0,0-1 0,0 1 0,-3 4 0,2-5 0,0-1 0,0 0 0,-1-1 0,1 1 0,-1 0 0,1-1 0,-1 0 0,0 0 0,-1 0 0,1 0 0,0-1 0,-1 0 0,1 0 0,-1 0 0,0 0 0,-9 1 0,-9 1 0,-1-1 0,1-1 0,-1-1 0,-24-2 0,29-1 0,0 2 0,0 0 0,0 1 0,0 1 0,0 0 0,0 2 0,-23 7 0,-24 18 0,50-21 0,0 0 0,-1-1 0,0-1 0,0 0 0,0-2 0,-1 0 0,-23 2 0,-263-5 0,140-4 0,135 3-455,1-2 0,-47-9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1:36.315"/>
    </inkml:context>
    <inkml:brush xml:id="br0">
      <inkml:brushProperty name="width" value="0.2" units="cm"/>
      <inkml:brushProperty name="height" value="0.2" units="cm"/>
      <inkml:brushProperty name="color" value="#FFFFFF"/>
    </inkml:brush>
  </inkml:definitions>
  <inkml:trace contextRef="#ctx0" brushRef="#br0">3692 459 24575,'-759'0'0,"697"3"0,-108 19 0,-12 2 0,-12-22 0,261-18 0,-12 10 0,1 2 0,67 5 0,55-3 0,22-21 0,-92 9 0,128 0 0,-146 16 0,115-4 0,-112-12 0,-44 6 0,13-3 0,-28 5 0,69-5 0,99 12 0,72-2 0,-153-12 0,26 0 0,-96 11 0,68-10 0,11 2 0,4 0 0,-47 0 0,153 4 0,-202 6 0,-36 0 0,0 0 0,1 0 0,-1 0 0,1 0 0,-1 0 0,1 1 0,-1-1 0,0 1 0,1 0 0,-1 0 0,0-1 0,0 2 0,0-1 0,1 0 0,1 2 0,-2-1 0,-1 0 0,1 0 0,-1 0 0,0 0 0,0 0 0,0 0 0,0 0 0,-1 1 0,1-1 0,-1 0 0,1 0 0,-1 1 0,0-1 0,0 0 0,0 1 0,0 2 0,0 2 0,1 1 0,-1 0 0,1-1 0,1 1 0,-1-1 0,1 0 0,1 1 0,-1-1 0,6 9 0,-1-3 0,2-1 0,-1 0 0,21 20 0,2 1 0,-10-11 0,32 42 0,-33-41 0,-17-19 0,1 0 0,0 0 0,-1 0 0,0 0 0,0 0 0,0 1 0,-1-1 0,1 1 0,-1 0 0,0 0 0,2 9 0,-4-13 0,0 0 0,0 0 0,0 0 0,0 1 0,0-1 0,-1 0 0,1 0 0,0 0 0,-1 0 0,1-1 0,-1 1 0,1 0 0,-1 0 0,0 0 0,1 0 0,-1 0 0,0-1 0,1 1 0,-1 0 0,0 0 0,0-1 0,0 1 0,0-1 0,0 1 0,0-1 0,1 1 0,-1-1 0,0 0 0,0 1 0,0-1 0,-3 1 0,-35 3 0,33-4 0,-26-1 0,0-1 0,-58-11 0,0-1 0,-310-11 0,-896 25 0,581 1 0,688-3 0,-1-1 0,0-1 0,-48-14 0,47 10 0,0 2 0,0 1 0,-44-3 0,-57 10 0,-65-3 0,115-10 0,53 6 0,-31-2 0,-242 5 0,154 4 0,140-2 0,0-1 0,1 1 0,-1-1 0,-10-2 0,16 3 0,-1 0 0,1 0 0,-1-1 0,0 1 0,1 0 0,-1 0 0,1-1 0,-1 1 0,1 0 0,-1-1 0,1 1 0,-1-1 0,1 1 0,-1-1 0,1 1 0,0-1 0,-1 1 0,1-1 0,0 1 0,-1-1 0,1 0 0,0 0 0,0 0 0,0 0 0,0 1 0,0-1 0,1 0 0,-1 0 0,0 0 0,0 0 0,1 0 0,-1 1 0,1-1 0,-1 0 0,1 0 0,-1 1 0,1-1 0,-1 0 0,1 1 0,-1-1 0,1 0 0,1 0 0,4-4 0,0 0 0,1 1 0,0 0 0,0 0 0,0 0 0,0 1 0,0 0 0,1 0 0,0 1 0,-1 0 0,1 0 0,9 0 0,15-2 0,53 2 0,-71 2 0,252-13 0,-151 5 0,309-24 0,-222 16 0,-101 10 0,-507 7 0,-604 10 0,548 34 0,407-34 0,53-11 0,1 0 0,0 0 0,0 1 0,0-1 0,-1 1 0,1-1 0,0 0 0,0 1 0,0 0 0,0-1 0,0 1 0,0 0 0,0-1 0,0 1 0,0 0 0,-1 1 0,3-1 0,-1-1 0,0 1 0,0-1 0,1 1 0,-1-1 0,0 1 0,1-1 0,-1 1 0,1-1 0,-1 1 0,0-1 0,1 1 0,-1-1 0,1 0 0,-1 1 0,1-1 0,0 0 0,-1 1 0,1-1 0,-1 0 0,1 0 0,-1 0 0,1 1 0,0-1 0,-1 0 0,1 0 0,-1 0 0,2 0 0,22 5 0,0-1 0,0-1 0,0-1 0,37-1 0,-20-1 0,864 2 0,-527-4 0,-483 0 0,-118 4 0,215-1 0,-1 0 0,1 0 0,0 1 0,0 0 0,0 0 0,1 0 0,-9 5 0,12-5 0,1 0 0,-1 0 0,1 0 0,-1 1 0,1 0 0,0-1 0,0 1 0,1 0 0,-1 0 0,0 1 0,1-1 0,0 1 0,0-1 0,0 1 0,-3 6 0,2 1 0,-1-1 0,0 0 0,-1 0 0,0-1 0,-1 1 0,0-1 0,0 0 0,-1-1 0,0 1 0,-15 12 0,-19 12 0,-1-3 0,-1-1 0,-61 28 0,-148 55 0,18-31 0,132-48 0,-139 64 0,189-65 0,39-23 0,-1-1 0,-23 11 0,36-18 0,1-1 0,-1 0 0,1 0 0,-1 1 0,1-1 0,-1 0 0,0 0 0,1 1 0,-1-1 0,1 0 0,-1 0 0,1 0 0,-1 0 0,0 0 0,1 0 0,-1 0 0,1 0 0,-1 0 0,1 0 0,-1-1 0,0 1 0,1 0 0,-1 0 0,1 0 0,-1-1 0,0 0 0,1 1 0,0-1 0,0 1 0,0-1 0,0 0 0,0 1 0,0-1 0,0 1 0,0-1 0,0 0 0,0 1 0,0-1 0,0 1 0,0-1 0,1 1 0,-1-1 0,0 0 0,0 1 0,1-1 0,1-4 0,1 1 0,0-1 0,0 1 0,0 0 0,4-4 0,12-6 0,0 1 0,0 0 0,1 2 0,1 0 0,29-10 0,-34 16 0,0 0 0,1 1 0,0 1 0,-1 1 0,31-2 0,3 1 0,543-41 0,-457 36 0,182-32 0,-21 1 0,296-34 0,-508 56 0,-2-4 0,91-35 0,-146 47 0,-1 2 0,2 2 0,54-5 0,-35 5 0,155-7 0,-77 8 0,-99 0 0,-20 1 0,-11 0 0,-13-1 0,-53-5 0,-28-5 0,-15-10 0,-195-34 0,-1588-74-1552,995 158 1552,207 0 0,624-27 164,252-14 855,-62 4-650,502-65-726,1-31-309,1-1 304,-41-16 362,-500 104 0,-42 12-5,-27 6 228,0-1 0,0 0-1,21-9 1,-33 11-202,-1 1 0,1-1 0,-1 0 0,0 1 0,0-1 0,1 0 0,-1 0 0,0 0 0,0 0 0,0 0 0,0 0 0,2-2 0,-3 2-16,0 1 0,0 0 0,0-1 1,1 1-1,-1-1 0,0 1 0,0 0 0,0-1 0,0 1 1,0-1-1,0 1 0,0 0 0,0-1 0,0 1 0,-1-1 1,1 1-1,0 0 0,0-1 0,0 1 0,0-1 0,-1 1 1,1 0-1,0-1 0,0 1 0,0 0 0,-1-1 1,1 1-1,-1-1 0,-2-1 2,0 0 1,0 0 0,0 1-1,0-1 1,-1 1 0,1-1-1,0 1 1,-1 0 0,-3 0-1,-53-10-7,-89-6 0,-65 11 0,60 3 0,-1172-17-1365,1289 20-5461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1:39.308"/>
    </inkml:context>
    <inkml:brush xml:id="br0">
      <inkml:brushProperty name="width" value="0.2" units="cm"/>
      <inkml:brushProperty name="height" value="0.2" units="cm"/>
      <inkml:brushProperty name="color" value="#FFFFFF"/>
    </inkml:brush>
  </inkml:definitions>
  <inkml:trace contextRef="#ctx0" brushRef="#br0">132 1 24575,'-9'0'0,"-11"4"0,-7 6 0,-3 1 0,4 3 0,10 0 0,13-4 0,10-2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3:01.550"/>
    </inkml:context>
    <inkml:brush xml:id="br0">
      <inkml:brushProperty name="width" value="0.35" units="cm"/>
      <inkml:brushProperty name="height" value="0.35" units="cm"/>
      <inkml:brushProperty name="color" value="#FFFFFF"/>
    </inkml:brush>
  </inkml:definitions>
  <inkml:trace contextRef="#ctx0" brushRef="#br0">1503 1139 24575,'-15'1'0,"-13"2"0,-392 45 0,-7-29 0,412-19 0,-31 1 0,43-1 0,-1 0 0,1 1 0,-1-1 0,1 1 0,0 0 0,0 0 0,-1 0 0,1 1 0,0-1 0,-3 3 0,6-4 0,0 0 0,0 0 0,0 0 0,-1 0 0,1 0 0,0 0 0,0 0 0,0 1 0,0-1 0,0 0 0,0 0 0,0 0 0,0 0 0,0 0 0,-1 1 0,1-1 0,0 0 0,0 0 0,0 0 0,0 0 0,0 1 0,0-1 0,0 0 0,0 0 0,0 0 0,0 0 0,0 0 0,0 1 0,0-1 0,0 0 0,0 0 0,1 0 0,-1 0 0,0 1 0,0-1 0,0 0 0,0 0 0,0 0 0,0 0 0,0 0 0,0 0 0,0 1 0,1-1 0,-1 0 0,0 0 0,0 0 0,0 0 0,0 0 0,0 0 0,1 0 0,-1 0 0,0 0 0,0 0 0,0 0 0,0 0 0,0 0 0,1 0 0,-1 1 0,0-1 0,0-1 0,11 5 0,0-1 0,-1-1 0,1 0 0,0-1 0,0 0 0,0-1 0,12 0 0,7 0 0,85 3 0,198 10 0,298 8 0,-603-21 0,-5-1 0,0 1 0,-1 0 0,1 0 0,0 0 0,0 0 0,-1 0 0,1 1 0,0-1 0,-1 1 0,1 0 0,-1 0 0,1 0 0,2 1 0,-5-2 0,0 0 0,0 1 0,1-1 0,-1 0 0,0 0 0,0 1 0,0-1 0,0 0 0,0 0 0,0 0 0,0 1 0,0-1 0,0 0 0,0 0 0,0 1 0,0-1 0,0 0 0,0 0 0,0 1 0,0-1 0,0 0 0,0 0 0,0 1 0,0-1 0,0 0 0,0 0 0,-1 0 0,1 1 0,0-1 0,0 0 0,0 0 0,0 0 0,0 1 0,-1-1 0,1 0 0,0 0 0,0 0 0,0 0 0,-1 0 0,1 1 0,0-1 0,0 0 0,-1 0 0,1 0 0,0 0 0,0 0 0,-1 0 0,-14 6 0,12-5 0,-47 15 0,0-2 0,-55 7 0,-107 6 0,40-6 0,-95 28 0,-51 7 0,72-34 0,-17 3 0,237-21 0,38-1 0,13-2 0,-12-5 0,1-1 0,-1 0 0,0 0 0,0-1 0,-1-1 0,18-13 0,-10 7 0,28-13 0,-6 9 0,-21 9 0,-1-1 0,38-23 0,-41 20 0,0 1 0,1 1 0,0 0 0,1 1 0,0 1 0,0 1 0,23-5 0,71-6 0,-63 12 0,-1-3 0,56-17 0,-48 8 0,113-41 0,-149 50 0,-2 0 0,0-2 0,0 0 0,0-1 0,-2-1 0,19-17 0,-31 25 0,-1 0 0,0 0 0,-1 0 0,1 0 0,-1-1 0,0 1 0,-1-1 0,1 0 0,-1 0 0,0 0 0,-1 0 0,1 0 0,0-7 0,0-12 0,0 1 0,-3-27 0,0 22 0,-16-311 0,-3 205 0,-15-150 0,35 281 0,-1-3 0,0-1 0,1 1 0,0 0 0,1-1 0,-1 1 0,4-12 0,-4 19 0,0-1 0,0 1 0,0 0 0,0-1 0,0 1 0,0 0 0,0 0 0,0-1 0,0 1 0,0 0 0,0-1 0,0 1 0,1 0 0,-1 0 0,0-1 0,0 1 0,0 0 0,0 0 0,1-1 0,-1 1 0,0 0 0,0 0 0,1 0 0,-1-1 0,0 1 0,0 0 0,1 0 0,-1 0 0,0 0 0,0 0 0,1 0 0,-1-1 0,0 1 0,1 0 0,-1 0 0,0 0 0,1 0 0,-1 0 0,0 0 0,0 0 0,1 0 0,-1 0 0,0 0 0,1 1 0,-1-1 0,0 0 0,0 0 0,1 0 0,11 15 0,3 15 0,-1 2 0,-2 0 0,-1 0 0,9 46 0,-9-38 0,36 158 0,24 83 0,-53-225 0,45 127 0,-33-123 0,-21-44 0,-1 1 0,0 0 0,0 0 0,4 22 0,4 14 0,-10-35 0,6 31 0,-26-91 0,5-23 0,3 0 0,4-111 0,2 100 0,1-807-1365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3:03.556"/>
    </inkml:context>
    <inkml:brush xml:id="br0">
      <inkml:brushProperty name="width" value="0.35" units="cm"/>
      <inkml:brushProperty name="height" value="0.35" units="cm"/>
      <inkml:brushProperty name="color" value="#FFFFFF"/>
    </inkml:brush>
  </inkml:definitions>
  <inkml:trace contextRef="#ctx0" brushRef="#br0">69 1 24575,'-5'0'0,"-9"0"0,-8 0 0,-5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3:14.237"/>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3:15.242"/>
    </inkml:context>
    <inkml:brush xml:id="br0">
      <inkml:brushProperty name="width" value="0.35" units="cm"/>
      <inkml:brushProperty name="height" value="0.35" units="cm"/>
      <inkml:brushProperty name="color" value="#FFFFFF"/>
    </inkml:brush>
  </inkml:definitions>
  <inkml:trace contextRef="#ctx0" brushRef="#br0">79 138 24575,'0'-7'0,"-6"-6"0,-2-9 0,-5 0 0,-1-2 0,2-3 0,3 9 0,4 13 0,1 14 0,-3 6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3:18.406"/>
    </inkml:context>
    <inkml:brush xml:id="br0">
      <inkml:brushProperty name="width" value="0.35" units="cm"/>
      <inkml:brushProperty name="height" value="0.35" units="cm"/>
      <inkml:brushProperty name="color" value="#FFFFFF"/>
    </inkml:brush>
  </inkml:definitions>
  <inkml:trace contextRef="#ctx0" brushRef="#br0">1802 371 24575,'1'29'0,"0"-3"0,-2 0 0,0-1 0,-1 1 0,-2 0 0,-9 38 0,9-52 0,0 0 0,0 0 0,-1-1 0,0 1 0,-1-1 0,0 0 0,-1-1 0,0 0 0,-1 0 0,0 0 0,0-1 0,-16 13 0,-15 5 0,-1-2 0,-1-2 0,-72 30 0,94-46 0,-1-1 0,0-1 0,0-1 0,0 0 0,-30 1 0,-105-7 0,65-1 0,50 2 0,-103 4 0,127-1 0,0 0 0,1 1 0,-1 1 0,1 0 0,0 1 0,-27 13 0,-2 4 0,0-2 0,-90 28 0,101-41 0,-1-2 0,0-2 0,0-1 0,-64-4 0,36 0 0,-162 1 0,818 1 0,-537 2 0,67 13 0,-75-8 0,-1-2 0,68-1 0,-113-3 0,-1-1 0,1-1 0,0 1 0,0 0 0,0-1 0,0 1 0,0-1 0,0 0 0,-1 0 0,1 0 0,0 0 0,-1-1 0,1 1 0,0-1 0,-1 1 0,0-1 0,1 0 0,-1 0 0,0 0 0,0 0 0,0 0 0,-1-1 0,1 1 0,0-1 0,-1 1 0,1-1 0,-1 1 0,0-1 0,0 0 0,0 0 0,0 0 0,-1 1 0,1-1 0,-1 0 0,1 0 0,-1 0 0,0 0 0,-1-4 0,0-5 0,0 0 0,-1 0 0,-1 0 0,0 1 0,-1-1 0,0 1 0,0 0 0,-8-13 0,-5-11 0,1-1 0,2 0 0,1-1 0,-14-72 0,17 51 0,4 0 0,0-93 0,10-210 0,-5 378 0,1 75 0,-13 101 0,0-55 0,5 181 0,7-298 0,-1 0 0,-1-1 0,-7 27 0,3-20 0,-2 31 0,7 13 292,2-50-706,0-1-1,-2 1 1,-5 32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3:39.774"/>
    </inkml:context>
    <inkml:brush xml:id="br0">
      <inkml:brushProperty name="width" value="0.35" units="cm"/>
      <inkml:brushProperty name="height" value="0.35" units="cm"/>
      <inkml:brushProperty name="color" value="#FFFFFF"/>
    </inkml:brush>
  </inkml:definitions>
  <inkml:trace contextRef="#ctx0" brushRef="#br0">502 344 24575,'1'-1'0,"-1"0"0,0 0 0,0 0 0,0 1 0,0-1 0,1 0 0,-1 0 0,0 1 0,1-1 0,-1 0 0,1 1 0,-1-1 0,1 0 0,-1 1 0,1-1 0,-1 1 0,1-1 0,0 1 0,-1-1 0,1 1 0,0-1 0,-1 1 0,1 0 0,1-1 0,22-7 0,-15 6 0,-50-2 0,-465 5 0,983-1 0,-448-2 0,0-1 0,0-2 0,49-14 0,-28 7 0,-34 7 0,-1 0 0,1 0 0,-1-2 0,25-13 0,51-41 0,-13 8 0,-53 40 0,0 1 0,0 1 0,30-8 0,2-1 0,-26 4 0,-19 5 0,-12 10 0,0 1 0,0 0 0,0-1 0,1 1 0,-1-1 0,0 1 0,0 0 0,0-1 0,0 1 0,0 0 0,0-1 0,0 1 0,0-1 0,0 1 0,0 0 0,0-1 0,0 1 0,0-1 0,0 1 0,-1 0 0,1-1 0,0 1 0,0 0 0,0-1 0,-1 1 0,1 0 0,0-1 0,0 1 0,-1 0 0,1-1 0,-1 1 0,0-1 0,0 1 0,0-1 0,0 1 0,0-1 0,0 1 0,-1 0 0,1 0 0,0 0 0,0 0 0,0 0 0,-1 0 0,1 0 0,0 0 0,0 0 0,0 0 0,0 0 0,-1 1 0,1-1 0,0 1 0,0-1 0,0 0 0,0 1 0,-2 1 0,-24 16 0,22-13 0,1 0 0,-1 0 0,1 0 0,0 1 0,0 0 0,0 0 0,1 0 0,-3 7 0,-16 55 0,19-55 0,-1-1 0,0 1 0,0 0 0,-2-1 0,1 0 0,-11 15 0,6-14 0,1 0 0,1 1 0,0 0 0,-11 28 0,15-34 0,0 0 0,0-1 0,-1 1 0,0-1 0,0 0 0,-1-1 0,0 1 0,0-1 0,-11 8 0,7-6 0,1 1 0,0 0 0,-12 15 0,3 1 0,-35 33 0,47-52 0,1-1-195,0-1 0,0 0 0,0 0 0,-1 0 0,0-1 0,-8 5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4:29.793"/>
    </inkml:context>
    <inkml:brush xml:id="br0">
      <inkml:brushProperty name="width" value="0.35" units="cm"/>
      <inkml:brushProperty name="height" value="0.35" units="cm"/>
      <inkml:brushProperty name="color" value="#FFFFFF"/>
    </inkml:brush>
  </inkml:definitions>
  <inkml:trace contextRef="#ctx0" brushRef="#br0">1 25 24443,'3840'0'0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5:04.836"/>
    </inkml:context>
    <inkml:brush xml:id="br0">
      <inkml:brushProperty name="width" value="0.35" units="cm"/>
      <inkml:brushProperty name="height" value="0.35" units="cm"/>
      <inkml:brushProperty name="color" value="#FFFFFF"/>
    </inkml:brush>
  </inkml:definitions>
  <inkml:trace contextRef="#ctx0" brushRef="#br0">1250 714 24575,'-142'42'0,"-699"115"0,773-151 0,30-3 0,81-3 0,742-3 0,-472 4 0,-190-4 0,0-5 0,164-33 0,-278 39 0,1 0 0,-1 0 0,1-1 0,15-7 0,-25 10 0,0 0 0,-1 0 0,1 0 0,0 0 0,0 0 0,-1-1 0,1 1 0,0 0 0,0 0 0,0 0 0,-1 0 0,1 0 0,0-1 0,0 1 0,0 0 0,-1 0 0,1 0 0,0-1 0,0 1 0,0 0 0,0 0 0,-1-1 0,1 1 0,0 0 0,0 0 0,0-1 0,0 1 0,0 0 0,0 0 0,0-1 0,0 1 0,0 0 0,0 0 0,0-1 0,0 1 0,0 0 0,0 0 0,0-1 0,0 1 0,0 0 0,0 0 0,0-1 0,1 1 0,-1 0 0,0 0 0,0-1 0,0 1 0,0 0 0,0 0 0,1 0 0,-1-1 0,0 1 0,0 0 0,0 0 0,1 0 0,-1 0 0,0-1 0,0 1 0,1 0 0,-1 0 0,0 0 0,0 0 0,1 0 0,-1 0 0,0 0 0,0 0 0,1 0 0,-1 0 0,1 0 0,-24-5 0,-269 1 0,164 7 0,-397 43 0,378-27 0,-335 42 0,447-57 0,1 2 0,0 1 0,0 2 0,1 1 0,0 2 0,-37 18 0,45-14 0,21-9 0,8-5 0,17-5 0,1090-256-881,-961 221 846,1137-243 35,-1256 276 0,0-2 0,-1-2 0,0 0 0,0-2 0,44-23 0,-52 22 83,1 1 0,0 1 1,0 1-1,1 1 0,0 1 1,0 2-1,1 0 0,0 1 1,0 2-1,32 0 0,140 4-83,157-3 0,-240-13 0,-24 1 0,-81 13 0,-5 0 0,0-1 0,0 1 0,1-1 0,-1 1 0,0-1 0,0 0 0,7-4 0,-11 5 0,1 0 0,-1 0 0,0 0 0,0 0 0,0 0 0,0 0 0,1 0 0,-1 0 0,0-1 0,0 1 0,0 0 0,0 0 0,0 0 0,1 0 0,-1 0 0,0-1 0,0 1 0,0 0 0,0 0 0,0 0 0,0 0 0,0-1 0,0 1 0,0 0 0,0 0 0,0 0 0,0-1 0,0 1 0,0 0 0,0 0 0,0 0 0,0-1 0,0 1 0,0 0 0,0 0 0,0 0 0,0 0 0,0-1 0,0 1 0,0 0 0,0 0 0,0 0 0,0 0 0,-1-1 0,1 1 0,0 0 0,0 0 0,0 0 0,0 0 0,0 0 0,-1 0 0,1-1 0,0 1 0,0 0 0,0 0 0,0 0 0,-1 0 0,-12-5 0,-29-2 0,-1 3 0,1 1 0,-75 4 0,48 1 0,-2-2 0,-81-11 0,-77-4 0,112 11 0,78 0 0,-75-19 0,-13-1 0,39 13 0,-107-10 0,152 16 0,1-2 0,-80-26 0,-17-3 0,18 11 0,-135-20 0,169 40 0,-113 9 0,13 19 0,-19-15 0,-41 3 0,-432 7-1139,658-19 913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5:09.921"/>
    </inkml:context>
    <inkml:brush xml:id="br0">
      <inkml:brushProperty name="width" value="0.35" units="cm"/>
      <inkml:brushProperty name="height" value="0.35" units="cm"/>
      <inkml:brushProperty name="color" value="#FFFFFF"/>
    </inkml:brush>
  </inkml:definitions>
  <inkml:trace contextRef="#ctx0" brushRef="#br0">93 1242 24575,'720'0'0,"-685"-2"0,65-11 0,-62 6 0,51-2 0,30-4 0,-15 1 0,390 7 0,-274 7 0,-149-1 0,265-13 0,176-7 0,-401 19 0,-88-1 0,0-1 0,36-9 0,-33 6 0,39-4 0,77 8 0,-76 1 0,104-11 0,-73 0 0,150 3 0,-232 8 0,0-1 0,0 0 0,27-7 0,-37 7 0,0 0 0,-1 0 0,1-1 0,-1 0 0,1 0 0,-1 0 0,0 0 0,0-1 0,0 1 0,0-1 0,0 0 0,-1 0 0,1-1 0,-1 1 0,5-7 0,-7 9 0,-1 0 0,1 0 0,-1 0 0,1 0 0,-1 0 0,0 0 0,1 0 0,-1 0 0,0 0 0,0-1 0,0 1 0,0 0 0,0 0 0,0 0 0,0 0 0,0 0 0,0 0 0,0 0 0,-1 0 0,1 0 0,0 0 0,-1 0 0,0-2 0,0 1 0,-1 0 0,0-1 0,0 1 0,1 0 0,-1 1 0,0-1 0,-1 0 0,1 1 0,-4-3 0,-6-3 0,-1 2 0,0-1 0,-14-2 0,21 6 0,-70-16 0,52 13 0,-46-15 0,-34-13 0,57 19 0,-44-20 0,9-6 0,-112-76 0,5 1 0,-219-79 0,305 155 0,-2 5 0,-117-24 0,182 50 0,-2-2 0,-1 3 0,-80-5 0,-1032 14 0,1137-2 0,1-1 0,0 0 0,0-2 0,0 0 0,-16-5 0,24 5 0,0 0 0,1 0 0,0-1 0,0 0 0,0-1 0,0 0 0,1 0 0,0-1 0,0 0 0,0 0 0,-7-9 0,10 10 0,0-1 0,0 1 0,-1 0 0,0 1 0,0-1 0,0 1 0,-1 0 0,1 0 0,-1 0 0,0 1 0,0 0 0,0 0 0,-1 0 0,1 1 0,-1 0 0,1 0 0,-1 1 0,-6-1 0,-63-9 0,-102-8 0,26 4 339,-15-1-2043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5:58.169"/>
    </inkml:context>
    <inkml:brush xml:id="br0">
      <inkml:brushProperty name="width" value="0.35" units="cm"/>
      <inkml:brushProperty name="height" value="0.35" units="cm"/>
      <inkml:brushProperty name="color" value="#FFFFFF"/>
    </inkml:brush>
  </inkml:definitions>
  <inkml:trace contextRef="#ctx0" brushRef="#br0">1103 860 24575,'264'-23'0,"-144"9"0,196-21 0,80-8 0,-257 35 0,-133 7 0,1 0 0,-1-1 0,1 1 0,8-5 0,-14 6 0,1-1 0,-1 1 0,0-1 0,1 0 0,-1 0 0,0 1 0,0-1 0,0 0 0,0 0 0,0 0 0,2-2 0,-3 2 0,0 1 0,0-1 0,0 1 0,0-1 0,1 1 0,-1-1 0,0 1 0,0-1 0,0 1 0,0-1 0,0 1 0,0-1 0,-1 0 0,1 1 0,0-1 0,0 1 0,0-1 0,0 1 0,0 0 0,-1-1 0,1 1 0,0-1 0,-1 1 0,1-1 0,0 1 0,-1-1 0,1 1 0,0 0 0,-1-1 0,1 1 0,-1 0 0,1-1 0,-7-3 0,0 0 0,-1 1 0,1 0 0,0 0 0,-1 0 0,0 1 0,-10-2 0,1 0 0,-11-2 0,0 1 0,0 1 0,-31 0 0,-90 5 0,59 1 0,-378-1 0,445-3 0,1-1 0,0 0 0,0-2 0,-37-12 0,26 7 0,-36-6 0,-450-49 0,168 24 0,297 34 0,-162-28 0,213 34 0,-1 0 0,1 0 0,0 0 0,0 0 0,-1-1 0,1 1 0,0-1 0,1 0 0,-1 0 0,0 0 0,1-1 0,-1 1 0,1 0 0,-1-1 0,1 0 0,0 1 0,0-1 0,0 0 0,1 0 0,-1 0 0,1 0 0,0-1 0,-1 1 0,1 0 0,1-1 0,-1 1 0,0 0 0,1-1 0,0 1 0,0-1 0,0 1 0,0-1 0,1-3 0,0-2 0,0 0 0,1 0 0,0 0 0,1 0 0,0 1 0,0-1 0,1 1 0,0-1 0,0 1 0,1 0 0,8-10 0,-4 8 0,0 1 0,1 0 0,0 0 0,1 1 0,0 0 0,13-6 0,74-33 0,-22 12 0,-36 18 0,0 1 0,0 2 0,2 2 0,-1 2 0,51-6 0,42 5-1365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36:14.894"/>
    </inkml:context>
    <inkml:brush xml:id="br0">
      <inkml:brushProperty name="width" value="0.35" units="cm"/>
      <inkml:brushProperty name="height" value="0.35" units="cm"/>
      <inkml:brushProperty name="color" value="#FFFFFF"/>
    </inkml:brush>
  </inkml:definitions>
  <inkml:trace contextRef="#ctx0" brushRef="#br0">92 63 24575,'652'0'0,"-620"-2"0,1-1 0,32-7 0,41-5 0,16 0 0,-77 8 0,53-2 0,-62 8 0,226 3 0,-161 12 0,-59-7 0,49 2 0,-70-7 0,0 1 0,29 7 0,-27-5 0,40 4 0,8-7 0,-38-2 0,45 6 0,-66-4 0,0 1 0,-1 0 0,1 0 0,-1 1 0,0 0 0,0 1 0,15 10 0,-20-12 0,-2 0 0,1 0 0,0 1 0,-1 0 0,0 0 0,1 0 0,-2 1 0,1-1 0,0 1 0,-1 0 0,3 6 0,-3-4 0,0 0 0,-1 0 0,0 1 0,0-1 0,-1 1 0,0-1 0,0 1 0,-1 8 0,-2 62 0,-19 131 0,12-103 0,7-69 0,-2 0 0,-12 53 0,15-86 0,0 0 0,0-1 0,-1 1 0,1-1 0,-1 1 0,0-1 0,0 0 0,0 0 0,-1 0 0,1 0 0,-1 0 0,1 0 0,-1-1 0,0 1 0,0-1 0,0 0 0,-1 0 0,1 0 0,0 0 0,-1-1 0,1 1 0,-1-1 0,1 0 0,-6 1 0,-7 1 0,0-1 0,-1-1 0,0 0 0,-22-3 0,13 1 0,-259 11 0,136-2 0,143-7 0,-119 4 0,-169-15 0,280 9 0,1-1 0,0-1 0,0 0 0,0 0 0,1-2 0,-1 1 0,1-2 0,-12-6 0,15 7 0,0 0 0,0 0 0,-1 1 0,1 1 0,-1-1 0,0 2 0,0-1 0,0 1 0,0 1 0,-1 0 0,1 0 0,0 1 0,-1 0 0,1 1 0,0 0 0,0 1 0,0 0 0,0 0 0,-15 7 0,-34 9 0,-65 12 0,58-16 0,-26 6 0,-77 21 0,129-30 0,-1-2 0,1-2 0,-1-2 0,-1-1 0,-72-4 0,85 0-1365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1:12.190"/>
    </inkml:context>
    <inkml:brush xml:id="br0">
      <inkml:brushProperty name="width" value="0.35" units="cm"/>
      <inkml:brushProperty name="height" value="0.35" units="cm"/>
      <inkml:brushProperty name="color" value="#FFFFFF"/>
    </inkml:brush>
  </inkml:definitions>
  <inkml:trace contextRef="#ctx0" brushRef="#br0">0 0 24575,'140'952'0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4:38.144"/>
    </inkml:context>
    <inkml:brush xml:id="br0">
      <inkml:brushProperty name="width" value="0.2" units="cm"/>
      <inkml:brushProperty name="height" value="0.2" units="cm"/>
      <inkml:brushProperty name="color" value="#FFFFFF"/>
    </inkml:brush>
  </inkml:definitions>
  <inkml:trace contextRef="#ctx0" brushRef="#br0">0 0 24575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7:24.255"/>
    </inkml:context>
    <inkml:brush xml:id="br0">
      <inkml:brushProperty name="width" value="0.2" units="cm"/>
      <inkml:brushProperty name="height" value="0.2" units="cm"/>
      <inkml:brushProperty name="color" value="#FFFFFF"/>
    </inkml:brush>
  </inkml:definitions>
  <inkml:trace contextRef="#ctx0" brushRef="#br0">561 503 24575,'-561'-502'0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7:26.705"/>
    </inkml:context>
    <inkml:brush xml:id="br0">
      <inkml:brushProperty name="width" value="0.2" units="cm"/>
      <inkml:brushProperty name="height" value="0.2" units="cm"/>
      <inkml:brushProperty name="color" value="#FFFFFF"/>
    </inkml:brush>
  </inkml:definitions>
  <inkml:trace contextRef="#ctx0" brushRef="#br0">444 1419 24575,'-2'-1'0,"0"1"0,1 0 0,-1-1 0,1 0 0,-1 1 0,1-1 0,-1 0 0,1 0 0,0 0 0,-1 0 0,1 0 0,0 0 0,0 0 0,0-1 0,0 1 0,0 0 0,-1-3 0,-18-28 0,15 24 0,-86-178 0,66 129 0,-3 1 0,-50-77 0,59 106 0,1-1 0,2-1 0,1 0 0,1-2 0,1 1 0,2-1 0,-7-34 0,14 48 0,-10-39 0,3 0 0,-8-99 0,21-155 0,9 246-1365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8:52.092"/>
    </inkml:context>
    <inkml:brush xml:id="br0">
      <inkml:brushProperty name="width" value="0.2" units="cm"/>
      <inkml:brushProperty name="height" value="0.2" units="cm"/>
      <inkml:brushProperty name="color" value="#FFFFFF"/>
    </inkml:brush>
  </inkml:definitions>
  <inkml:trace contextRef="#ctx0" brushRef="#br0">1 474 24575,'295'-472'0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7:59.083"/>
    </inkml:context>
    <inkml:brush xml:id="br0">
      <inkml:brushProperty name="width" value="0.2" units="cm"/>
      <inkml:brushProperty name="height" value="0.2" units="cm"/>
      <inkml:brushProperty name="color" value="#FFFFFF"/>
    </inkml:brush>
  </inkml:definitions>
  <inkml:trace contextRef="#ctx0" brushRef="#br0">3 1 24575,'-2'104'0,"4"118"0,3-190 0,1-1 0,2 0 0,12 35 0,-11-43 0,16 30 0,-18-40 0,0 1 0,-1 0 0,0 0 0,-1 0 0,-1 1 0,4 21 0,-5 109 0,-3-143 0,0 0 0,0 1 0,1-1 0,-1 0 0,1 1 0,-1-1 0,1 0 0,0 0 0,0 0 0,0 1 0,0-1 0,0 0 0,0 0 0,1 0 0,-1-1 0,3 4 0,-2-4 0,-1 0 0,1 0 0,-1 0 0,1-1 0,-1 1 0,1 0 0,0-1 0,-1 1 0,1-1 0,0 1 0,0-1 0,-1 0 0,1 0 0,0 0 0,0 0 0,0 0 0,2 0 0,1-2 0,0 1 0,0 0 0,0-1 0,0 0 0,0 0 0,-1-1 0,1 1 0,-1-1 0,1 0 0,-1 0 0,0-1 0,0 1 0,5-7 0,6-10 0,-1-1 0,0-1 0,-2 0 0,13-31 0,13-25 0,-29 63 0,-1 0 0,-1 0 0,0-1 0,-1 0 0,-1 0 0,0-1 0,-1 1 0,2-24 0,-3-3-341,-3 0 0,-1-1-1,-11-65 1,5 70-6485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8:00.615"/>
    </inkml:context>
    <inkml:brush xml:id="br0">
      <inkml:brushProperty name="width" value="0.2" units="cm"/>
      <inkml:brushProperty name="height" value="0.2" units="cm"/>
      <inkml:brushProperty name="color" value="#FFFFFF"/>
    </inkml:brush>
  </inkml:definitions>
  <inkml:trace contextRef="#ctx0" brushRef="#br0">121 0 24575,'0'5'0,"-1"-1"0,0 0 0,0 0 0,0 0 0,-1 1 0,-2 5 0,-4 13 0,1 7 0,-5 16 0,-8 79 0,5-32 0,9-65 0,-5 49 0,12 87 0,-3 42 0,-1-184 0,-8 30 0,-1 6 0,9-41 342,2-40-2049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9:13.381"/>
    </inkml:context>
    <inkml:brush xml:id="br0">
      <inkml:brushProperty name="width" value="0.35" units="cm"/>
      <inkml:brushProperty name="height" value="0.35" units="cm"/>
      <inkml:brushProperty name="color" value="#FFFFFF"/>
    </inkml:brush>
  </inkml:definitions>
  <inkml:trace contextRef="#ctx0" brushRef="#br0">2 622 24575,'0'842'0,"2"-791"0,13 71 0,-4-38 0,1 6 0,6 81 0,-16 21 0,-2-187 0,0-1 0,1 0 0,0 1 0,0-1 0,0 0 0,1 1 0,-1-1 0,1 0 0,3 6 0,-4-9 0,0 1 0,0-1 0,0 0 0,0 0 0,0 0 0,0 1 0,1-1 0,-1 0 0,0-1 0,1 1 0,-1 0 0,1 0 0,-1 0 0,0-1 0,1 1 0,0-1 0,-1 1 0,1-1 0,-1 0 0,1 0 0,0 1 0,-1-1 0,1 0 0,-1-1 0,1 1 0,0 0 0,-1 0 0,3-1 0,14-5 0,0-1 0,-1 0 0,32-19 0,-25 14 0,25-11 0,-16 10 0,1 1 0,0 3 0,1 0 0,0 2 0,0 2 0,57-2 0,-35 7 0,159 4 0,-127 9 0,-62-8 0,47 2 0,-71-6 0,-1-1 0,1-1 0,-1 1 0,0 0 0,1 0 0,-1-1 0,0 0 0,1 1 0,-1-1 0,4-2 0,-6 3 0,1-1 0,0 1 0,0-1 0,0 0 0,0 0 0,-1 1 0,1-1 0,0 0 0,0 0 0,-1 0 0,1 0 0,-1 0 0,1 0 0,-1 1 0,1-1 0,-1-1 0,1 0 0,-1-1 0,0 1 0,0 0 0,0-1 0,-1 1 0,1-1 0,-1 1 0,1-1 0,-1 1 0,0 0 0,0-1 0,0 1 0,0 0 0,0 0 0,0 0 0,-1-1 0,1 2 0,-1-1 0,-2-3 0,-31-28 0,24 23 0,1 0 0,-16-19 0,8 2 0,1 0 0,1-1 0,2-1 0,1-1 0,1 1 0,-15-64 0,-21-194 0,42 236 0,-4-35 0,6 38 0,-2 0 0,-17-67 0,-12 6 0,10 36 0,-16-86 0,-5-30 0,5 17 0,33 139 0,-1-1 0,-2 2 0,-1 0 0,-2 0 0,-1 1 0,-1 1 0,-2 0 0,0 1 0,-43-49 0,60 77 0,0 0 0,0 0 0,0 0 0,0 0 0,0 0 0,0 0 0,0 0 0,0 0 0,0 1 0,-1-1 0,1 0 0,0 1 0,0-1 0,-1 0 0,-1 0 0,2 1 0,1 1 0,-1-1 0,1 0 0,-1 0 0,1 0 0,-1 0 0,1 1 0,0-1 0,-1 0 0,1 0 0,-1 1 0,1-1 0,0 0 0,-1 1 0,1-1 0,0 1 0,-1-1 0,1 0 0,0 1 0,-1-1 0,1 1 0,0-1 0,0 1 0,0-1 0,-1 1 0,1-1 0,0 1 0,0 0 0,-1 7 0,0-1 0,0 1 0,1 0 0,0 10 0,0-8 0,5 347 0,-7-323 0,-1-1 0,-2 1 0,-10 35 0,-5 31 0,1 77 0,4-23 0,11-118 0,2-13 0,-1 0 0,-11 38 0,11-53 0,1-1 0,-1 0 0,-1 0 0,0 0 0,0 0 0,0 0 0,0-1 0,-1 0 0,0 0 0,-1 0 0,-11 9 0,12-11 0,0 0 0,0-1 0,0 0 0,-1 0 0,1 0 0,-1 0 0,0-1 0,1 0 0,-1-1 0,-8 2 0,12-2 0,-1-1 0,1 0 0,0 0 0,-1 0 0,1-1 0,0 1 0,0 0 0,-1-1 0,1 0 0,0 1 0,0-1 0,0 0 0,0 0 0,0 0 0,0-1 0,0 1 0,0 0 0,0-1 0,0 1 0,1-1 0,-1 0 0,1 1 0,-1-1 0,1 0 0,0 0 0,-1 0 0,1 0 0,0 0 0,0 0 0,0-3 0,-4-10 0,1 1 0,1-1 0,1 1 0,0-1 0,0-16 0,-3-24 0,-40-391 0,33 299 0,-5-139 0,18 201 0,1 823 185,-3-383-1735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9:14.783"/>
    </inkml:context>
    <inkml:brush xml:id="br0">
      <inkml:brushProperty name="width" value="0.35" units="cm"/>
      <inkml:brushProperty name="height" value="0.35" units="cm"/>
      <inkml:brushProperty name="color" value="#FFFFFF"/>
    </inkml:brush>
  </inkml:definitions>
  <inkml:trace contextRef="#ctx0" brushRef="#br0">1 1072 24575,'0'-25'0,"0"-48"0,0-37 0,0-30 0,0-7 0,0 8 0,0 16 0,0 15 0,0 20 0,0 21 0,0 16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9:26.010"/>
    </inkml:context>
    <inkml:brush xml:id="br0">
      <inkml:brushProperty name="width" value="0.35" units="cm"/>
      <inkml:brushProperty name="height" value="0.35" units="cm"/>
      <inkml:brushProperty name="color" value="#FFFFFF"/>
    </inkml:brush>
  </inkml:definitions>
  <inkml:trace contextRef="#ctx0" brushRef="#br0">381 0 24575,'82'24'0,"168"23"0,-127-27 0,58 8 0,2-9 0,203-4 0,73-19 0,-411 2 0,63-11 0,-61 5 0,59 0 0,297 9 0,-375 1 0,-1 1 0,35 7 0,40 5 0,280-13 0,-198-4 0,405 2 0,-592 0 0,8 0 0,-1 0 0,0 1 0,0 0 0,11 2 0,-15-3 0,-1 1 0,0 0 0,-1 0 0,1 0 0,0 0 0,0 0 0,0 0 0,0 0 0,-1 1 0,1-1 0,-1 0 0,1 1 0,-1-1 0,1 1 0,-1 0 0,0 0 0,0-1 0,0 1 0,0 0 0,1 3 0,1 4 0,-1 1 0,0-1 0,0 0 0,-1 0 0,-1 1 0,1-1 0,-1 1 0,-1-1 0,0 1 0,0-1 0,-1 0 0,0 0 0,-1 0 0,0 0 0,0 0 0,-1 0 0,0-1 0,-1 1 0,1-1 0,-2 0 0,1-1 0,-1 1 0,0-1 0,-9 8 0,11-11 0,-4 4 0,0 0 0,-1 0 0,0-1 0,0 0 0,0 0 0,-1-1 0,0 0 0,0-1 0,-1 0 0,-12 4 0,-13-3 0,0-2 0,1 0 0,-1-3 0,-44-3 0,29 1 0,34-1 0,0 0 0,0 0 0,0-2 0,1 0 0,-1-1 0,-25-11 0,11 6 0,-1 2 0,0 1 0,-61-4 0,78 10 0,-371-21 0,-4 23 0,192 1 0,-1837-1 0,2008-3 0,-1-1 0,1-2 0,-44-12 0,47 11 0,-40-9 0,-33-8 0,94 22 0,-7-1 0,1-1 0,-1-1 0,1 0 0,0 0 0,-15-10 0,22 13 0,0-1 0,0 1 0,0-1 0,1 0 0,-1 0 0,0 0 0,1 0 0,0 0 0,-1 0 0,1 0 0,0 0 0,0 0 0,0 0 0,1-1 0,-1 1 0,0 0 0,1-1 0,-1 1 0,1-1 0,0 1 0,0 0 0,0-1 0,0 1 0,1-1 0,-1 1 0,0 0 0,1-1 0,0 1 0,1-5 0,2-1 0,0 0 0,0 0 0,0 0 0,1 1 0,0 0 0,1 0 0,0 0 0,0 0 0,0 1 0,1 0 0,0 0 0,0 1 0,11-7 0,12-5 0,1 2 0,37-15 0,-32 16 0,-20 7 0,0 1 0,0 1 0,0 0 0,1 1 0,-1 1 0,18-1 0,-28 4 0,0 0 0,0-1 0,-1 2 0,1-1 0,0 1 0,0 0 0,-1 0 0,1 1 0,0-1 0,-1 1 0,0 1 0,1-1 0,-1 1 0,0 0 0,0 0 0,-1 0 0,1 0 0,0 1 0,-1 0 0,0 0 0,4 6 0,-5-6 0,0 1 0,0 0 0,-1 0 0,0 0 0,0 0 0,0 1 0,-1-1 0,1 0 0,-1 1 0,-1-1 0,1 1 0,-1-1 0,0 1 0,0-1 0,0 1 0,-1-1 0,0 1 0,-3 9 0,-3 9 0,-2-1 0,0-1 0,-14 24 0,-1 6 0,14-31 0,-1-1 0,-1 1 0,0-2 0,-21 25 0,-65 65 0,90-100 0,7-9 0,0 1 0,0 0 0,1-1 0,-1 1 0,0 0 0,1 0 0,-1 0 0,1 0 0,-1 0 0,1-1 0,-1 1 0,1 0 0,0 0 0,-1 0 0,1 0 0,0 2 0,0-2 0,0-1 0,0 1 0,0-1 0,1 0 0,-1 1 0,0-1 0,0 1 0,1-1 0,-1 0 0,0 1 0,1-1 0,-1 0 0,0 1 0,1-1 0,-1 0 0,0 1 0,1-1 0,-1 0 0,1 0 0,-1 1 0,1-1 0,-1 0 0,0 0 0,2 0 0,4 1 0,-1 0 0,1 0 0,0-1 0,9-1 0,-8 1 0,37 0 0,19-1 0,116-14 0,-97-1 0,115-38 0,-140 37 0,1 2 0,0 3 0,1 2 0,61-1 0,241 8 0,-186 5 0,-148-1 0,0-2 0,0-1 0,37-8 0,80-28 0,-74 18 0,0 3 0,83-9 0,-35 13 0,223-11 0,1336 25-1365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9:41.852"/>
    </inkml:context>
    <inkml:brush xml:id="br0">
      <inkml:brushProperty name="width" value="0.35" units="cm"/>
      <inkml:brushProperty name="height" value="0.35" units="cm"/>
      <inkml:brushProperty name="color" value="#FFFFFF"/>
    </inkml:brush>
  </inkml:definitions>
  <inkml:trace contextRef="#ctx0" brushRef="#br0">535 121 24575,'573'0'0,"-530"-2"0,54-10 0,7 0 0,113 10 0,4 0 0,-116-12 0,-69 7 0,53-2 0,-55 7 0,50-10 0,-51 5 0,57-2 0,-61 9 0,24-1 0,64-9 0,123-9 0,3 20 0,-85 1 0,148-2 0,-345 0 0,-73 11 0,11 0 0,-195-3 0,197-9 0,-1992 0 0,2062 3 0,0 0 0,-28 8 0,-38 3 0,-257-9-52,245-5-1261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49:59.612"/>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2:46.049"/>
    </inkml:context>
    <inkml:brush xml:id="br0">
      <inkml:brushProperty name="width" value="0.2" units="cm"/>
      <inkml:brushProperty name="height" value="0.2" units="cm"/>
      <inkml:brushProperty name="color" value="#FFFFFF"/>
    </inkml:brush>
  </inkml:definitions>
  <inkml:trace contextRef="#ctx0" brushRef="#br0">0 117 23606,'3279'-117'0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4:23.070"/>
    </inkml:context>
    <inkml:brush xml:id="br0">
      <inkml:brushProperty name="width" value="0.35" units="cm"/>
      <inkml:brushProperty name="height" value="0.35" units="cm"/>
      <inkml:brushProperty name="color" value="#FFFFFF"/>
    </inkml:brush>
  </inkml:definitions>
  <inkml:trace contextRef="#ctx0" brushRef="#br0">488 397 24575,'-243'97'0,"100"-44"0,133-49 0,4-1 0,-1 0 0,1 0 0,-1-1 0,0 0 0,0 0 0,0-1 0,-1 0 0,1 0 0,-12 0 0,18-1 0,1 0 0,-1 0 0,1 0 0,0 0 0,-1-1 0,1 1 0,-1 0 0,1 0 0,0 0 0,-1 0 0,1 0 0,0-1 0,-1 1 0,1 0 0,-1 0 0,1-1 0,0 1 0,0 0 0,-1-1 0,1 1 0,0 0 0,-1-1 0,1 1 0,0 0 0,0-1 0,0 1 0,0 0 0,-1-1 0,1 1 0,0-1 0,0 1 0,0-1 0,5-15 0,16-14 0,-14 22 0,2 0 0,-1 0 0,1 1 0,0 0 0,0 1 0,1 0 0,0 1 0,0 0 0,1 0 0,17-5 0,13-2 0,63-9 0,-71 15 0,270-41 0,-81 14 0,-90 11 0,623-123 0,-562 99 0,2 9 0,1 8 0,375-6 0,-468 39 0,80-4 0,-173-1-341,-1-1 0,1 0-1,9-3 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4:36.339"/>
    </inkml:context>
    <inkml:brush xml:id="br0">
      <inkml:brushProperty name="width" value="0.35" units="cm"/>
      <inkml:brushProperty name="height" value="0.35" units="cm"/>
      <inkml:brushProperty name="color" value="#FFFFFF"/>
    </inkml:brush>
  </inkml:definitions>
  <inkml:trace contextRef="#ctx0" brushRef="#br0">2544 654 24575,'66'-3'0,"-1"-3"0,65-14 0,-68 6 0,-42 9 0,0 0 0,39-3 0,246 7 0,-185 2 0,-418 11 0,-336 8 0,484-21 0,-492 24 0,235-16 0,304-8 0,49-2 0,0-2 0,0-3 0,-53-16 0,-14-1 0,60 14 0,-227-48 0,267 52 0,1 0 0,0-2 0,1 0 0,0-1 0,0-1 0,1-1 0,1 0 0,0-2 0,0 0 0,-18-21 0,7 4 0,1-1 0,2-2 0,2 0 0,-27-52 0,43 72-151,0-1-1,1 0 0,1 0 0,0 0 1,2 0-1,-1-1 0,2 1 1,-2-25-1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4:55.268"/>
    </inkml:context>
    <inkml:brush xml:id="br0">
      <inkml:brushProperty name="width" value="0.35" units="cm"/>
      <inkml:brushProperty name="height" value="0.35" units="cm"/>
      <inkml:brushProperty name="color" value="#FFFFFF"/>
    </inkml:brush>
  </inkml:definitions>
  <inkml:trace contextRef="#ctx0" brushRef="#br0">2845 1 24575,'4'3'0,"-1"-1"0,1 1 0,0-1 0,0 1 0,0-1 0,0 0 0,1-1 0,6 3 0,42 8 0,-36-9 0,96 21 0,330 61 0,-28-54 0,-331-28 0,57 13 0,-72-6 0,-50-7 0,1 0 0,-1 2 0,0 0 0,0 2 0,0 0 0,26 14 0,0 1 0,1-2 0,1-2 0,72 18 0,-187-34 0,-128 2 0,156-1 0,0 2 0,-75 21 0,26-2 0,-114 15 0,-93-5 0,20-2 0,53 13 0,156-28 0,-1-3 0,-1-2 0,-74 1 0,139-13 0,0 0 0,1 0 0,-1-1 0,0 1 0,1-1 0,-1 0 0,1 0 0,-1 0 0,-5-3 0,9 4 0,-1-1 0,0 1 0,0-1 0,1 0 0,-1 1 0,1-1 0,-1 0 0,0 1 0,1-1 0,-1 0 0,1 0 0,-1 1 0,1-1 0,0 0 0,-1 0 0,1 0 0,0 0 0,0 1 0,0-1 0,-1 0 0,1 0 0,0 0 0,0 0 0,0 0 0,0 0 0,0 0 0,1 0 0,-1 1 0,0-1 0,0 0 0,1 0 0,-1 0 0,0 0 0,1 1 0,-1-1 0,1 0 0,-1 0 0,1 1 0,-1-1 0,1 0 0,-1 1 0,1-1 0,1 0 0,3-5 0,1 0 0,0 1 0,0 0 0,1 0 0,-1 0 0,13-6 0,17-12 0,-28 18 0,6-8 0,1 2 0,1 0 0,0 0 0,0 2 0,1 0 0,31-12 0,25 3 0,0 2 0,134-11 0,151 16 0,-329 10 0,70 0 0,526 5 0,-587-3 0,-1 2 0,0 2 0,0 1 0,-1 2 0,1 2 0,63 26 0,-87-32 0,1 1 0,-1-2 0,1 0 0,0-1 0,0 0 0,0-1 0,19-1 0,-10 0 0,35 6 0,17 5 0,96 2 0,77-13 0,-106-1 0,-188 7 0,14-1 0,-313 25 0,293-25 0,-205 27 0,184-24 0,0-3 0,-100-6 0,61 0 0,-1397 1 0,1497 0 0,-1-1 0,1 0 0,0 0 0,0-1 0,0-1 0,0 0 0,0 0 0,1-2 0,-1 1 0,-13-9 0,4 4 0,0 0 0,-1 1 0,0 2 0,-38-8 0,11 3 0,-108-23 0,-209-20 0,331 50 0,0-1 0,-45-13 0,72 15 0,-1 0 0,2-1 0,-15-9 0,15 9 0,0-1 0,-1 1 0,1 1 0,-12-5 0,-56-9 0,48 12 0,1-1 0,-41-15 0,25 4 0,13 6 0,1-1 0,0-1 0,1-1 0,-32-23 0,35 21 0,17 11 0,0 0 0,0 0 0,0 0 0,-10-12 0,14 14 0,0 0 0,0 0 0,0 0 0,-1 0 0,1 1 0,-1-1 0,0 1 0,0 0 0,0 0 0,0 0 0,0 1 0,0-1 0,0 1 0,0 0 0,-6-1 0,-5 1 0,0 1 0,0 0 0,-19 2 0,9 0 0,-619 98 0,235 4 0,387-97-455,0-1 0,-33 4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4:57.618"/>
    </inkml:context>
    <inkml:brush xml:id="br0">
      <inkml:brushProperty name="width" value="0.35" units="cm"/>
      <inkml:brushProperty name="height" value="0.35" units="cm"/>
      <inkml:brushProperty name="color" value="#FFFFFF"/>
    </inkml:brush>
  </inkml:definitions>
  <inkml:trace contextRef="#ctx0" brushRef="#br0">0 66 24575,'7'-6'0,"0"0"0,0 0 0,1 0 0,0 1 0,0 0 0,0 1 0,0 0 0,1 0 0,0 1 0,-1 0 0,1 0 0,0 1 0,15-2 0,11 1 0,0 2 0,47 3 0,-25 0 0,461-1-1365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5:40.129"/>
    </inkml:context>
    <inkml:brush xml:id="br0">
      <inkml:brushProperty name="width" value="0.35" units="cm"/>
      <inkml:brushProperty name="height" value="0.35" units="cm"/>
      <inkml:brushProperty name="color" value="#FFFFFF"/>
    </inkml:brush>
  </inkml:definitions>
  <inkml:trace contextRef="#ctx0" brushRef="#br0">1 54 24549,'3461'0'0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5:53.917"/>
    </inkml:context>
    <inkml:brush xml:id="br0">
      <inkml:brushProperty name="width" value="0.35" units="cm"/>
      <inkml:brushProperty name="height" value="0.35" units="cm"/>
      <inkml:brushProperty name="color" value="#FFFFFF"/>
    </inkml:brush>
  </inkml:definitions>
  <inkml:trace contextRef="#ctx0" brushRef="#br0">0 49 24541,'3634'0'0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5:46.064"/>
    </inkml:context>
    <inkml:brush xml:id="br0">
      <inkml:brushProperty name="width" value="0.35" units="cm"/>
      <inkml:brushProperty name="height" value="0.35" units="cm"/>
      <inkml:brushProperty name="color" value="#FFFFFF"/>
    </inkml:brush>
  </inkml:definitions>
  <inkml:trace contextRef="#ctx0" brushRef="#br0">1 90 24575,'589'-11'0,"671"-7"0,-966 19 0,-279-2 0,0 0 0,0-2 0,28-7 0,-26 5 0,0 2 0,24-4 0,266 5 0,-158 4 0,-16-1 0,158-3 0,-128-13 0,44-1 0,138 18 0,-331-1 25,0 1-1,0 0 1,0 1-1,-1 1 1,1 0 0,25 12-1,16 5-1561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5:47.828"/>
    </inkml:context>
    <inkml:brush xml:id="br0">
      <inkml:brushProperty name="width" value="0.35" units="cm"/>
      <inkml:brushProperty name="height" value="0.35" units="cm"/>
      <inkml:brushProperty name="color" value="#FFFFFF"/>
    </inkml:brush>
  </inkml:definitions>
  <inkml:trace contextRef="#ctx0" brushRef="#br0">0 0 24575,'30'6'0,"0"-1"0,51 0 0,-63-4 0,594 14-1337,-115-5 256,313 8 1055,-413 12 438,-48-1 1620,166-29-2032,-236-2 0,64 2-1365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6:00.237"/>
    </inkml:context>
    <inkml:brush xml:id="br0">
      <inkml:brushProperty name="width" value="0.35" units="cm"/>
      <inkml:brushProperty name="height" value="0.35" units="cm"/>
      <inkml:brushProperty name="color" value="#FFFFFF"/>
    </inkml:brush>
  </inkml:definitions>
  <inkml:trace contextRef="#ctx0" brushRef="#br0">0 1 24575,'0'0'0,"0"5"0,0 11 0,5 9 0,2 5 0,5 2 0,0 0 0,-2 6 0,-3 0 0,3-5 0,-1-4 0,-1-1 0,-3-2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6:02.762"/>
    </inkml:context>
    <inkml:brush xml:id="br0">
      <inkml:brushProperty name="width" value="0.35" units="cm"/>
      <inkml:brushProperty name="height" value="0.35" units="cm"/>
      <inkml:brushProperty name="color" value="#FFFFFF"/>
    </inkml:brush>
  </inkml:definitions>
  <inkml:trace contextRef="#ctx0" brushRef="#br0">114 259 24575,'-5'0'0,"-1"-5"0,-6-1 0,1-10 0,-4-7 0,1-5 0,3-3 0,-2-6 0,1-1 0,3 0 0,3 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6:26.990"/>
    </inkml:context>
    <inkml:brush xml:id="br0">
      <inkml:brushProperty name="width" value="0.35" units="cm"/>
      <inkml:brushProperty name="height" value="0.35" units="cm"/>
      <inkml:brushProperty name="color" value="#FFFFFF"/>
    </inkml:brush>
  </inkml:definitions>
  <inkml:trace contextRef="#ctx0" brushRef="#br0">5070 42 24575,'2'41'0,"2"0"0,2 0 0,18 64 0,-12-57 0,-11-43 0,0-1 0,0 1 0,0-1 0,-1 1 0,0 0 0,0-1 0,-1 7 0,1-9 0,-1 0 0,1 0 0,-1 0 0,0 0 0,1 0 0,-1-1 0,0 1 0,0 0 0,0-1 0,-1 1 0,1-1 0,0 1 0,0-1 0,-1 0 0,1 1 0,-1-1 0,0 0 0,1 0 0,-1 0 0,0 0 0,-1 0 0,-13 6 0,-1-1 0,1-1 0,-1 0 0,0-1 0,0-1 0,-18 1 0,-110-2 0,-10 1 0,4 9 0,79-9 0,1 4 0,-128 29 0,-114 59 0,290-89 0,0-1 0,0-1 0,-45 2 0,-72-7 0,54-2 0,5 4 0,5-1 0,-118-12 0,-68-9 0,-2 23 0,88 0 0,165-3 0,0-1 0,0 0 0,0 0 0,0-1 0,1 0 0,-20-10 0,13 6 0,-28-7 0,-90-9 0,33 7 0,-89-11 0,-20-4 0,146 18 0,-1 3 0,-74-3 0,103 10 0,0-1 0,1-3 0,-51-14 0,42 10 0,-62-8 0,-8-2 0,102 16 0,0 0 0,0-1 0,-24-14 0,21 11 0,-28-12 0,-99-23 0,115 38 0,-38-2 0,46 6 0,-1 0 0,1-2 0,-1 0 0,-22-8 0,-129-47 0,143 48 0,-43-22 0,43 18 0,-36-11 0,25 9-1365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6:14.290"/>
    </inkml:context>
    <inkml:brush xml:id="br0">
      <inkml:brushProperty name="width" value="0.35" units="cm"/>
      <inkml:brushProperty name="height" value="0.35" units="cm"/>
      <inkml:brushProperty name="color" value="#FFFFFF"/>
    </inkml:brush>
  </inkml:definitions>
  <inkml:trace contextRef="#ctx0" brushRef="#br0">0 31 24575,'19'-1'0,"0"-1"0,24-5 0,10-1 0,548-5 0,-386 15 0,168-2 0,-355 2 0,-1 0 0,33 8 0,-28-4 0,38 2 0,383-5 0,-234-5 0,1698 2-1365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6:16.998"/>
    </inkml:context>
    <inkml:brush xml:id="br0">
      <inkml:brushProperty name="width" value="0.35" units="cm"/>
      <inkml:brushProperty name="height" value="0.35" units="cm"/>
      <inkml:brushProperty name="color" value="#FFFFFF"/>
    </inkml:brush>
  </inkml:definitions>
  <inkml:trace contextRef="#ctx0" brushRef="#br0">1 1 24575,'200'-1'0,"220"3"0,-246 13 0,39 0 0,1014-16 0,-686 1 0,-466 4 0,-1 3 0,138 30 0,-162-29 0,0-3 0,0-2 0,75-6 0,-31 1 0,-77 2 0,2-1 0,0 1 0,1 1 0,-1 1 0,34 8 0,-27-4-341,0-1 0,0-2-1,47 2 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6:20.107"/>
    </inkml:context>
    <inkml:brush xml:id="br0">
      <inkml:brushProperty name="width" value="0.35" units="cm"/>
      <inkml:brushProperty name="height" value="0.35" units="cm"/>
      <inkml:brushProperty name="color" value="#FFFFFF"/>
    </inkml:brush>
  </inkml:definitions>
  <inkml:trace contextRef="#ctx0" brushRef="#br0">1 326 24575,'1123'0'0,"-1080"-2"0,61-11 0,29-1 0,-96 13 0,-1 0 0,1-3 0,64-14 0,-46 3 0,5-3 0,92-14 0,-75 21 0,-19 2 0,73-2 0,-91 9 0,52-10 0,-5 0 0,-69 9 0,0-1 0,0-1 0,-1 0 0,1-2 0,20-10 0,-12 6 0,31-10 0,-17 13 0,1 1 0,76-4 0,-33 5 0,375-28 0,-77 22 0,-293 13 0,-81-1 0,-1 0 0,1 0 0,-1 1 0,1 0 0,-1 1 0,8 1 0,-12-1 0,0-1 0,0 1 0,1 0 0,-1 0 0,0 0 0,-1 0 0,1 0 0,0 1 0,-1-1 0,1 1 0,-1-1 0,0 1 0,1 0 0,1 6 0,5 7 150,10 33-1,-15-38-357,-1-1 0,2 0 0,-1 1 0,1-1 0,1-1 0,0 1 0,13 15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6:21.991"/>
    </inkml:context>
    <inkml:brush xml:id="br0">
      <inkml:brushProperty name="width" value="0.35" units="cm"/>
      <inkml:brushProperty name="height" value="0.35" units="cm"/>
      <inkml:brushProperty name="color" value="#FFFFFF"/>
    </inkml:brush>
  </inkml:definitions>
  <inkml:trace contextRef="#ctx0" brushRef="#br0">0 79 24575,'1873'0'0,"-1820"-3"0,61-10 0,39-2 0,50 16 0,66-2 0,-107-20 0,-125 15 0,56-15-1365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7:13.176"/>
    </inkml:context>
    <inkml:brush xml:id="br0">
      <inkml:brushProperty name="width" value="0.35" units="cm"/>
      <inkml:brushProperty name="height" value="0.35" units="cm"/>
      <inkml:brushProperty name="color" value="#FFFFFF"/>
    </inkml:brush>
  </inkml:definitions>
  <inkml:trace contextRef="#ctx0" brushRef="#br0">1 0 24575,'827'0'-1365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7:14.70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7:16.708"/>
    </inkml:context>
    <inkml:brush xml:id="br0">
      <inkml:brushProperty name="width" value="0.35" units="cm"/>
      <inkml:brushProperty name="height" value="0.35" units="cm"/>
      <inkml:brushProperty name="color" value="#FFFFFF"/>
    </inkml:brush>
  </inkml:definitions>
  <inkml:trace contextRef="#ctx0" brushRef="#br0">1 858 24575,'829'0'0,"-802"-2"0,-1 0 0,34-9 0,22-1 0,121 9 0,-9 2 0,-176-1 0,34-7 0,-47 9 0,-1-2 0,1 1 0,-1 0 0,0-1 0,0 0 0,1 0 0,-1 0 0,0-1 0,-1 1 0,1-1 0,0 0 0,5-5 0,-8 6 0,0 0 0,0 1 0,-1-1 0,1 0 0,0 0 0,-1 1 0,1-1 0,-1 0 0,0 0 0,1 0 0,-1 0 0,0 0 0,0 1 0,0-1 0,0 0 0,-1 0 0,1 0 0,0 0 0,-1 0 0,1 1 0,-1-1 0,0 0 0,0 0 0,-1-2 0,-3-5 0,-1-1 0,0 1 0,-10-10 0,0-2 0,-12-22 0,3-2 0,1-1 0,-17-48 0,29 58 0,1 1 0,2-2 0,1 1 0,-6-70 0,13-77-1026,1 175 687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7:18.560"/>
    </inkml:context>
    <inkml:brush xml:id="br0">
      <inkml:brushProperty name="width" value="0.35" units="cm"/>
      <inkml:brushProperty name="height" value="0.35" units="cm"/>
      <inkml:brushProperty name="color" value="#FFFFFF"/>
    </inkml:brush>
  </inkml:definitions>
  <inkml:trace contextRef="#ctx0" brushRef="#br0">1 1 24575,'390'19'0,"-269"-10"0,16 6 0,76 2 0,559-19-1365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1:35.220"/>
    </inkml:context>
    <inkml:brush xml:id="br0">
      <inkml:brushProperty name="width" value="0.35" units="cm"/>
      <inkml:brushProperty name="height" value="0.35" units="cm"/>
      <inkml:brushProperty name="color" value="#FFFFFF"/>
    </inkml:brush>
  </inkml:definitions>
  <inkml:trace contextRef="#ctx0" brushRef="#br0">0 344 24575,'2435'0'0,"-2386"-2"0,60-11 0,7-1 0,93 12 0,-14 0 0,-92-13 0,-9 1 0,316 8 0,-230 8 0,-72 0 0,123-5 0,-126-13 0,-68 9 0,43-2 0,99 9 0,26-2 0,-103-13 0,-65 8 0,41-2 0,21 9 0,22-2 0,-118 2 0,-1 0 0,0 0 0,1 0 0,-1-1 0,1 1 0,-1-1 0,0 1 0,1-1 0,-1 0 0,0 0 0,0 0 0,0 0 0,0-1 0,0 1 0,0 0 0,0-1 0,0 0 0,0 1 0,0-1 0,-1 0 0,1 0 0,1-2 0,-2 1 0,-1 0 0,1 1 0,0-1 0,-1 0 0,0 0 0,1 0 0,-1 0 0,0 0 0,0 0 0,-1 1 0,1-1 0,-1 0 0,1 0 0,-1 0 0,0 0 0,0 1 0,0-1 0,-2-2 0,-5-10-151,0 1-1,-1 0 0,-1 1 0,0 0 1,0 1-1,-2 0 0,1 1 1,-16-12-1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1:43.928"/>
    </inkml:context>
    <inkml:brush xml:id="br0">
      <inkml:brushProperty name="width" value="0.35" units="cm"/>
      <inkml:brushProperty name="height" value="0.35" units="cm"/>
      <inkml:brushProperty name="color" value="#FFFFFF"/>
    </inkml:brush>
  </inkml:definitions>
  <inkml:trace contextRef="#ctx0" brushRef="#br0">69 207 24575,'0'1'0,"1"1"0,-1-1 0,0 0 0,1 0 0,-1 0 0,1 0 0,0 1 0,-1-1 0,1 0 0,0 0 0,-1 0 0,1 0 0,0-1 0,0 1 0,0 0 0,0 0 0,0 0 0,0-1 0,0 1 0,0 0 0,0-1 0,1 1 0,-1-1 0,0 1 0,0-1 0,0 0 0,3 1 0,39 5 0,-39-5 0,235 31 0,101 6 0,238-36 0,-282-4 0,117 2 0,-374 1 0,71 14 0,-5-1 0,-46-10 0,79 10 0,-91-7 0,-12-2 0,56 15 0,-56-11 0,42 6 0,-23-5 0,-3-1 0,96 3 0,54-13 0,-73-1 0,95 2 0,-212 1 0,0 0 0,0 1 0,0 0 0,0 1 0,-1 0 0,1 1 0,15 8 0,-10-5 0,0-1 0,20 5 0,-21-9 0,0-1 0,0 0 0,0-1 0,0-1 0,1 0 0,25-7 0,22-1 0,70 4 0,-130 5 0,0 0 0,-1 0 0,1 0 0,0-1 0,-1 1 0,1-1 0,-1 1 0,1-1 0,-1 0 0,0 0 0,1 0 0,-1-1 0,0 1 0,0-1 0,1 1 0,-1-1 0,0 1 0,-1-1 0,1 0 0,0 0 0,0 0 0,-1 0 0,1 0 0,-1-1 0,0 1 0,0 0 0,0-1 0,0 1 0,0-1 0,0 1 0,0-1 0,-1 1 0,0-1 0,1 1 0,-1-1 0,0 0 0,0 1 0,0-1 0,-1 0 0,1 1 0,-1-1 0,1 1 0,-2-4 0,-9-46 0,5 22 0,-10-31 0,12 51 0,0 0 0,0 0 0,-1 1 0,0 0 0,-1 0 0,1 0 0,-9-7 0,8 8 0,1 0 0,-1 0 0,1 0 0,0-1 0,1 1 0,0-1 0,1 0 0,-1-1 0,-1-9 0,4 15 0,-1 0 0,1 0 0,-1 1 0,0-1 0,0 0 0,0 1 0,0 0 0,-1 0 0,1-1 0,-1 1 0,0 1 0,0-1 0,0 0 0,0 1 0,-1-1 0,1 1 0,-1 0 0,1 0 0,-1 1 0,0-1 0,0 1 0,1 0 0,-1 0 0,0 0 0,-7-1 0,-4 1 0,0 0 0,-1 0 0,1 2 0,0 0 0,-25 4 0,-164 28 0,180-28 0,1 1 0,-1 2 0,1 0 0,-29 14 0,31-12 0,0-1 0,0 0 0,-1-2 0,0-1 0,-27 4 0,-50-6 0,65-3 0,-67 8 0,38 1 0,-97 2 0,-67-13 0,91-1 0,-639 2 0,727-2 0,-67-12 0,-19-2 0,-192 14 0,171 4 0,86 1 0,-89 16 0,103-11 0,-33 8 0,50-8 0,-63 4 0,-160-11 206,130-2-1777</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1:29.359"/>
    </inkml:context>
    <inkml:brush xml:id="br0">
      <inkml:brushProperty name="width" value="0.35" units="cm"/>
      <inkml:brushProperty name="height" value="0.35" units="cm"/>
      <inkml:brushProperty name="color" value="#FFFFFF"/>
    </inkml:brush>
  </inkml:definitions>
  <inkml:trace contextRef="#ctx0" brushRef="#br0">1 37 24575,'2741'0'0,"-2705"-2"0,-1-1 0,39-9 0,46-4 0,262 13 0,-196 5 0,76-2-1365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1:31.879"/>
    </inkml:context>
    <inkml:brush xml:id="br0">
      <inkml:brushProperty name="width" value="0.35" units="cm"/>
      <inkml:brushProperty name="height" value="0.35" units="cm"/>
      <inkml:brushProperty name="color" value="#FFFFFF"/>
    </inkml:brush>
  </inkml:definitions>
  <inkml:trace contextRef="#ctx0" brushRef="#br0">1 72 24575,'73'0'0,"350"-14"0,-366 9 0,158-25 0,-171 22 0,1 1 0,55 0 0,93 7 0,-91 2 0,1859-1 174,-1048-1-1713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1:48.466"/>
    </inkml:context>
    <inkml:brush xml:id="br0">
      <inkml:brushProperty name="width" value="0.35" units="cm"/>
      <inkml:brushProperty name="height" value="0.35" units="cm"/>
      <inkml:brushProperty name="color" value="#FFFFFF"/>
    </inkml:brush>
  </inkml:definitions>
  <inkml:trace contextRef="#ctx0" brushRef="#br0">142 173 24575,'846'0'0,"-639"16"0,-18 1 0,424-16 0,-293-3 0,-279-1 0,0-1 0,65-15 0,-39 3 0,45-7 0,-62 15 0,30-5 0,105-3 0,-10 0 0,-120 8 0,84 0 0,-221-5 0,-673-43 0,704 55 0,5 0 0,1 2 0,-1 2 0,-57 10 0,-192 55 0,251-59 0,0-3 0,-1-1 0,1-3 0,-48-2 0,38-1 0,1 2 0,-63 10 0,-131 22 0,161-23 0,-9-1 0,27-2 0,-75 16 0,78-9 0,0-3 0,-1-3 0,-113 0 0,136-6 0,-74 12 0,-22 1 0,0-16 0,259 0 0,206 3 0,-194 13 0,9 0 0,77 1 0,84 3 0,515-15 0,-446-6 0,-141 19 0,-21-1 0,331-15 0,-253-2 0,-261-1 0,0-1 0,0-1 0,0-1 0,0-1 0,32-13 0,-47 15 0,19-3 0,0 1 0,0 1 0,1 2 0,52 0 0,5 0 0,-83 3 0,1-1 0,0 0 0,-1-1 0,1 1 0,9-5 0,-14 5 0,0 1 0,0 0 0,0 0 0,-1-1 0,1 1 0,0 0 0,0-1 0,-1 1 0,1-1 0,0 1 0,-1-1 0,1 1 0,0-1 0,-1 1 0,1-1 0,-1 0 0,1 1 0,-1-1 0,1 0 0,-1 1 0,0-1 0,1 0 0,-1 0 0,0 0 0,1 1 0,-1-1 0,0 0 0,0 0 0,0 0 0,0 1 0,0-1 0,0 0 0,0 0 0,0 0 0,0 0 0,0 1 0,-1-1 0,1 0 0,0 0 0,0 0 0,-1 1 0,1-1 0,0 0 0,-1 0 0,1 1 0,-1-1 0,1 0 0,-2 0 0,-14-14-1365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7:38.518"/>
    </inkml:context>
    <inkml:brush xml:id="br0">
      <inkml:brushProperty name="width" value="0.35" units="cm"/>
      <inkml:brushProperty name="height" value="0.35" units="cm"/>
      <inkml:brushProperty name="color" value="#FFFFFF"/>
    </inkml:brush>
  </inkml:definitions>
  <inkml:trace contextRef="#ctx0" brushRef="#br0">0 0 24575,'20'0'0,"22"0"0,33 0 0,20 0 0,3 0 0,11 0 0,-9 0 0,-11 0 0,-15 0 0,-11 0 0,-6 0 0,-8 0 0,-6 0 0,-7 0 0,-3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8:39.048"/>
    </inkml:context>
    <inkml:brush xml:id="br0">
      <inkml:brushProperty name="width" value="0.35" units="cm"/>
      <inkml:brushProperty name="height" value="0.35" units="cm"/>
      <inkml:brushProperty name="color" value="#FFFFFF"/>
    </inkml:brush>
  </inkml:definitions>
  <inkml:trace contextRef="#ctx0" brushRef="#br0">745 2636 24575,'228'33'0,"-86"-15"0,1224 146-1496,-627-143 2980,-697-21-1472,20 1-12,-33 1 0,-1-2 0,40-4 0,-68 4 0,1 0 0,-1 0 0,0 0 0,0 0 0,0 0 0,1 0 0,-1 0 0,0 0 0,0 0 0,1 0 0,-1 0 0,0 0 0,0 0 0,0 0 0,1 0 0,-1-1 0,0 1 0,0 0 0,0 0 0,0 0 0,1 0 0,-1 0 0,0 0 0,0-1 0,0 1 0,0 0 0,1 0 0,-1 0 0,0 0 0,0-1 0,0 1 0,0 0 0,0 0 0,0 0 0,0-1 0,0 1 0,0 0 0,0 0 0,1 0 0,-1-1 0,0 1 0,0 0 0,0 0 0,0-1 0,-1 1 0,-8-9 0,-18-6 0,-15-3 0,-1 3 0,-1 1 0,-1 2 0,0 2 0,-83-7 0,-672-50-899,305 28 466,10-17 433,8-43 0,419 82 159,0-1 0,2-3 1,0-3-1,2-2 0,0-2 0,2-2 1,-53-42-1,83 54-151,-1-2 1,2 0-1,1-1 0,0-1 1,2-1-1,-23-37 0,18 20-8,1 0 0,2-2 0,3 0 0,0-1 0,3-1 0,2 0 0,2-1 0,1 0 0,3 0 0,2-1 0,1 0 0,5-56 0,-1 91 0,1 1 0,1-1 0,0 1 0,0-1 0,1 1 0,0 0 0,0 0 0,1 1 0,1-1 0,8-10 0,9-10 0,43-42 0,-33 38 0,203-249 0,-19-14 0,-24 31 0,-96 129 0,21-27 0,-115 160 0,1 0 0,-1 0 0,1 0 0,0 0 0,0 0 0,0 1 0,0 0 0,1 0 0,-1 0 0,11-4 0,-13 7 0,0-1 0,0 1 0,0-1 0,0 1 0,0 0 0,0 0 0,0 0 0,0 0 0,0 1 0,0-1 0,0 0 0,0 1 0,0-1 0,0 1 0,0 0 0,0 0 0,0 0 0,0 0 0,0 0 0,-1 0 0,1 0 0,0 0 0,-1 1 0,1-1 0,-1 1 0,0-1 0,1 1 0,-1 0 0,2 2 0,1 3 0,1 1 0,-1 0 0,0-1 0,-1 1 0,0 0 0,0 1 0,2 12 0,5 63 0,-9-70 0,1 25 0,-2 0 0,-1 0 0,-3 0 0,-1 0 0,-1-1 0,-18 58 0,-96 214 0,63-174 0,2-22-1365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9:38.664"/>
    </inkml:context>
    <inkml:brush xml:id="br0">
      <inkml:brushProperty name="width" value="0.35" units="cm"/>
      <inkml:brushProperty name="height" value="0.35" units="cm"/>
      <inkml:brushProperty name="color" value="#FFFFFF"/>
    </inkml:brush>
  </inkml:definitions>
  <inkml:trace contextRef="#ctx0" brushRef="#br0">2028 1394 24575,'0'-1306'0,"0"1298"0,1 0 0,0 0 0,0-1 0,0 1 0,6-15 0,-7 22 0,0 0 0,1-1 0,-1 1 0,0 0 0,1 0 0,0 0 0,-1 0 0,1-1 0,0 1 0,-1 0 0,1 0 0,0 0 0,0 0 0,0 1 0,0-1 0,0 0 0,0 0 0,0 1 0,0-1 0,0 0 0,0 1 0,1-1 0,-1 1 0,0-1 0,0 1 0,1 0 0,-1-1 0,0 1 0,0 0 0,1 0 0,-1 0 0,0 0 0,1 0 0,-1 0 0,0 1 0,0-1 0,1 0 0,-1 1 0,0-1 0,0 0 0,0 1 0,1 0 0,-1-1 0,0 1 0,0 0 0,2 1 0,0 0 0,0 1 0,0 0 0,-1-1 0,1 1 0,0 0 0,-1 0 0,0 0 0,0 1 0,0-1 0,0 1 0,0-1 0,-1 1 0,0-1 0,0 1 0,1 5 0,2 8 0,-2 0 0,2 20 0,-3-14 0,12 53 0,0 6 0,-12-72 0,0 0 0,-1 0 0,0 0 0,-1 0 0,-3 18 0,2-24 0,1 1 0,-1-1 0,1 0 0,-1 0 0,-1-1 0,1 1 0,0 0 0,-1-1 0,0 1 0,0-1 0,0 0 0,0 0 0,0 0 0,0 0 0,-8 4 0,-3 0 0,0 0 0,0 0 0,-18 4 0,2 0 0,-42 15 0,-1-3 0,-134 24 0,-154 0 0,133-21 0,-56 7 0,-395-5 0,673-28 0,-9 0 0,-1 0 0,1 0 0,-20 5 0,34-5 0,1 0 0,-1 0 0,0 0 0,1 0 0,-1 0 0,1 0 0,-1 0 0,0 0 0,1 1 0,-1-1 0,1 0 0,-1 0 0,1 1 0,-1-1 0,1 0 0,-1 1 0,1-1 0,-1 1 0,1-1 0,-1 1 0,1-1 0,-1 0 0,1 1 0,-1 0 0,2 0 0,-1-1 0,0 1 0,1-1 0,-1 1 0,1-1 0,-1 1 0,1-1 0,-1 1 0,1-1 0,-1 0 0,1 1 0,-1-1 0,1 0 0,-1 1 0,1-1 0,0 0 0,-1 0 0,2 1 0,42 11 0,-35-10 0,108 29 0,95 24 0,217 22 0,-355-69 0,358 21 0,-177-31-1365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7:28.993"/>
    </inkml:context>
    <inkml:brush xml:id="br0">
      <inkml:brushProperty name="width" value="0.35" units="cm"/>
      <inkml:brushProperty name="height" value="0.35" units="cm"/>
      <inkml:brushProperty name="color" value="#FFFFFF"/>
    </inkml:brush>
  </inkml:definitions>
  <inkml:trace contextRef="#ctx0" brushRef="#br0">753 298 24575,'275'1'0,"305"-3"0,-341-13 0,65 0 0,-248 15 0,-2 2 0,-1-3 0,85-11 0,-68 1 0,-36 7 0,45-12 0,62-13 0,-115 23 0,1 1 0,1 1 0,32-1 0,85 6 0,-57 1 0,-53-2 0,-9 1 0,-1-1 0,1-1 0,-1-1 0,31-7 0,-25 2 0,0 2 0,57-3 0,66 9 0,-61 0 0,24-2 0,115 3 0,-226-2 0,0 1 0,0-1 0,0 1 0,-1 0 0,1 1 0,-1-1 0,1 1 0,-1 0 0,8 5 0,-13-7 0,0 0 0,0 0 0,1 0 0,-1 0 0,0 0 0,0 0 0,0 0 0,0 0 0,0 0 0,0 0 0,0 0 0,0 0 0,0 1 0,0-1 0,0 0 0,0 0 0,1 0 0,-1 0 0,0 0 0,0 0 0,0 0 0,0 0 0,0 0 0,0 1 0,0-1 0,0 0 0,0 0 0,0 0 0,0 0 0,0 0 0,0 0 0,0 0 0,0 1 0,0-1 0,0 0 0,0 0 0,0 0 0,-1 0 0,1 0 0,0 0 0,0 0 0,0 0 0,0 0 0,0 1 0,0-1 0,0 0 0,0 0 0,0 0 0,0 0 0,0 0 0,0 0 0,-1 0 0,-8 3 0,-10 0 0,-88 1 0,-61 5 0,-245 14 0,179-16 0,-48 14 0,-167 6 0,-335-27 0,325-1 0,264-14 0,26 0 0,-1 5 0,-175-34 0,194 12 0,151 32 0,0 0 0,0 0 0,0 0 0,0 0 0,0 0 0,0 0 0,0 0 0,0 0 0,0 0 0,0-1 0,0 1 0,0 0 0,0 0 0,0 0 0,0 0 0,1 0 0,-1 0 0,0 0 0,0 0 0,0 0 0,0 0 0,0 0 0,0 0 0,0 0 0,0 0 0,0 0 0,0 0 0,0 0 0,0-1 0,0 1 0,0 0 0,0 0 0,0 0 0,0 0 0,0 0 0,0 0 0,0 0 0,0 0 0,0 0 0,0 0 0,0 0 0,0 0 0,0 0 0,0 0 0,0-1 0,0 1 0,0 0 0,0 0 0,0 0 0,0 0 0,-1 0 0,1 0 0,0 0 0,0 0 0,0 0 0,0 0 0,0 0 0,0 0 0,0 0 0,0 0 0,0 0 0,11-5 0,15-2 0,281-40 0,-276 40 0,37-12 0,-47 11 0,-1 2 0,1 1 0,0 0 0,42-2 0,-21 8 0,59 11 0,-63-7 0,-1-1 0,48-1 0,106-26 0,-51 4 0,3 7 0,209 9 0,-115 33 0,17 2 0,-146-33 0,26 2 0,-52 12 0,-55-8 0,38 3 0,313-5 0,-195-5 0,-98 1 0,96 3 0,-173-1 0,-1 1 0,1-1 0,-1 1 0,0 1 0,0-1 0,0 1 0,0 1 0,0-1 0,-1 1 0,12 9 0,-8-5 0,-1 0 0,0 1 0,0 1 0,-1-1 0,12 19 0,-16-21 0,-1-1 0,0 1 0,0 0 0,0 0 0,-1 1 0,0-1 0,-1 1 0,2 10 0,-2-2 0,-1 0 0,-2 31 0,2-44 0,-1 0 0,1-1 0,-1 1 0,0 0 0,0 0 0,0 0 0,0-1 0,0 1 0,0-1 0,-1 1 0,1-1 0,-1 1 0,0-1 0,0 0 0,0 0 0,0 0 0,0 0 0,0 0 0,-1 0 0,1-1 0,0 1 0,-1-1 0,0 1 0,1-1 0,-1 0 0,0 0 0,-4 1 0,-7 1 0,0-1 0,0-1 0,0 0 0,-23-2 0,1 1 0,-123 12 0,-39 1 0,184-13 0,-14-1 0,-1 2 0,0 1 0,0 1 0,1 1 0,-32 9 0,29-3 0,0-2 0,-1-1 0,0-2 0,-61 3 0,55-6 0,-49 10 0,-22 1 0,-292-10 0,205-5 0,141 4 0,-56 11 0,-54 1 0,-474-15 0,614 0 0,0-1 0,1-1 0,-1-1 0,1-1 0,0-1 0,-31-12 0,36 12 0,-1 1 0,-1 0 0,1 2 0,-1 1 0,-24 0 0,-47-7 0,20 0 0,0 3 0,-84 5 0,133 0 0,0-1 0,-1 0 0,2-2 0,-31-8 0,37 8 0,0-1 0,1-1 0,-1-1 0,1 0 0,1-1 0,-25-17 0,35 22 0,1 0 0,0 0 0,-1 0 0,1-1 0,1 1 0,-1-1 0,0 1 0,1-1 0,-4-7 0,5 10 0,1-1 0,0 1 0,-1 0 0,1-1 0,0 1 0,0 0 0,0-1 0,0 1 0,0 0 0,0-1 0,0 1 0,0 0 0,1-1 0,-1 1 0,0 0 0,1 0 0,-1-1 0,1 1 0,0 0 0,-1 0 0,1 0 0,0-1 0,0 1 0,-1 0 0,1 0 0,0 0 0,0 1 0,0-1 0,0 0 0,0 0 0,1 0 0,-1 1 0,0-1 0,0 0 0,0 1 0,1 0 0,1-1 0,9-3 0,-1 0 0,1 1 0,0 1 0,-1 0 0,1 1 0,14-1 0,7 2 0,33 4 0,-43 1 0,0 0 0,0 2 0,-1 0 0,0 1 0,33 18 0,-52-24 0,46 21 0,76 25 0,-76-33 0,-1 1 0,45 24 0,-78-33 0,1-1 0,-1 0 0,1-1 0,0-1 0,0 0 0,1-1 0,-1-1 0,1-1 0,18 0 0,-4 1 0,-1 1 0,38 9 0,-21-3 0,-5 2 0,-36-9 0,-1 0 0,1 0 0,0-1 0,-1 0 0,1 0 0,0 0 0,0 0 0,0-1 0,0 0 0,0 0 0,0-1 0,-1 1 0,1-2 0,9-1 0,7-7 0,-1-1 0,0-1 0,27-20 0,-22 14 0,42-21 0,-19 17 0,1 2 0,1 3 0,54-11 0,164-23 0,-190 38 0,-46 8-1365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7:31.842"/>
    </inkml:context>
    <inkml:brush xml:id="br0">
      <inkml:brushProperty name="width" value="0.35" units="cm"/>
      <inkml:brushProperty name="height" value="0.35" units="cm"/>
      <inkml:brushProperty name="color" value="#FFFFFF"/>
    </inkml:brush>
  </inkml:definitions>
  <inkml:trace contextRef="#ctx0" brushRef="#br0">1 121 24575,'54'-4'0,"1"-1"0,101-25 0,-65 11 0,30-10 0,-113 28 13,23-5-472,1-1-1,34-13 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9:44.058"/>
    </inkml:context>
    <inkml:brush xml:id="br0">
      <inkml:brushProperty name="width" value="0.35" units="cm"/>
      <inkml:brushProperty name="height" value="0.35" units="cm"/>
      <inkml:brushProperty name="color" value="#FFFFFF"/>
    </inkml:brush>
  </inkml:definitions>
  <inkml:trace contextRef="#ctx0" brushRef="#br0">3680 901 24575,'-955'0'0,"922"-2"0,0-1 0,-59-13 0,88 15 0,-31-5 0,33 6 0,1 0 0,-1 0 0,1 0 0,0 0 0,-1 0 0,1 0 0,0 0 0,-1 0 0,1 1 0,-1-1 0,1 0 0,0 1 0,-1-1 0,1 1 0,0-1 0,0 1 0,-1 0 0,1 0 0,0-1 0,-1 3 0,2-3 0,-1 1 0,1-1 0,0 1 0,0 0 0,0-1 0,0 1 0,0-1 0,0 1 0,0 0 0,0-1 0,0 1 0,0 0 0,0-1 0,0 1 0,1-1 0,-1 1 0,0 0 0,0-1 0,1 1 0,-1-1 0,0 1 0,1-1 0,-1 1 0,1 0 0,11 13 0,-4-7 0,0-1 0,0 0 0,1 0 0,0-1 0,0 0 0,0-1 0,14 5 0,74 20 0,-70-23 0,85 18 0,0-5 0,198 7 0,78-21 0,-96-3 0,-45 14 0,24 1 0,-263-17 0,1 0 0,0-1 0,0 1 0,13-4 0,-20 3 0,0 0 0,1 0 0,-1 1 0,0-2 0,0 1 0,0 0 0,0 0 0,0-1 0,0 1 0,0-1 0,0 1 0,0-1 0,-1 0 0,1 0 0,0 0 0,-1 0 0,0 0 0,0 0 0,1 0 0,0-5 0,0 2 0,0-1 0,-1 0 0,0 0 0,0 1 0,-1-1 0,1 0 0,-1 0 0,-1 0 0,1 0 0,-1 0 0,0 1 0,0-1 0,-1 0 0,1 0 0,-4-5 0,-4-8 0,0 1 0,-1 1 0,-14-18 0,17 25 0,-3-4 0,-1 2 0,0 0 0,-22-19 0,21 22 0,1-2 0,1 1 0,-1-1 0,-16-24 0,7-3 0,-20-52 0,21 45 0,8 23 0,2-2 0,1 1 0,0-1 0,2 0 0,1-1 0,1 1 0,1-1 0,1 0 0,1-32 0,2 50 0,0 1 0,0-1 0,0 1 0,1 0 0,0 0 0,0-1 0,0 1 0,1 0 0,0 1 0,0-1 0,1 0 0,-1 1 0,8-8 0,-1 3 0,1-1 0,1 1 0,0 1 0,21-12 0,-8 3 0,0-2 0,0 0 0,28-33 0,-52 52 0,-1 0 0,1 1 0,-1-1 0,1 1 0,-1-1 0,1 1 0,-1-1 0,1 1 0,-1-1 0,1 1 0,0 0 0,-1-1 0,1 1 0,0 0 0,-1 0 0,1-1 0,0 1 0,0 0 0,-1 0 0,1 0 0,0 0 0,0 0 0,-1 0 0,1 0 0,0 0 0,0 0 0,-1 0 0,1 0 0,1 1 0,-1 0 0,0 0 0,1 0 0,-1 0 0,0 0 0,0 1 0,0-1 0,0 0 0,0 1 0,0-1 0,0 1 0,0-1 0,0 3 0,4 9 0,-1 0 0,4 23 0,-6-26 0,2 7 0,2 0 0,0-1 0,0 1 0,2-2 0,18 31 0,58 64 0,-75-99 0,11 14 0,-1 1 0,17 31 0,-29-45 0,-1 1 0,0-1 0,-1 1 0,0 0 0,-1 1 0,0-1 0,1 19 0,-4-29 0,-1 1 0,1-1 0,-1 0 0,0 0 0,-1 0 0,1 1 0,0-1 0,-1 0 0,0 0 0,0 0 0,0 0 0,0 0 0,0 0 0,-1 0 0,1 0 0,-1-1 0,-3 5 0,3-5 0,-1 1 0,0-1 0,1 0 0,-1-1 0,0 1 0,0 0 0,-1-1 0,1 0 0,0 0 0,0 0 0,-1 0 0,1 0 0,0-1 0,-1 1 0,1-1 0,-5 0 0,-61 0 0,-24 0 0,-162 38 0,4 21 0,47-10 0,-247 38 0,-248 4 0,78-32 0,462-43 0,89-7 0,0-3 0,-84-4 0,116-7 0,-46-10 0,26 3 0,23 4 0,1-2 0,-41-16 0,20 6 0,36 12 0,0 0 0,-29-18 0,-20-10 0,35 21 0,15 7 0,0 0 0,0 1 0,-1 1 0,0 1 0,-33-6 0,-15 4 0,1-2 0,0-4 0,-67-22 0,114 28 0,-25-13 0,27 11 0,0 1 0,-19-5 0,-95-23 0,56 17 0,-86-33 0,92 27-1365</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9:05.004"/>
    </inkml:context>
    <inkml:brush xml:id="br0">
      <inkml:brushProperty name="width" value="0.35" units="cm"/>
      <inkml:brushProperty name="height" value="0.35" units="cm"/>
      <inkml:brushProperty name="color" value="#FFFFFF"/>
    </inkml:brush>
  </inkml:definitions>
  <inkml:trace contextRef="#ctx0" brushRef="#br0">0 27 24575,'70'-1'0,"79"3"0,-73 11 0,-55-9 0,1 0 0,23 1 0,407-4 0,-217-3 0,1126 2 0,-1335-1 0,0-1 0,28-7 0,38-4 0,30 13 0,15-1 0,-60-11 0,-50 7 0,32-2 0,368 5 0,-218 4 0,307-2-1365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1:59:10.508"/>
    </inkml:context>
    <inkml:brush xml:id="br0">
      <inkml:brushProperty name="width" value="0.35" units="cm"/>
      <inkml:brushProperty name="height" value="0.35" units="cm"/>
      <inkml:brushProperty name="color" value="#FFFFFF"/>
    </inkml:brush>
  </inkml:definitions>
  <inkml:trace contextRef="#ctx0" brushRef="#br0">45 458 24575,'63'4'0,"0"2"0,93 22 0,65 7 0,-91-24 0,177 9 0,760-20 0,-481-1 0,-562-1 0,0 0 0,26-6 0,29-4 0,97 10 0,-13 1 0,-63-11 0,16 0 0,201 11 0,-148 2 0,-136-2 0,53-10 0,-6 0 0,93-16 0,-133 22 0,0-2 0,-1-2 0,0-1 0,-1-2 0,49-23 0,-84 34 0,0 0 0,0 0 0,0-1 0,0 1 0,0-1 0,0 0 0,-1 1 0,1-1 0,-1-1 0,1 1 0,-1 0 0,0 0 0,0-1 0,0 0 0,0 1 0,0-1 0,0 0 0,-1 0 0,0 0 0,1 0 0,-1 0 0,0 0 0,0 0 0,-1 0 0,1 0 0,-1-1 0,1 1 0,-1 0 0,0 0 0,0-1 0,-1 1 0,1 0 0,-1 0 0,1-1 0,-1 1 0,0 0 0,0 0 0,-1 0 0,-1-4 0,1 2 0,-1 1 0,0-1 0,0 1 0,0 0 0,0 0 0,0 0 0,-1 0 0,0 1 0,0-1 0,0 1 0,0 0 0,0 0 0,-1 0 0,1 1 0,-1-1 0,0 1 0,1 0 0,-1 1 0,0-1 0,-8 0 0,-8-1 0,0 0 0,0 2 0,-37 2 0,51 0 0,-12 1 0,0 1 0,0 1 0,1 1 0,0 0 0,-33 16 0,-31 8 0,28-17 0,1-2 0,-1-2 0,-1-3 0,-78-3 0,-610 39 0,734-40 0,-131 12 0,-111 8 0,94-5 0,99-8 0,-5 0 0,-137 11 0,-369-17 0,283-4 0,247 0 0,-52-9 0,-21-1 0,-354 9 0,241 5 0,133 0 0,-102-5 0,190 3 0,0-1 0,0 0 0,0 0 0,0 0 0,0 0 0,0 0 0,1-1 0,-1 0 0,0 0 0,1 0 0,-1 0 0,1-1 0,-6-4 0,8 6 0,0 0 0,1 0 0,-1 0 0,0 0 0,1-1 0,-1 1 0,0 0 0,1 0 0,-1 0 0,1 0 0,0-1 0,-1 1 0,1 0 0,0 0 0,0-1 0,0 1 0,0 0 0,0-3 0,0 3 0,1-1 0,0 0 0,-1 0 0,1 0 0,0 1 0,0-1 0,0 0 0,0 1 0,0-1 0,1 1 0,-1-1 0,0 1 0,1 0 0,-1-1 0,4-1 0,5-4 0,1 1 0,0 0 0,1 1 0,15-5 0,13-6 0,20-10 0,2 4 0,121-29 0,135-5 0,-206 39 0,406-55 0,-409 63 0,154 7 0,-129 4 0,-44 0 0,92 12 0,-88 1 0,-47-6 0,81 4 0,-97-11 0,41 8 0,-40-4 0,38 0 0,-33-6 0,0-1 0,72-13 0,-37 0 0,0 4 0,111-3 0,570 15 0,-472-3 0,-263 0 0,1-1 0,34-8 0,-31 6 0,35-4 0,159 6 0,-113 3 0,-97-1 18,-1 0 0,1-1 0,-1 0 0,1-1 0,-1 1-1,0-1 1,0 0 0,8-4 0,12-4-1544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0:00.530"/>
    </inkml:context>
    <inkml:brush xml:id="br0">
      <inkml:brushProperty name="width" value="0.35" units="cm"/>
      <inkml:brushProperty name="height" value="0.35" units="cm"/>
      <inkml:brushProperty name="color" value="#FFFFFF"/>
    </inkml:brush>
  </inkml:definitions>
  <inkml:trace contextRef="#ctx0" brushRef="#br0">1 0 24120,'0'736'0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0:10.279"/>
    </inkml:context>
    <inkml:brush xml:id="br0">
      <inkml:brushProperty name="width" value="0.35" units="cm"/>
      <inkml:brushProperty name="height" value="0.35" units="cm"/>
      <inkml:brushProperty name="color" value="#FFFFFF"/>
    </inkml:brush>
  </inkml:definitions>
  <inkml:trace contextRef="#ctx0" brushRef="#br0">637 1265 24575,'-7'-150'0,"4"125"0,-1 1 0,-1 0 0,-17-47 0,-50-95 0,64 143 0,-7-32 0,10 34 0,-1 1 0,-11-29 0,-82-142 0,75 144 0,3-2 0,1-1 0,-22-93 0,39 124 0,-1 0 0,-1 0 0,-1 0 0,-1 0 0,0 1 0,-12-20 0,19 37 0,0 1 0,0 0 0,0 0 0,0-1 0,-1 1 0,1 0 0,0 0 0,0 0 0,0-1 0,0 1 0,0 0 0,0 0 0,-1 0 0,1-1 0,0 1 0,0 0 0,0 0 0,0 0 0,-1 0 0,1-1 0,0 1 0,0 0 0,-1 0 0,1 0 0,0 0 0,0 0 0,-1 0 0,1 0 0,0 0 0,0 0 0,-1 0 0,1 0 0,0 0 0,0 0 0,-1 0 0,1 0 0,0 0 0,0 0 0,-1 0 0,1 0 0,0 0 0,0 0 0,0 0 0,-1 0 0,1 0 0,0 1 0,-5 13 0,2 22 0,2 2 0,1-1 0,2 1 0,12 59 0,4-1 0,-14-66 0,1 0 0,2 0 0,1-1 0,1 0 0,19 40 0,-1-22 0,54 71 0,-50-76 0,-20-25 0,-1 1 0,16 37 0,-17-34 0,19 32 0,-24-46 0,1 0 0,0 0 0,0-1 0,1 0 0,0 0 0,0 0 0,1-1 0,8 6 0,31 17 0,-23-15 0,-1 1 0,34 27 0,-32-18 0,-4-5 0,-1 0 0,26 15 0,-41-29 0,1-1 0,0 0 0,0 0 0,1-1 0,-1 0 0,0 0 0,1 0 0,-1 0 0,1-1 0,0 0 0,0 0 0,-1-1 0,1 1 0,0-1 0,7-1 0,-10 0 0,-1 0 0,1 0 0,-1 0 0,1 0 0,-1 0 0,1-1 0,-1 1 0,0-1 0,0 1 0,1-1 0,-1 0 0,0 0 0,-1 0 0,1 0 0,0 0 0,-1-1 0,1 1 0,-1 0 0,0-1 0,1 1 0,-1-1 0,0 0 0,-1 1 0,1-1 0,0 0 0,0-3 0,1-10 0,0 1 0,-1-1 0,-2-22 0,1 27 0,-6-572 0,6 570 0,-2 0 0,1 0 0,-1 0 0,-1 0 0,-1 0 0,0 0 0,0 1 0,-1-1 0,-1 1 0,0 1 0,0-1 0,-2 1 0,1 0 0,-11-11 0,13 16 0,0 0 0,0 1 0,-1 0 0,0 0 0,0 1 0,0-1 0,0 1 0,-1 0 0,1 1 0,-1 0 0,0 0 0,0 0 0,-1 1 0,1 0 0,0 1 0,-1-1 0,1 1 0,-1 1 0,1-1 0,-1 1 0,1 1 0,-1-1 0,1 1 0,-1 1 0,1-1 0,-7 3 0,3 0 0,1 1 0,0 0 0,0 0 0,1 1 0,0 0 0,0 1 0,0-1 0,1 2 0,-1-1 0,2 1 0,-12 15 0,6-4 0,0 1 0,2 0 0,0 1 0,-11 30 0,18-41 0,-1-1 0,0 0 0,0 0 0,0 0 0,-1-1 0,-12 12 0,-2 1 0,-23 17 0,-13 12 0,49-42 0,0 1 0,1-1 0,0 1 0,1 1 0,-7 14 0,8-15 0,0 0 0,-1-1 0,0 1 0,0-1 0,-1-1 0,0 1 0,-11 10 0,-29 20 0,-85 79 0,65-50 0,65-67 0,0 1 0,1-1 0,-1 1 0,0 0 0,1-1 0,-1 1 0,1 0 0,-1-1 0,1 1 0,-1 0 0,1 0 0,0-1 0,-1 1 0,1 0 0,0 0 0,0 0 0,-1-1 0,1 1 0,0 0 0,0 2 0,0-3 0,1 1 0,-1-1 0,0 1 0,1-1 0,-1 1 0,1-1 0,-1 1 0,1-1 0,-1 1 0,1-1 0,-1 0 0,1 1 0,-1-1 0,1 0 0,-1 1 0,1-1 0,-1 0 0,1 0 0,0 1 0,-1-1 0,2 0 0,5 1 0,1 0 0,-1 0 0,14-1 0,-15 0 0,91-2 0,-50 0 0,-1 2 0,1 2 0,59 10 0,-57-3 0,0-3 0,87 1 0,-114-6 0,0 1 0,-1 2 0,24 5 0,-20-3 0,47 4 0,-52-9 0,-3 1 0,0-1 0,0-1 0,0-1 0,23-4 0,-35 4 0,-1 0 0,1 0 0,0-1 0,-1 0 0,0 0 0,1 0 0,-1 0 0,0-1 0,0 1 0,0-1 0,-1 0 0,1 0 0,-1-1 0,1 1 0,-1-1 0,0 0 0,-1 1 0,1-1 0,-1-1 0,4-5 0,-2-2 0,1 0 0,-2-1 0,0 0 0,0 1 0,-1-1 0,1-20 0,-5-83 0,-1 57 0,1-123-1365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0:57.455"/>
    </inkml:context>
    <inkml:brush xml:id="br0">
      <inkml:brushProperty name="width" value="0.35" units="cm"/>
      <inkml:brushProperty name="height" value="0.35" units="cm"/>
      <inkml:brushProperty name="color" value="#FFFFFF"/>
    </inkml:brush>
  </inkml:definitions>
  <inkml:trace contextRef="#ctx0" brushRef="#br0">30 374 24575,'0'-32'0,"1"-5"0,-2 1 0,-1 0 0,-10-48 0,10 73 0,-2-2 0,1 0 0,1 0 0,0 0 0,1-1 0,0 1 0,1-1 0,1-15 0,6 14 0,-7 15 0,0 0 0,0 0 0,1 0 0,-1 0 0,0 0 0,0 0 0,0 0 0,1-1 0,-1 1 0,0 1 0,0-1 0,1 0 0,-1 0 0,0 0 0,0 0 0,0 0 0,1 0 0,-1 0 0,0 0 0,0 0 0,0 0 0,1 0 0,-1 1 0,0-1 0,0 0 0,0 0 0,1 0 0,-1 0 0,0 0 0,0 1 0,0-1 0,0 0 0,0 0 0,0 0 0,1 1 0,12 28 0,-11-21 0,6 14-455,-1-1 0,4 31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0:14.01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0:15.637"/>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1:20.260"/>
    </inkml:context>
    <inkml:brush xml:id="br0">
      <inkml:brushProperty name="width" value="0.35" units="cm"/>
      <inkml:brushProperty name="height" value="0.35" units="cm"/>
      <inkml:brushProperty name="color" value="#FFFFFF"/>
    </inkml:brush>
  </inkml:definitions>
  <inkml:trace contextRef="#ctx0" brushRef="#br0">447 1220 24575,'1'-18'0,"-2"1"0,0 0 0,-1 0 0,-8-31 0,-3 3 0,-35-107 0,21 79 0,-16-37 0,24 66 0,-24-85 0,25 76 0,-37-75 0,27 65 0,4 8 99,-92-195-1563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1:35.220"/>
    </inkml:context>
    <inkml:brush xml:id="br0">
      <inkml:brushProperty name="width" value="0.35" units="cm"/>
      <inkml:brushProperty name="height" value="0.35" units="cm"/>
      <inkml:brushProperty name="color" value="#FFFFFF"/>
    </inkml:brush>
  </inkml:definitions>
  <inkml:trace contextRef="#ctx0" brushRef="#br0">0 344 24575,'2435'0'0,"-2386"-2"0,60-11 0,7-1 0,93 12 0,-14 0 0,-92-13 0,-9 1 0,316 8 0,-230 8 0,-72 0 0,123-5 0,-126-13 0,-68 9 0,43-2 0,99 9 0,26-2 0,-103-13 0,-65 8 0,41-2 0,21 9 0,22-2 0,-118 2 0,-1 0 0,0 0 0,1 0 0,-1-1 0,1 1 0,-1-1 0,0 1 0,1-1 0,-1 0 0,0 0 0,0 0 0,0 0 0,0-1 0,0 1 0,0 0 0,0-1 0,0 0 0,0 1 0,0-1 0,-1 0 0,1 0 0,1-2 0,-2 1 0,-1 0 0,1 1 0,0-1 0,-1 0 0,0 0 0,1 0 0,-1 0 0,0 0 0,0 0 0,-1 1 0,1-1 0,-1 0 0,1 0 0,-1 0 0,0 0 0,0 1 0,0-1 0,-2-2 0,-5-10-151,0 1-1,-1 0 0,-1 1 0,0 0 1,0 1-1,-2 0 0,1 1 1,-16-12-1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1:43.928"/>
    </inkml:context>
    <inkml:brush xml:id="br0">
      <inkml:brushProperty name="width" value="0.35" units="cm"/>
      <inkml:brushProperty name="height" value="0.35" units="cm"/>
      <inkml:brushProperty name="color" value="#FFFFFF"/>
    </inkml:brush>
  </inkml:definitions>
  <inkml:trace contextRef="#ctx0" brushRef="#br0">69 207 24575,'0'1'0,"1"1"0,-1-1 0,0 0 0,1 0 0,-1 0 0,1 0 0,0 1 0,-1-1 0,1 0 0,0 0 0,-1 0 0,1 0 0,0-1 0,0 1 0,0 0 0,0 0 0,0 0 0,0-1 0,0 1 0,0 0 0,0-1 0,1 1 0,-1-1 0,0 1 0,0-1 0,0 0 0,3 1 0,39 5 0,-39-5 0,235 31 0,101 6 0,238-36 0,-282-4 0,117 2 0,-374 1 0,71 14 0,-5-1 0,-46-10 0,79 10 0,-91-7 0,-12-2 0,56 15 0,-56-11 0,42 6 0,-23-5 0,-3-1 0,96 3 0,54-13 0,-73-1 0,95 2 0,-212 1 0,0 0 0,0 1 0,0 0 0,0 1 0,-1 0 0,1 1 0,15 8 0,-10-5 0,0-1 0,20 5 0,-21-9 0,0-1 0,0 0 0,0-1 0,0-1 0,1 0 0,25-7 0,22-1 0,70 4 0,-130 5 0,0 0 0,-1 0 0,1 0 0,0-1 0,-1 1 0,1-1 0,-1 1 0,1-1 0,-1 0 0,0 0 0,1 0 0,-1-1 0,0 1 0,0-1 0,1 1 0,-1-1 0,0 1 0,-1-1 0,1 0 0,0 0 0,0 0 0,-1 0 0,1 0 0,-1-1 0,0 1 0,0 0 0,0-1 0,0 1 0,0-1 0,0 1 0,0-1 0,-1 1 0,0-1 0,1 1 0,-1-1 0,0 0 0,0 1 0,0-1 0,-1 0 0,1 1 0,-1-1 0,1 1 0,-2-4 0,-9-46 0,5 22 0,-10-31 0,12 51 0,0 0 0,0 0 0,-1 1 0,0 0 0,-1 0 0,1 0 0,-9-7 0,8 8 0,1 0 0,-1 0 0,1 0 0,0-1 0,1 1 0,0-1 0,1 0 0,-1-1 0,-1-9 0,4 15 0,-1 0 0,1 0 0,-1 1 0,0-1 0,0 0 0,0 1 0,0 0 0,-1 0 0,1-1 0,-1 1 0,0 1 0,0-1 0,0 0 0,0 1 0,-1-1 0,1 1 0,-1 0 0,1 0 0,-1 1 0,0-1 0,0 1 0,1 0 0,-1 0 0,0 0 0,-7-1 0,-4 1 0,0 0 0,-1 0 0,1 2 0,0 0 0,-25 4 0,-164 28 0,180-28 0,1 1 0,-1 2 0,1 0 0,-29 14 0,31-12 0,0-1 0,0 0 0,-1-2 0,0-1 0,-27 4 0,-50-6 0,65-3 0,-67 8 0,38 1 0,-97 2 0,-67-13 0,91-1 0,-639 2 0,727-2 0,-67-12 0,-19-2 0,-192 14 0,171 4 0,86 1 0,-89 16 0,103-11 0,-33 8 0,50-8 0,-63 4 0,-160-11 206,130-2-1777</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1:29.359"/>
    </inkml:context>
    <inkml:brush xml:id="br0">
      <inkml:brushProperty name="width" value="0.35" units="cm"/>
      <inkml:brushProperty name="height" value="0.35" units="cm"/>
      <inkml:brushProperty name="color" value="#FFFFFF"/>
    </inkml:brush>
  </inkml:definitions>
  <inkml:trace contextRef="#ctx0" brushRef="#br0">1 37 24575,'2741'0'0,"-2705"-2"0,-1-1 0,39-9 0,46-4 0,262 13 0,-196 5 0,76-2-1365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1:31.879"/>
    </inkml:context>
    <inkml:brush xml:id="br0">
      <inkml:brushProperty name="width" value="0.35" units="cm"/>
      <inkml:brushProperty name="height" value="0.35" units="cm"/>
      <inkml:brushProperty name="color" value="#FFFFFF"/>
    </inkml:brush>
  </inkml:definitions>
  <inkml:trace contextRef="#ctx0" brushRef="#br0">1 72 24575,'73'0'0,"350"-14"0,-366 9 0,158-25 0,-171 22 0,1 1 0,55 0 0,93 7 0,-91 2 0,1859-1 174,-1048-1-1713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1:48.466"/>
    </inkml:context>
    <inkml:brush xml:id="br0">
      <inkml:brushProperty name="width" value="0.35" units="cm"/>
      <inkml:brushProperty name="height" value="0.35" units="cm"/>
      <inkml:brushProperty name="color" value="#FFFFFF"/>
    </inkml:brush>
  </inkml:definitions>
  <inkml:trace contextRef="#ctx0" brushRef="#br0">142 173 24575,'846'0'0,"-639"16"0,-18 1 0,424-16 0,-293-3 0,-279-1 0,0-1 0,65-15 0,-39 3 0,45-7 0,-62 15 0,30-5 0,105-3 0,-10 0 0,-120 8 0,84 0 0,-221-5 0,-673-43 0,704 55 0,5 0 0,1 2 0,-1 2 0,-57 10 0,-192 55 0,251-59 0,0-3 0,-1-1 0,1-3 0,-48-2 0,38-1 0,1 2 0,-63 10 0,-131 22 0,161-23 0,-9-1 0,27-2 0,-75 16 0,78-9 0,0-3 0,-1-3 0,-113 0 0,136-6 0,-74 12 0,-22 1 0,0-16 0,259 0 0,206 3 0,-194 13 0,9 0 0,77 1 0,84 3 0,515-15 0,-446-6 0,-141 19 0,-21-1 0,331-15 0,-253-2 0,-261-1 0,0-1 0,0-1 0,0-1 0,0-1 0,32-13 0,-47 15 0,19-3 0,0 1 0,0 1 0,1 2 0,52 0 0,5 0 0,-83 3 0,1-1 0,0 0 0,-1-1 0,1 1 0,9-5 0,-14 5 0,0 1 0,0 0 0,0 0 0,-1-1 0,1 1 0,0 0 0,0-1 0,-1 1 0,1-1 0,0 1 0,-1-1 0,1 1 0,0-1 0,-1 1 0,1-1 0,-1 0 0,1 1 0,-1-1 0,1 0 0,-1 1 0,0-1 0,1 0 0,-1 0 0,0 0 0,1 1 0,-1-1 0,0 0 0,0 0 0,0 0 0,0 1 0,0-1 0,0 0 0,0 0 0,0 0 0,0 0 0,0 1 0,-1-1 0,1 0 0,0 0 0,0 0 0,-1 1 0,1-1 0,0 0 0,-1 0 0,1 1 0,-1-1 0,1 0 0,-2 0 0,-14-14-1365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2:01.464"/>
    </inkml:context>
    <inkml:brush xml:id="br0">
      <inkml:brushProperty name="width" value="0.35" units="cm"/>
      <inkml:brushProperty name="height" value="0.35" units="cm"/>
      <inkml:brushProperty name="color" value="#FFFFFF"/>
    </inkml:brush>
  </inkml:definitions>
  <inkml:trace contextRef="#ctx0" brushRef="#br0">848 418 24575,'2662'0'0,"-2452"17"0,-36 0 0,338-15 0,-266-4 0,-236 2 0,1 0 0,-1-1 0,1 0 0,-1-1 0,0 0 0,1-1 0,10-4 0,-15 5 0,0-1 0,-1 0 0,1-1 0,-1 1 0,0-1 0,0 0 0,0 0 0,-1-1 0,0 1 0,1-1 0,-1 0 0,-1 0 0,4-7 0,-4 8 0,1 0 0,-1 0 0,0 1 0,1-1 0,0 1 0,0 0 0,0 0 0,0 0 0,1 0 0,-1 1 0,1-1 0,-1 1 0,7-2 0,-6 3 0,0-1 0,0-1 0,0 1 0,0-1 0,0 0 0,-1 0 0,1 0 0,-1-1 0,4-4 0,-7 7 0,-1 1 0,1-1 0,-1 0 0,1 0 0,-1 1 0,1-1 0,-1 0 0,0 0 0,1 0 0,-1 0 0,0 1 0,0-1 0,0 0 0,1 0 0,-1 0 0,0 0 0,0 0 0,0 0 0,0 0 0,-1 0 0,1 1 0,0-1 0,-1-2 0,0 1 0,0 1 0,0-1 0,0 0 0,0 1 0,0-1 0,-1 0 0,1 1 0,-1 0 0,1-1 0,-3-1 0,-2-1 0,0 0 0,-1 1 0,1 0 0,-1 0 0,-7-3 0,-7 0 0,-1 2 0,1 0 0,-40-2 0,-69 7 0,73 1 0,-974 1 0,656-4 0,137 16 0,92-3 0,-90 5 0,-160 6 0,-3 11 0,210-2 0,137-21 0,-90 32 0,2 0 0,47-15 0,58-16 0,-71 13 0,-7-5 0,-146 45 0,218-53 0,11-2 0,-1-1 0,-61 8 0,88-16 0,1-1 0,0 0 0,-1-1 0,1 1 0,0 0 0,0-1 0,-1 0 0,1 1 0,0-2 0,0 1 0,0 0 0,-5-3 0,7 3 0,0 1 0,0-1 0,1 0 0,-1 0 0,0 0 0,0 0 0,0 0 0,1 0 0,-1 0 0,0 0 0,1 0 0,-1 0 0,1 0 0,-1 0 0,1 0 0,0-1 0,-1 1 0,1 0 0,0 0 0,0 0 0,0-1 0,0 1 0,0 0 0,0 0 0,0-1 0,1 1 0,-1 0 0,0 0 0,0 0 0,1 0 0,-1-1 0,1 1 0,-1 0 0,1 0 0,0 0 0,0-1 0,3-4 0,1-1 0,0 1 0,0 0 0,0 0 0,1 1 0,-1 0 0,10-7 0,50-30 0,-51 34 0,160-87 0,-137 78 0,1 1 0,72-19 0,-20 21 0,-6 2 0,102-21 0,-99 18 0,-57 11 0,0-1 0,50-16 0,-50 11 0,1 1 0,-1 2 0,1 1 0,0 2 0,1 0 0,31 2 0,109-13 0,-23 0 0,85 13 0,-152 3 0,-74-1 0,-1 1 0,0 0 0,0 1 0,0-1 0,0 1 0,0 1 0,-1-1 0,1 1 0,-1 0 0,10 7 0,-14-9 0,0 0 0,-1 0 0,1 1 0,-1-1 0,1 0 0,-1 1 0,1 0 0,-1-1 0,0 1 0,0 0 0,0 0 0,0-1 0,0 1 0,0 0 0,-1 0 0,2 4 0,-2-4 0,0 0 0,0 1 0,-1-1 0,1 0 0,-1 0 0,1 0 0,-1 0 0,0 0 0,0 0 0,1 0 0,-2 0 0,1 0 0,0 0 0,0 0 0,0-1 0,-1 1 0,1 0 0,-1-1 0,-3 3 0,-11 8 0,-1 0 0,0-1 0,-1-1 0,-35 14 0,52-23 0,-46 18 0,-1-2 0,-60 13 0,-103 12 0,101-22 0,38-5 0,-145 9 0,209-24 0,0 0 0,1 0 0,-1 1 0,0 0 0,1 0 0,-1 1 0,1 0 0,-1 1 0,1-1 0,0 1 0,0 1 0,0-1 0,1 1 0,-1 0 0,1 1 0,0 0 0,-10 9 0,-2 1 0,-1 0 0,0-1 0,-1-1 0,-1-1 0,0-1 0,-28 10 0,14-4 0,22-11 0,-1-1 0,0 0 0,0-1 0,-27 4 0,32-7 0,0 0 0,0-1 0,0 0 0,0 0 0,-1 0 0,1-2 0,0 1 0,-13-5 0,20 6 0,0 0 0,1-1 0,-1 1 0,1-1 0,0 0 0,-1 0 0,1 1 0,-1-1 0,1 0 0,0 0 0,0 0 0,0 0 0,-1 0 0,1-1 0,0 1 0,0 0 0,0 0 0,-1-3 0,2 3 0,0 0 0,0-1 0,0 1 0,0 0 0,0 0 0,0 0 0,0 0 0,0 0 0,0 0 0,0-1 0,1 1 0,-1 0 0,0 0 0,1 0 0,-1 0 0,1 0 0,-1 0 0,1 0 0,1-1 0,1-2 0,1 0 0,0 0 0,-1 0 0,1 1 0,1 0 0,-1 0 0,0 0 0,1 0 0,8-3 0,14-4 0,0 0 0,1 2 0,1 1 0,-1 1 0,1 2 0,38-2 0,1 8 0,0 3 0,105 21 0,75 7 0,351-29 0,-316-6 0,397 2 0,-641-2 0,77-14 0,-32 2 0,238-47 0,5-2 0,-207 45 0,110-10 0,-208 27 0,1-1 0,-1-2 0,0 0 0,0-1 0,-1-1 0,34-15 0,-34 14 0,35-9 0,-4 1 0,-35 11 0,0 0 0,0 2 0,25-2 0,-27 3 0,-1 0 0,1-1 0,-1-1 0,0 0 0,20-7 0,-31 9 0,-1 0 0,1-1 0,-1 1 0,0 0 0,1-1 0,-1 0 0,0 1 0,0-1 0,0 0 0,0 0 0,-1 0 0,1 0 0,0-1 0,-1 1 0,1 0 0,-1-1 0,1-3 0,0 2 0,-1 0 0,0-1 0,-1 1 0,1-1 0,-1 1 0,0-1 0,0 1 0,0 0 0,-2-9 0,0 2 0,-1 0 0,0 1 0,-1-1 0,0 1 0,-1 0 0,0 1 0,-13-19 0,9 17 0,0-1 0,-1 1 0,-1 1 0,0 0 0,0 1 0,-1 0 0,0 0 0,0 1 0,-19-8 0,30 15 0,0 0 0,-1 1 0,1-1 0,0 1 0,-1-1 0,1 1 0,-1-1 0,1 1 0,-1 0 0,1 0 0,-1 0 0,1 0 0,-1 0 0,1 0 0,0 0 0,-1 0 0,1 1 0,-1-1 0,1 0 0,-1 1 0,1-1 0,0 1 0,-1 0 0,1-1 0,0 1 0,-1 0 0,1 0 0,0 0 0,0 0 0,0 0 0,0 0 0,0 0 0,0 0 0,0 0 0,0 1 0,0-1 0,1 0 0,-1 1 0,0-1 0,1 0 0,-1 1 0,1-1 0,0 1 0,-1 1 0,-1 8 0,0 0 0,0 1 0,1-1 0,1 19 0,0-22 0,4 130 0,-4 98 0,-4-200 0,-1-1 0,-3 0 0,-1 0 0,-24 62 0,31-92 0,-1 5 0,-2-1 0,1 0 0,-10 13 0,13-20 0,0 0 0,0-1 0,0 1 0,-1-1 0,1 1 0,-1-1 0,1 0 0,-1 0 0,1 1 0,-1-1 0,0 0 0,1 0 0,-1-1 0,0 1 0,0 0 0,0 0 0,0-1 0,1 1 0,-1-1 0,0 0 0,0 0 0,0 0 0,0 1 0,0-2 0,-2 1 0,-6-3 0,1-1 0,0 0 0,0 0 0,0-1 0,0 0 0,1 0 0,0-1 0,-11-10 0,-29-18 0,25 21 0,-1 2 0,0 0 0,-1 2 0,0 1 0,-36-8 0,-133-10 0,51 8 0,-431-33 0,-2 47 0,446 4 0,-304 1 0,395 1 0,-68 12 0,-18 1 0,-343-12 0,240-5 0,168 2 0,-272-13 0,242 2 0,-296-29 0,206 18 0,86 9 0,6-2 0,-27-2 0,103 16 0,8 2 0,0-1 0,0 0 0,-1-1 0,1 1 0,0-1 0,0 1 0,0-1 0,0-1 0,0 1 0,1 0 0,-1-1 0,0 0 0,-6-4 0,10 6 0,0 0 0,0 0 0,0 0 0,0-1 0,0 1 0,0 0 0,0 0 0,-1 0 0,1 0 0,0-1 0,0 1 0,0 0 0,0 0 0,0 0 0,0 0 0,0-1 0,0 1 0,0 0 0,0 0 0,0 0 0,0-1 0,0 1 0,0 0 0,0 0 0,0 0 0,0 0 0,0-1 0,0 1 0,1 0 0,-1 0 0,0 0 0,0 0 0,0-1 0,0 1 0,0 0 0,0 0 0,1 0 0,-1 0 0,0 0 0,0 0 0,0-1 0,0 1 0,12-5 0,13 1 0,270-1 0,-174 7 0,-61 0 0,1 3 0,-1 3 0,67 17 0,175 61 0,-8-2 0,-10-30 0,47 11 0,-241-42 0,1-4 0,0-4 0,179 6 0,-194-21 0,178-6 0,-245 4 0,0 0 0,0 0 0,-1-1 0,1 0 0,-1-1 0,1 0 0,-1 0 0,0-1 0,-1 0 0,8-6 0,-5 4 0,0 0 0,0 1 0,1 0 0,0 1 0,16-6 0,-4 6 0,-1 0 0,1 2 0,29-1 0,73 5 0,-64 0 0,52 3 0,223 37 0,-297-34 0,28 5 0,64 21 0,-83-20 0,0-2 0,67 6 0,-31-2 0,-64-9 0,0-2 0,1-1 0,0 0 0,-1-1 0,1-2 0,37-2 0,-54 0 0,1 1 0,-1-1 0,1 0 0,-1 0 0,1 0 0,-1 0 0,0-1 0,0 0 0,0 0 0,-1 0 0,1 0 0,-1-1 0,0 1 0,0-1 0,0 0 0,0 0 0,0 0 0,-1 0 0,3-7 0,0 0 0,0-1 0,-1 1 0,0-1 0,-1 0 0,-1 0 0,2-20 0,5-38 0,-8 63 0,1 0 0,0 1 0,0-1 0,0 1 0,1-1 0,0 1 0,1 0 0,4-7 0,11-11 0,-4 6 0,18-30 0,-29 41 0,0-1 0,0 0 0,-1 0 0,0 0 0,0 0 0,-1 0 0,2-16 0,12-76 0,-8 52 0,3-69 0,-10 102 0,-1 1 0,0 0 0,-2 0 0,1 0 0,-6-18 0,7 29 0,-1 1 0,0 0 0,0-1 0,0 1 0,0 0 0,0 0 0,0-1 0,-1 1 0,1 0 0,-1 0 0,1 1 0,-1-1 0,0 0 0,0 0 0,0 1 0,0-1 0,0 1 0,0 0 0,0-1 0,0 1 0,0 0 0,-1 0 0,1 0 0,-1 1 0,1-1 0,0 1 0,-1-1 0,1 1 0,-1 0 0,1 0 0,-1 0 0,1 0 0,-1 0 0,1 1 0,-1-1 0,1 1 0,-5 1 0,-1 0 0,1 1 0,0 0 0,0 0 0,0 1 0,0 0 0,0 0 0,1 1 0,0-1 0,-8 8 0,-6 9 0,-22 27 0,-1 3 0,4-16 0,29-27 0,0 0 0,1 1 0,0 0 0,0 1 0,1 0 0,-9 14 0,-1 15 0,14-29 0,-1 1 0,0-1 0,-1 1 0,-11 14 0,16-24 0,1 0 0,-1-1 0,1 1 0,-1 0 0,1-1 0,-1 1 0,1-1 0,-1 1 0,0-1 0,1 1 0,-1-1 0,0 1 0,0-1 0,1 0 0,-1 1 0,0-1 0,0 0 0,0 0 0,1 0 0,-1 0 0,0 1 0,-1-1 0,1-1 0,1 1 0,-1 0 0,0-1 0,1 1 0,-1-1 0,0 1 0,1-1 0,-1 1 0,1-1 0,-1 1 0,1-1 0,-1 0 0,1 1 0,-1-1 0,1 1 0,0-1 0,-1 0 0,1 0 0,0 0 0,-2-6 0,0 0 0,0 0 0,0-14 0,2 20 0,-1-7 0,0-1 0,1 0 0,0 0 0,1 0 0,0 0 0,0 0 0,1 0 0,0 1 0,1-1 0,0 1 0,0-1 0,0 1 0,1 0 0,1 0 0,-1 1 0,1-1 0,1 1 0,-1 0 0,1 0 0,0 1 0,1 0 0,0 0 0,-1 0 0,2 1 0,9-6 0,0 2 0,1 1 0,0 0 0,0 1 0,0 2 0,1-1 0,0 2 0,0 1 0,19-2 0,25 2 0,69 5 0,-57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2:03.566"/>
    </inkml:context>
    <inkml:brush xml:id="br0">
      <inkml:brushProperty name="width" value="0.35" units="cm"/>
      <inkml:brushProperty name="height" value="0.35" units="cm"/>
      <inkml:brushProperty name="color" value="#FFFFFF"/>
    </inkml:brush>
  </inkml:definitions>
  <inkml:trace contextRef="#ctx0" brushRef="#br0">1 1 24575,'0'11'0,"0"0"0,2 0 0,-1 1 0,1-1 0,1-1 0,0 1 0,1 0 0,4 10 0,0-6 0,0 0 0,1-1 0,1 0 0,19 22 0,32 43 0,5 4 0,-42-57 70,45 54 178,-61-69-529,0 1 1,-1-1-1,0 1 1,-1 0-1,7 21 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2:26.062"/>
    </inkml:context>
    <inkml:brush xml:id="br0">
      <inkml:brushProperty name="width" value="0.35" units="cm"/>
      <inkml:brushProperty name="height" value="0.35" units="cm"/>
      <inkml:brushProperty name="color" value="#FFFFFF"/>
    </inkml:brush>
  </inkml:definitions>
  <inkml:trace contextRef="#ctx0" brushRef="#br0">0 362 24575,'2'0'0,"-1"0"0,0-1 0,0 1 0,0-1 0,1 1 0,-1-1 0,0 0 0,0 0 0,0 1 0,0-1 0,0 0 0,0 0 0,0 0 0,0 0 0,0 0 0,-1 0 0,1 0 0,0 0 0,0-3 0,15-29 0,-9 19 0,3-2 0,1 1 0,1 0 0,0 1 0,1 0 0,0 1 0,18-13 0,24-25 0,-35 30 0,34-37 0,-50 52-124,1 1 0,0 0 0,0 0 0,0 0 0,1 0 0,-1 1-1,1 0 1,0 0 0,0 1 0,9-4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4:57.748"/>
    </inkml:context>
    <inkml:brush xml:id="br0">
      <inkml:brushProperty name="width" value="0.35" units="cm"/>
      <inkml:brushProperty name="height" value="0.35" units="cm"/>
      <inkml:brushProperty name="color" value="#FFFFFF"/>
    </inkml:brush>
  </inkml:definitions>
  <inkml:trace contextRef="#ctx0" brushRef="#br0">1 672 24575,'65'0'0,"-20"2"0,0-2 0,0-3 0,58-10 0,-54 4 0,1 2 0,55 0 0,102 8 0,-83 1 0,576-2 0,-663-2 0,69-13 0,13 0 0,-9 13 0,-52 1 0,88-10 0,-60-1 0,93 1 0,87 11 0,-98 2 0,349-2 0,-617 1 0,-131-3 0,114-13 0,-15 0 0,-339 12 0,243 5 0,167-2 0,-41-1 0,-189 22 0,-275 58 0,447-65 0,-127 7 0,-236-22 0,473 1 0,0 0 0,0-1 0,0 0 0,0 0 0,0-1 0,-12-3 0,18 4 0,0-1 0,1 1 0,-1-1 0,0 1 0,0-1 0,1 0 0,0 0 0,-1 0 0,1 0 0,0 0 0,0-1 0,0 1 0,0-1 0,0 0 0,0 1 0,1-1 0,0 0 0,-1 0 0,1 0 0,0 0 0,0 0 0,0-3 0,-2-9 0,1 0 0,0 0 0,2 0 0,-1 0 0,2 0 0,3-26 0,-2 31 0,0-1 0,1 1 0,0 0 0,1 0 0,0 0 0,1 1 0,0-1 0,0 1 0,1 0 0,8-10 0,-9 14 0,1-1 0,-1 1 0,1 0 0,0 1 0,1-1 0,-1 1 0,1 1 0,-1-1 0,1 1 0,0 0 0,1 1 0,-1-1 0,15-1 0,5 0 0,-1 2 0,47 3 0,19-2 0,20-10 0,240-25 0,-142 3 0,-159 25 0,1 3 0,0 3 0,68 4 0,70-2 0,-161-3 0,0-2 0,0-1 0,40-13 0,83-39 0,21-6 0,-133 51-341,1 3 0,0 1-1,83-6 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5:12.907"/>
    </inkml:context>
    <inkml:brush xml:id="br0">
      <inkml:brushProperty name="width" value="0.35" units="cm"/>
      <inkml:brushProperty name="height" value="0.35" units="cm"/>
      <inkml:brushProperty name="color" value="#FFFFFF"/>
    </inkml:brush>
  </inkml:definitions>
  <inkml:trace contextRef="#ctx0" brushRef="#br0">22 702 24575,'433'17'0,"25"0"0,63-19 0,-468 0 0,66-12 0,23-1 0,21-2 0,-76 6 0,136 5 0,-38 4 0,-67-14 0,-75 8 0,58-2 0,-59 9 0,66-11 0,-26 2 0,0 3 0,93 4 0,105-9 0,-129-11 0,-73 10 0,1 3 0,81 0 0,-106 7 0,0-2 0,67-15 0,-118 19 0,1 1 0,-1-1 0,0 0 0,0 0 0,1 0 0,-1-1 0,0 1 0,0-1 0,0 1 0,0-1 0,-1 0 0,1 0 0,0 0 0,-1 0 0,0-1 0,1 1 0,-1-1 0,0 0 0,0 1 0,0-1 0,-1 0 0,1 0 0,-1 0 0,1 0 0,-1 0 0,1-4 0,-1-1 0,0 1 0,0-1 0,-1 0 0,0 0 0,-1 0 0,1 1 0,-1-1 0,-1 0 0,1 1 0,-5-10 0,-9-26 0,15 43 0,0 0 0,0-1 0,0 1 0,0 0 0,0 0 0,0 0 0,0 0 0,0-1 0,0 1 0,-1 0 0,1 0 0,0 0 0,0 0 0,0 0 0,0 0 0,0-1 0,0 1 0,0 0 0,0 0 0,-1 0 0,1 0 0,0 0 0,0 0 0,0 0 0,0 0 0,0 0 0,-1 0 0,1 0 0,0 0 0,0 0 0,0 0 0,0 0 0,-1-1 0,1 1 0,0 1 0,0-1 0,0 0 0,0 0 0,0 0 0,-1 0 0,1 0 0,0 0 0,-3 7 0,0 13 0,-13 95 0,-1 6 0,15 14 0,1-132 0,1 0 0,0 0 0,-1 0 0,1 0 0,-1 0 0,0-1 0,0 1 0,0 0 0,0 0 0,-1-1 0,1 1 0,-1-1 0,-2 4 0,2-4 0,1-1 0,-1 0 0,0 0 0,1 1 0,-1-1 0,0 0 0,0-1 0,0 1 0,0 0 0,0 0 0,0-1 0,0 1 0,0-1 0,0 0 0,0 0 0,0 0 0,-1 0 0,1 0 0,-3 0 0,-10-3 0,1 0 0,-1-1 0,0 0 0,-17-8 0,16 5 0,-1 1 0,1 1 0,-21-3 0,-23 2 0,0 3 0,-62 6 0,18-1 0,38-1 0,0 2 0,-99 19 0,-35 12 0,-17 4 0,151-24 0,-81 30 0,127-37 0,0 1 0,0-1 0,-1-1 0,0-1 0,-31 4 0,-84-4 0,-228-21 0,175 3 0,-206-16 0,-93 15 0,318 16 0,-558-2 0,1537 0 0,-629 14 0,-64-2 0,174-3 0,49 3 0,260 7 0,-565-21 0,-1-1 0,34-8 0,-30 4 0,60-3 0,28 9 0,164-11 0,76-12 0,-1 26 0,-122 0 0,-230-2 0,0-1 0,0 0 0,-1-1 0,1 0 0,0 0 0,0-2 0,-1 1 0,0-1 0,1-1 0,15-10 0,152-99 0,-175 111 0,1 1 0,-1-2 0,0 1 0,0 0 0,0-1 0,0 0 0,-1 0 0,0 0 0,1 0 0,-1 0 0,-1-1 0,1 1 0,-1-1 0,0 0 0,0 0 0,0 0 0,0 0 0,1-9 0,-1-6 0,0 0 0,-1 0 0,-3-34 0,1 21 0,-17-124 0,0 11 0,17 127 0,1 7 0,0 1 0,-1 0 0,0 0 0,-6-19 0,6 27 0,0 0 0,0 0 0,0 1 0,-1-1 0,1 0 0,-1 1 0,0-1 0,0 1 0,0 0 0,0-1 0,0 1 0,0 0 0,0 0 0,-1 0 0,1 1 0,-1-1 0,0 1 0,1-1 0,-1 1 0,0 0 0,0 0 0,-3-1 0,4 1 0,0 1 0,0-1 0,0 1 0,0 0 0,0 0 0,0-1 0,0 1 0,0 0 0,-1 1 0,1-1 0,0 0 0,0 1 0,0-1 0,0 1 0,0-1 0,0 1 0,1 0 0,-1 0 0,0 0 0,-2 1 0,2 1 0,-1-1 0,1 0 0,0 1 0,0 0 0,0-1 0,0 1 0,1 0 0,-1 0 0,1 0 0,0 0 0,-2 5 0,-1 7 0,1 0 0,1 1 0,0-1 0,1 20 0,1-32 0,2 263 0,1-74 0,-3-92-1365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5:20.013"/>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5:34.782"/>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5:52.423"/>
    </inkml:context>
    <inkml:brush xml:id="br0">
      <inkml:brushProperty name="width" value="0.35" units="cm"/>
      <inkml:brushProperty name="height" value="0.35" units="cm"/>
      <inkml:brushProperty name="color" value="#FFFFFF"/>
    </inkml:brush>
  </inkml:definitions>
  <inkml:trace contextRef="#ctx0" brushRef="#br0">2159 37 24575,'-81'0'0,"4"2"0,-152-18 0,145 5 0,-86 0 0,-86 11 0,110 1 0,-970 0-1365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5:55.653"/>
    </inkml:context>
    <inkml:brush xml:id="br0">
      <inkml:brushProperty name="width" value="0.35" units="cm"/>
      <inkml:brushProperty name="height" value="0.35" units="cm"/>
      <inkml:brushProperty name="color" value="#FFFFFF"/>
    </inkml:brush>
  </inkml:definitions>
  <inkml:trace contextRef="#ctx0" brushRef="#br0">1234 0 24575,'-3'1'0,"0"0"0,0 0 0,1 1 0,-1-1 0,0 1 0,1-1 0,-1 1 0,1 0 0,-1 0 0,1 0 0,0 0 0,-4 5 0,-3 1 0,-16 16 0,17-16 0,1-1 0,-2 1 0,1-2 0,-1 1 0,0-1 0,-15 8 0,-5-3 0,1-1 0,-55 12 0,-65 2 0,-432 27 0,545-49 0,-8 1 0,-80-6 0,104-3 0,19 6 0,0 0 0,0-1 0,0 1 0,0 0 0,0 0 0,0-1 0,0 1 0,0 0 0,0 0 0,0 0 0,0-1 0,0 1 0,0 0 0,0 0 0,0-1 0,0 1 0,0 0 0,0 0 0,0 0 0,0-1 0,0 1 0,0 0 0,0 0 0,0 0 0,1-1 0,-1 1 0,0 0 0,0 0 0,0 0 0,0 0 0,0-1 0,1 1 0,-1 0 0,0 0 0,0 0 0,0 0 0,1 0 0,-1 0 0,0 0 0,1-1 0,2-1 0,1 0 0,1 1 0,-1-1 0,0 1 0,0 0 0,7-2 0,54-3 0,1 2 0,70 5 0,-73 1 0,0-2 0,93-13 0,-90 3-455,0 3 0,68 2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6:12.100"/>
    </inkml:context>
    <inkml:brush xml:id="br0">
      <inkml:brushProperty name="width" value="0.35" units="cm"/>
      <inkml:brushProperty name="height" value="0.35" units="cm"/>
      <inkml:brushProperty name="color" value="#FFFFFF"/>
    </inkml:brush>
  </inkml:definitions>
  <inkml:trace contextRef="#ctx0" brushRef="#br0">1638 370 24575,'54'0'0,"259"-3"0,-5-21 0,34-15 0,-321 36 0,-15 2 0,-7 0 0,-257 11 0,-4 20 0,97-10 0,-919 63-718,452-42 399,362-22 319,261-17 0,14-1 0,23-1 0,489-28-4,-366 15-34,956-114-171,-305 21-1444,-175 25 798,-448 56 777,355-54-1015,-446 59 1336,-63 13 299,-1 2 0,1 0-1,0 2 1,29-1-1,-48 4-332,0 1 0,-1 0 0,1 0 0,0 0 0,8 4 0,-12-5-178,-1 1-1,1-1 1,-1 1-1,1 0 1,-1-1-1,1 1 0,-1 0 1,0 0-1,0 0 1,1 0-1,-1 0 1,0 0-1,0 0 1,0 0-1,0 1 1,0-1-1,0 0 1,-1 0-1,1 1 1,0-1-1,-1 1 1,1-1-1,-1 1 1,1 1-1,-1-2-30,0 1 0,-1-1 0,1 0 0,0 0 0,-1 0 0,1 0 0,-1-1 0,1 1 0,-1 0 0,0 0 0,1 0 0,-1 0 0,0 0 0,0-1 0,0 1 0,1 0 0,-1-1 0,0 1 0,0-1 0,0 1 0,0-1 0,0 1 0,-2 0 0,-29 10 0,23-9 0,-20 6 0,0-1 0,-1-1 0,-44 3 0,-92-6 0,117-3 0,-196-2 0,-368 16 0,287 36 0,322-49 0,5 0 0,14 1 0,25-1 0,1241-3 0,-1051 19 0,-35-1 0,119-15 0,-179-1 0,-107-1 0,-1-2 0,0 0 0,40-11 0,80-30 0,15-4 0,-80 27 0,48-9 0,-121 29-136,0-1-1,0 0 1,0-1-1,0 0 1,0 0-1,0-1 1,-1 0-1,0-1 0,12-8 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6:06.603"/>
    </inkml:context>
    <inkml:brush xml:id="br0">
      <inkml:brushProperty name="width" value="0.35" units="cm"/>
      <inkml:brushProperty name="height" value="0.35" units="cm"/>
      <inkml:brushProperty name="color" value="#FFFFFF"/>
    </inkml:brush>
  </inkml:definitions>
  <inkml:trace contextRef="#ctx0" brushRef="#br0">737 440 24575,'9'-4'0,"1"0"0,-1 2 0,1-1 0,0 1 0,0 0 0,0 1 0,12 0 0,1-1 0,589-13 0,-27 3 0,-338-2 0,-68 5 0,-157 8 0,0-2 0,0 0 0,0-1 0,-1-1 0,1-1 0,29-13 0,-47 17 0,1-1 0,-2 1 0,1 0 0,0-1 0,-1 0 0,5-4 0,-7 6 0,0 0 0,-1 1 0,1-1 0,0 0 0,-1 1 0,1-1 0,-1 0 0,1 0 0,-1 0 0,0 1 0,1-1 0,-1 0 0,0 0 0,0 0 0,1 0 0,-1 0 0,0 0 0,0 1 0,0-1 0,0 0 0,0 0 0,0 0 0,0 0 0,-1 0 0,1 0 0,0 0 0,0 1 0,-1-1 0,1 0 0,0 0 0,-1 0 0,1 0 0,-1 1 0,1-1 0,-1 0 0,1 1 0,-2-2 0,-2-1 0,0 0 0,0 0 0,0 1 0,0 0 0,0-1 0,0 2 0,0-1 0,-1 0 0,1 1 0,-7-2 0,-50-5 0,56 7 0,-54-2 0,1 1 0,-1 3 0,-81 13 0,-172 52 0,273-57 0,0-2 0,-72 3 0,-80-10 0,99-1 0,-59 0-41,-603-27-483,698 23 524,-345-52 0,390 54 57,-1 0-1,0 0 1,1-1-1,-21-11 1,30 14-42,0 0 0,0-1-1,-1 1 1,1-1 0,0 0 0,0 0 0,1 0 0,-1 0 0,0 0 0,1 0 0,-1 0 0,-1-3 0,3 3-11,-1 0 0,1 1 1,-1-1-1,1 0 0,0 0 0,0 0 0,0 1 1,0-1-1,0 0 0,0 0 0,0 1 0,0-1 1,1 0-1,-1 0 0,1 1 0,-1-1 0,1 0 1,0 1-1,0-1 0,1-1 0,1-2-4,1 0 0,0 0 0,0 1 0,0-1 0,1 1 0,0 0 0,-1 1 0,1-1 0,1 1 0,-1 0 0,0 0 0,1 0 0,-1 1 0,7-2 0,13-4 0,49-8 0,-71 16 0,230-34 0,286-5 0,238 36 0,-407 6 0,741-3-909,-1069 0 909,-14-1 0,1 1 0,0 0 0,-1 0 0,1 1 0,0 0 0,12 4 0,-21-5 0,0 0 0,0 0 0,0 0 0,1 0 0,-1 0 0,0 0 0,0 0 0,0 0 0,1 0 0,-1 0 0,0 0 0,0 0 0,0 1 0,0-1 0,1 0 0,-1 0 0,0 0 0,0 0 0,0 0 0,0 0 0,0 1 0,0-1 0,1 0 0,-1 0 0,0 0 0,0 0 0,0 0 0,0 1 0,0-1 0,0 0 0,0 0 0,0 0 0,0 1 0,0-1 0,0 0 0,0 0 0,0 0 0,0 0 0,0 1 0,0-1 0,0 0 0,0 0 0,0 0 0,0 1 0,0-1 0,0 0 0,0 0 0,0 0 0,0 0 0,-1 1 0,1-1 0,0 0 0,0 0 0,0 0 0,0 0 0,0 0 0,0 0 0,-1 1 0,1-1 0,0 0 0,0 0 0,0 0 0,0 0 0,0 0 0,-1 0 0,-8 5 86,0 0-1,0-1 0,-1 0 0,1-1 1,-1 0-1,0 0 0,0-1 0,-17 2 0,-10 2 57,-503 116-142,427-99 0,-1-6 0,-189 6 0,208-18-1365</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6:08.614"/>
    </inkml:context>
    <inkml:brush xml:id="br0">
      <inkml:brushProperty name="width" value="0.35" units="cm"/>
      <inkml:brushProperty name="height" value="0.35" units="cm"/>
      <inkml:brushProperty name="color" value="#FFFFFF"/>
    </inkml:brush>
  </inkml:definitions>
  <inkml:trace contextRef="#ctx0" brushRef="#br0">1886 0 24575,'-26'1'0,"0"1"0,0 2 0,-39 9 0,-72 28 0,95-27 0,-85 30 0,1 7 0,-165 90 0,253-122 0,0-3 0,-44 13 0,41-15 0,-24 6 0,-85 14 0,45-13 0,18-5-341,-1-3 0,-1-5-1,-148-5 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6:23.238"/>
    </inkml:context>
    <inkml:brush xml:id="br0">
      <inkml:brushProperty name="width" value="0.35" units="cm"/>
      <inkml:brushProperty name="height" value="0.35" units="cm"/>
      <inkml:brushProperty name="color" value="#FFFFFF"/>
    </inkml:brush>
  </inkml:definitions>
  <inkml:trace contextRef="#ctx0" brushRef="#br0">1685 1 24575,'2'0'0,"0"0"0,0 1 0,0-1 0,0 1 0,0 0 0,0-1 0,0 1 0,0 0 0,-1 0 0,1 0 0,0 1 0,-1-1 0,1 0 0,0 1 0,-1-1 0,0 1 0,1-1 0,-1 1 0,0 0 0,2 2 0,18 38 0,-20-39 0,7 15 0,1 0 0,1-1 0,1 0 0,17 21 0,-21-28 0,-1 1 0,0-1 0,7 20 0,-7-16 0,0-1 0,11 18 0,41 43 0,-41-54 0,-1 0 0,-1 1 0,0 0 0,19 43 0,-30-55 0,0 0 0,-1 1 0,0-1 0,-1 1 0,0 0 0,0 0 0,0 17 0,-2-25 0,-1 1 0,1-1 0,0 0 0,-1 0 0,1 0 0,-1 1 0,0-1 0,0 0 0,0 0 0,0 0 0,0 0 0,0 0 0,0 0 0,0-1 0,-1 1 0,-1 2 0,0-3 0,1 1 0,-1-1 0,1 1 0,-1-1 0,1 0 0,-1 0 0,0 0 0,1 0 0,-1-1 0,0 1 0,0-1 0,0 0 0,0 0 0,1 1 0,-1-2 0,-3 1 0,-6-2 0,1 0 0,-1-1 0,1 0 0,0-1 0,-20-9 0,18 7 0,0 1 0,0 0 0,-1 1 0,-15-3 0,2 1 0,0-1 0,0-1 0,0-2 0,-41-21 0,33 15 0,-61-20 0,-78-4 0,141 33 0,-1 2 0,0 1 0,-67 2 0,-41-3 0,-98-23 0,149 15 0,-78-8 0,25 20 0,81 3 0,-1-4 0,-64-10 0,40 0-1365</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3:37.282"/>
    </inkml:context>
    <inkml:brush xml:id="br0">
      <inkml:brushProperty name="width" value="0.35" units="cm"/>
      <inkml:brushProperty name="height" value="0.35" units="cm"/>
      <inkml:brushProperty name="color" value="#FFFFFF"/>
    </inkml:brush>
  </inkml:definitions>
  <inkml:trace contextRef="#ctx0" brushRef="#br0">302 1479 24575,'44'1'0,"1"3"0,66 13 0,84 31 0,11 2 0,-131-40 0,0-3 0,149-7 0,-92-2 0,247 2 0,-2010 0 0,2089 0 0,-413 2 0,53 9 0,-5 1 0,90 5 0,143 7 0,374-22 0,-348-4 0,-236 1 0,135 3 0,-122 13 0,12 1 0,421-14 0,-292-4 0,298 2 0,-563 0 0,2 0 0,0 0 0,0 0 0,0-1 0,14-3 0,-20 4 0,1 0 0,-1-1 0,0 1 0,1-1 0,-1 0 0,0 1 0,0-1 0,1 0 0,-1 0 0,0 0 0,0 0 0,0 0 0,0 0 0,0 0 0,0 0 0,0 0 0,0-1 0,-1 1 0,1 0 0,0 0 0,-1-1 0,1 1 0,-1 0 0,1-1 0,-1 1 0,0-1 0,0 1 0,1-1 0,-1 1 0,0-3 0,-1 0 0,0 0 0,1 0 0,-1 0 0,-1 0 0,1-1 0,-1 2 0,1-1 0,-1 0 0,0 0 0,-1 0 0,1 1 0,-6-7 0,-5-5 0,-24-20 0,18 16 0,-44-38 0,42 40 0,0 0 0,2-2 0,0-1 0,2 0 0,-21-30 0,33 39 0,0 1 0,1-1 0,0 0 0,-2-11 0,4 11 0,-1 0 0,-1 0 0,-9-18 0,12 26 0,-1 0 0,0 0 0,-1 0 0,1 0 0,0 0 0,-1 1 0,0-1 0,1 1 0,-1-1 0,0 1 0,0 0 0,0 0 0,-1 1 0,1-1 0,-7-2 0,-2 1 0,0 1 0,0-1 0,-1 2 0,1 0 0,0 0 0,-1 1 0,1 1 0,0 0 0,-1 0 0,1 1 0,-15 5 0,-13 6 0,-77 36 0,76-29 0,-47 13 0,-100 29 0,124-41 0,-1-3 0,-1-3 0,0-2 0,-88 4 0,-273-8 0,333-10 0,-94 1 0,-225-4 0,328-3 0,-90-19 0,98 12 0,-124-6 0,-260 22 0,399 0 0,-69 13 0,-46 3 0,-163-19 0,800-40 0,-285 19 0,352-30 0,-490 47 0,-1-1 0,0-2 0,0-1 0,48-21 0,-9 6 0,0 3 0,2 4 0,0 3 0,120-7 0,-49 8 0,128-6 0,520 18 0,-394 3 0,-294-4 0,121 4 0,-211 1 0,0 0 0,0 1 0,0 0 0,-1 2 0,0 0 0,17 9 0,93 56 0,-89-48 0,-28-18 0,-1 1 0,0 0 0,-1 0 0,1 1 0,-1 1 0,7 8 0,-11-11 0,0 0 0,-1 0 0,0 1 0,0-1 0,0 1 0,-1 0 0,1 0 0,-2 0 0,1 0 0,0 1 0,0 9 0,-1-11 0,-1 0 0,0 0 0,0 0 0,0 0 0,0 0 0,-1 0 0,0 0 0,0-1 0,0 1 0,-1 0 0,1 0 0,-1-1 0,0 1 0,-1-1 0,1 0 0,-1 1 0,0-1 0,0 0 0,0-1 0,0 1 0,-1 0 0,1-1 0,-1 0 0,0 0 0,0 0 0,0 0 0,-1-1 0,1 0 0,-1 1 0,1-2 0,-1 1 0,0 0 0,1-1 0,-9 1 0,-25 4 0,-1-3 0,1-1 0,-73-6 0,23 1 0,39 2 0,19-1 0,1 1 0,0 2 0,0 1 0,-53 11 0,3 3 0,59-14 0,0 2 0,0 1 0,1 0 0,-25 10 0,1 3 0,-2-3 0,0-2 0,-53 9 0,-19 5 0,-184 45 0,211-51 0,-142 12 0,-96-13 0,301-19 0,-195 14 0,-153 3 0,333-18 0,6 0 0,0-1 0,0-1 0,-47-10 0,40 4 0,0 2 0,0 1 0,-61 2 0,84 1 0,0 0 0,0-2 0,0 0 0,1-1 0,0-1 0,-22-10 0,-32-9 0,-1 7 0,-110-12 0,76 15 0,95 12 0,-1 0 0,1 0 0,-1-2 0,1 0 0,0 0 0,-16-10 0,5 0 0,0-1 0,-23-21 0,-18-12 0,43 34 0,1-2 0,-29-27 0,43 37 0,1-1 0,-1 1 0,2-2 0,-1 1 0,1-1 0,0 1 0,1-1 0,0-1 0,1 1 0,-4-15 0,4 14 0,1 0 0,0 0 0,1 0 0,0 0 0,1-1 0,0 1 0,0 0 0,1 0 0,1-1 0,0 1 0,0 0 0,1 0 0,0 1 0,1-1 0,0 1 0,0-1 0,1 1 0,0 0 0,1 1 0,0-1 0,0 1 0,1 0 0,10-9 0,36-29 0,-33 29 0,0-1 0,-1-1 0,20-24 0,-30 31 0,3-4 0,0 0 0,18-16 0,-25 27 0,0 1 0,1 0 0,0 0 0,0 0 0,0 0 0,0 1 0,1 0 0,-1 0 0,13-3 0,3 2 0,0 1 0,0 0 0,0 2 0,0 0 0,1 2 0,26 3 0,131 31 0,71 15 0,-200-43 0,0-3 0,1-2 0,51-5 0,-43-2 0,311-15 0,-245 19 0,118 4 0,-201 2 0,82 21 0,7 2 0,-49-12 0,-52-9 0,40 3 0,-71-10 0,1 1 0,-1-1 0,1 0 0,0 0 0,-1 0 0,1 0 0,-1 1 0,1-1 0,-1 0 0,1 0 0,-1 0 0,1 0 0,0-1 0,-1 1 0,1 0 0,-1 0 0,1 0 0,-1 0 0,1-1 0,-1 1 0,1 0 0,-1 0 0,1-1 0,-1 1 0,1 0 0,-1-1 0,1 1 0,-1 0 0,0-1 0,1 0 0,-1 0 0,-1 0 0,0-1 0,1 1 0,-1 0 0,0 0 0,0 0 0,0 0 0,1 0 0,-1 0 0,0 0 0,-1 0 0,-1-1 0,-7-5 0,0-1 0,-1 2 0,1 0 0,-2 0 0,-16-6 0,-64-16 0,67 21 0,-51-13 0,-108-14 0,132 28 0,-1 3 0,1 1 0,-56 7 0,92-3 0,0 0 0,0 1 0,1 1 0,-1 0 0,1 1 0,0 1 0,0 1 0,-26 15 0,10-3 0,-50 21 0,72-35 0,-1-2 0,0 0 0,0 0 0,0 0 0,0-1 0,0-1 0,-1 0 0,1 0 0,0-1 0,-12-1 0,13-1 0,0-1 0,0 0 0,0-1 0,0 0 0,0 0 0,-10-8 0,-20-9 0,15 10 0,1 0 0,1-2 0,0-1 0,-35-28 0,-42-31 0,-8-8 0,68 51 0,-1 2 0,-1 2 0,-56-27 0,-143-53 0,80 37 0,39 11 0,-51-22 0,162 76 0,1 0 0,-1 0 0,0 2 0,0-1 0,-13-1 0,20 4 0,0 0 0,0 0 0,0 0 0,-1 0 0,1 0 0,0 1 0,0-1 0,0 1 0,0 0 0,0 0 0,0 0 0,0 0 0,0 1 0,1-1 0,-1 1 0,0 0 0,1 0 0,-1 0 0,1 0 0,0 0 0,-3 3 0,-9 14 0,-18 22 0,31-39 0,0 0 0,-1-1 0,1 0 0,-1 1 0,0-1 0,1 0 0,-1 0 0,0 0 0,0 0 0,0 0 0,0 0 0,0 0 0,0-1 0,0 1 0,0-1 0,0 1 0,0-1 0,0 0 0,-3 0 0,3 0 0,0-1 0,0 0 0,1 0 0,-1 0 0,0 0 0,1 0 0,-1 0 0,0 0 0,1-1 0,-1 1 0,1 0 0,0-1 0,-1 0 0,1 1 0,0-1 0,0 0 0,0 1 0,0-1 0,0 0 0,1 0 0,-1 0 0,1 0 0,-1 0 0,0-3 0,-1-4 0,1 0 0,-1 0 0,1-19 0,2 19 0,0 0 0,0 0 0,0 0 0,2 0 0,-1 1 0,1-1 0,0 0 0,1 1 0,-1 0 0,2 0 0,-1 0 0,1 0 0,1 1 0,-1 0 0,1 0 0,0 0 0,10-7 0,-7 6 0,0 1 0,1 1 0,-1-1 0,1 2 0,1-1 0,-1 1 0,1 1 0,0 0 0,0 0 0,0 1 0,1 1 0,-1 0 0,14-1 0,9 1-273,1 2 0,0 1 0,-1 2 0,38 7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3:39.078"/>
    </inkml:context>
    <inkml:brush xml:id="br0">
      <inkml:brushProperty name="width" value="0.35" units="cm"/>
      <inkml:brushProperty name="height" value="0.35" units="cm"/>
      <inkml:brushProperty name="color" value="#FFFFFF"/>
    </inkml:brush>
  </inkml:definitions>
  <inkml:trace contextRef="#ctx0" brushRef="#br0">1124 1 24575,'322'19'0,"-199"-8"0,157-6 0,-444-5 0,67-1 0,-692 47-846,91 10 545,680-55 373,-3-1-695,-41 7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2:43.879"/>
    </inkml:context>
    <inkml:brush xml:id="br0">
      <inkml:brushProperty name="width" value="0.35" units="cm"/>
      <inkml:brushProperty name="height" value="0.35" units="cm"/>
      <inkml:brushProperty name="color" value="#FFFFFF"/>
    </inkml:brush>
  </inkml:definitions>
  <inkml:trace contextRef="#ctx0" brushRef="#br0">1 705 24575,'41'0'0,"430"13"0,283 8 0,-710-23 0,1-3 0,82-19 0,20-3 0,260-36 0,-286 44 0,38-9 0,-10 4 0,-96 17 0,59-15 0,-48 5 0,-24 8 0,-2-2 0,62-26 0,-74 24 0,1 1 0,0 1 0,1 1 0,0 1 0,52-8 0,93-14 0,-115 18 0,90-8 0,217 18 0,-198 4 0,-153-1 0,0 0 0,-1 1 0,23 5 0,-33-5 0,0-1 0,1 1 0,-1 1 0,0-1 0,0 0 0,1 1 0,-1-1 0,0 1 0,-1 0 0,1 0 0,0 0 0,0 1 0,-1-1 0,0 1 0,1-1 0,-1 1 0,0 0 0,0 0 0,3 6 0,-3-2 0,1 0 0,-1 1 0,0-1 0,-1 1 0,1 0 0,-2-1 0,1 1 0,-1 0 0,-1 8 0,1-11 0,-1-1 0,1 0 0,-1 0 0,0 0 0,0 0 0,-1 0 0,1 0 0,-1 0 0,0 0 0,0-1 0,0 1 0,0-1 0,-1 1 0,0-1 0,1 0 0,-1 0 0,0 0 0,-7 4 0,2-2 0,-1-1 0,0 0 0,0 0 0,-1-1 0,1 0 0,-1-1 0,0 0 0,-17 1 0,-88-2 0,83-2 0,9 0 0,-21-1 0,1 3 0,-1 1 0,-69 12 0,80-9 0,1 0 0,-1-3 0,1 0 0,-1-2 0,0-2 0,0-1 0,1-1 0,-32-9 0,36 8 0,-28-7 0,1-1 0,-72-28 0,10-2 0,-130-31 0,-130-11 0,354 80 0,-397-63 0,246 37 0,13 1 0,102 20 0,0-3 0,-70-26 0,125 38 0,-16-4 0,1 0 0,-1 2 0,0 0 0,0 1 0,0 1 0,0 1 0,-27 3 0,-140 32 0,110-18 0,-284 59 0,137-32 0,214-42 0,1 0 0,0 1 0,1 0 0,-1 1 0,0 0 0,1 0 0,0 0 0,0 1 0,0 1 0,1-1 0,-1 1 0,1 1 0,1-1 0,-8 10 0,10-11 0,0 0 0,1 0 0,-1 1 0,2-1 0,-1 1 0,0-1 0,1 1 0,0 0 0,0 0 0,1 0 0,0 0 0,0 0 0,0 1 0,1-1 0,0 0 0,0 0 0,0 0 0,1 1 0,0-1 0,0 0 0,1 0 0,2 6 0,-1-6 0,0 0 0,0-1 0,1 0 0,-1 1 0,1-1 0,1-1 0,-1 1 0,1-1 0,-1 1 0,1-1 0,1-1 0,-1 1 0,12 5 0,0 0 0,1-2 0,0 0 0,26 7 0,-11-8 0,1-1 0,0-2 0,0-2 0,57-3 0,-27 0 0,40 0 0,124 15 0,-170-6 0,476 40 0,71 6 0,-474-39 0,47 7 0,-97-12 0,0-3 0,109-7 0,-72-1 0,886 2 0,-962-2 0,1-2 0,41-10 0,-19 2 0,-51 10 0,-1 0 0,0-2 0,0 0 0,0 0 0,0-1 0,-1-1 0,20-11 0,-24 12 0,0-1 0,0-1 0,-1 1 0,1-1 0,-1 0 0,-1-1 0,1 0 0,-1 0 0,-1 0 0,0-1 0,5-9 0,0-1 0,-1-1 0,-1 0 0,-1-1 0,0 0 0,-2 0 0,0 0 0,2-32 0,-7 49 0,-1-64 0,1 63 0,0 0 0,-1 0 0,0 1 0,0-1 0,0 0 0,-1 1 0,0-1 0,0 1 0,0-1 0,0 1 0,-5-6 0,7 10 0,0 0 0,0 0 0,0-1 0,0 1 0,0 0 0,0 0 0,0 0 0,0 0 0,0 0 0,-1 0 0,1-1 0,0 1 0,0 0 0,0 0 0,0 0 0,0 0 0,-1 0 0,1 0 0,0 0 0,0 0 0,0 0 0,0 0 0,0 0 0,-1 0 0,1 0 0,0 0 0,0 0 0,0 0 0,0 0 0,-1 0 0,1 0 0,0 0 0,0 0 0,0 0 0,0 0 0,0 0 0,-1 0 0,1 0 0,0 0 0,0 0 0,0 1 0,0-1 0,0 0 0,0 0 0,-1 0 0,-3 10 0,1 11 0,2 132 0,0 0 0,0-146 0,0 0 0,0 0 0,-1 0 0,1-1 0,-2 1 0,1 0 0,-1-1 0,0 0 0,0 0 0,-1 0 0,0 0 0,0 0 0,0-1 0,-1 1 0,1-1 0,-1 0 0,-1-1 0,-5 5 0,-3 0 0,-1 0 0,0 0 0,-1-2 0,0 0 0,0-1 0,-20 5 0,-7-1 0,0-2 0,-83 3 0,70-7 0,-451 19-103,-3-22-143,-173 5-144,584-3 382,-1083 22 607,1127-24-431,-58-3-188,109 1 20,-1 0 0,1 0 0,0 0 0,-1 0 0,1-1 0,0 1 0,0-1 0,0 0 0,0 0 0,0-1 0,0 1 0,1-1 0,-1 0 0,1 0 0,0 0 0,0 0 0,0-1 0,0 1 0,0-1 0,1 0 0,-1 0 0,1 0 0,0 0 0,1 0 0,-3-5 0,1-3 0,0 0 0,0 0 0,1-1 0,0 1 0,2 0 0,-1-1 0,1 1 0,2-13 0,-1 19 0,0 1 0,1-1 0,-1 0 0,1 1 0,0-1 0,1 1 0,0 0 0,-1 0 0,1 0 0,1 0 0,-1 0 0,1 0 0,0 1 0,0 0 0,0 0 0,6-4 0,9-6 0,0 1 0,38-19 0,-30 17 0,46-22 0,2 3 0,139-44 0,166-21 0,-95 29 0,-265 65 0,-1-1 0,1-1 0,-1-1 0,-1 0 0,0-2 0,0 0 0,18-14 0,-18 10 0,1 1 0,0 1 0,35-16 0,-39 19 0,-15 8 0,0 1 0,0 0 0,0 0 0,0 0 0,0 0 0,0-1 0,0 1 0,0 0 0,0 0 0,0 0 0,0 0 0,0 0 0,0-1 0,0 1 0,0 0 0,0 0 0,0 0 0,0 0 0,-1-1 0,1 1 0,0 0 0,0 0 0,0 0 0,0 0 0,0 0 0,0 0 0,0-1 0,0 1 0,-1 0 0,1 0 0,0 0 0,0 0 0,0 0 0,0 0 0,0 0 0,-1 0 0,1 0 0,0 0 0,0 0 0,0 0 0,0 0 0,-1 0 0,1 0 0,0 0 0,0 0 0,0 0 0,-5-1 0,1 1 0,0-1 0,0 1 0,0 0 0,-1 1 0,-4 0 0,-23 7 0,0 1 0,-43 18 0,-8 4 0,-29 2 0,27-9 0,-138 59 0,201-72 0,0 2 0,1 1 0,0 1 0,2 1 0,-1 0 0,2 1 0,0 2 0,-21 28 0,37-45 0,1 0 0,-1 0 0,1 1 0,-1-1 0,1 0 0,0 1 0,0-1 0,0 1 0,0-1 0,1 1 0,-1-1 0,1 1 0,-1 0 0,1-1 0,0 1 0,0 0 0,0-1 0,1 4 0,0-2 0,0 0 0,1-1 0,-1 1 0,1 0 0,0-1 0,0 1 0,0-1 0,0 0 0,0 1 0,1-1 0,2 2 0,6 5 0,-1-1 0,1-1 0,1 0 0,-1-1 0,1 0 0,14 6 0,221 88 0,223 69 0,-401-148 0,8 1 0,-45-14 0,-1 0 0,1 2 0,-2 2 0,34 18 0,-37-15 0,1 0 0,1-2 0,1-1 0,0-2 0,0-1 0,1-1 0,0-1 0,1-2 0,0-1 0,39 0 0,10-3 0,-1-4 0,1-3 0,111-21 0,-96-3 0,-62 18 0,35-8 0,0 4 0,73-25 0,-82 23 0,-43 13 0,0-1 0,0 0 0,-1-1 0,21-11 0,-18 7 0,-4 3 0,0-1 0,-1-1 0,0 0 0,0-1 0,-1-1 0,0 1 0,-1-2 0,18-21 0,-20 18 0,-1 1 0,1 0 0,0 1 0,1 0 0,0 1 0,1 0 0,22-17 0,-4 10-455,1 0 0,39-15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2:03:03.888"/>
    </inkml:context>
    <inkml:brush xml:id="br0">
      <inkml:brushProperty name="width" value="0.35" units="cm"/>
      <inkml:brushProperty name="height" value="0.35" units="cm"/>
      <inkml:brushProperty name="color" value="#FFFFFF"/>
    </inkml:brush>
  </inkml:definitions>
  <inkml:trace contextRef="#ctx0" brushRef="#br0">1520 0 24575,'1'1'0,"0"-1"0,0 0 0,0 1 0,1-1 0,-1 1 0,0-1 0,0 1 0,0-1 0,0 1 0,0 0 0,0 0 0,0-1 0,0 1 0,0 0 0,-1 0 0,1 0 0,0 0 0,0 0 0,-1 0 0,1 0 0,-1 0 0,1 0 0,-1 1 0,1-1 0,-1 0 0,1 2 0,6 37 0,-6-37 0,4 75 0,-5 107 0,-2-77 0,3-21 0,-3 92 0,2-176 0,-1 0 0,1 0 0,-1 0 0,0 1 0,0-1 0,0 0 0,0 0 0,-1 0 0,1 0 0,-1-1 0,0 1 0,0 0 0,0-1 0,0 1 0,0-1 0,0 0 0,-1 1 0,1-1 0,-1 0 0,1 0 0,-1-1 0,0 1 0,0-1 0,0 1 0,0-1 0,0 0 0,0 0 0,0 0 0,-5 0 0,-9 2 0,0-1 0,0-1 0,0-1 0,-26-3 0,15 2 0,-568-4 0,391 6 0,164 1 0,1 2 0,-46 10 0,22-3 0,-7 2 0,-59 7 0,119-18-97,0 0-1,-1 1 1,1 0-1,0 0 0,1 2 1,-1-1-1,-19 13 1,21-13-488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41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FAB7B-BF08-C447-4B67-425CD3D3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0463FA-6597-9732-E8D3-4167D3E645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D1A96-6B2F-D30F-696A-3853E6BF57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4E4A2A-8FE5-0F35-DA54-E77A6879A72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438520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3" Type="http://schemas.openxmlformats.org/officeDocument/2006/relationships/image" Target="../media/image9.png"/><Relationship Id="rId18" Type="http://schemas.openxmlformats.org/officeDocument/2006/relationships/image" Target="../media/image11.png"/><Relationship Id="rId26" Type="http://schemas.openxmlformats.org/officeDocument/2006/relationships/image" Target="../media/image15.png"/><Relationship Id="rId3" Type="http://schemas.openxmlformats.org/officeDocument/2006/relationships/image" Target="../media/image4.png"/><Relationship Id="rId21" Type="http://schemas.openxmlformats.org/officeDocument/2006/relationships/customXml" Target="../ink/ink10.xml"/><Relationship Id="rId7" Type="http://schemas.openxmlformats.org/officeDocument/2006/relationships/image" Target="../media/image6.png"/><Relationship Id="rId12" Type="http://schemas.openxmlformats.org/officeDocument/2006/relationships/customXml" Target="../ink/ink5.xml"/><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image" Target="../media/image18.png"/><Relationship Id="rId2" Type="http://schemas.openxmlformats.org/officeDocument/2006/relationships/notesSlide" Target="../notesSlides/notesSlide2.xml"/><Relationship Id="rId16" Type="http://schemas.openxmlformats.org/officeDocument/2006/relationships/customXml" Target="../ink/ink7.xml"/><Relationship Id="rId20" Type="http://schemas.openxmlformats.org/officeDocument/2006/relationships/image" Target="../media/image12.png"/><Relationship Id="rId29"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customXml" Target="../ink/ink2.xml"/><Relationship Id="rId11" Type="http://schemas.openxmlformats.org/officeDocument/2006/relationships/image" Target="../media/image8.png"/><Relationship Id="rId24" Type="http://schemas.openxmlformats.org/officeDocument/2006/relationships/image" Target="../media/image14.png"/><Relationship Id="rId32" Type="http://schemas.openxmlformats.org/officeDocument/2006/relationships/customXml" Target="../ink/ink16.xml"/><Relationship Id="rId5" Type="http://schemas.openxmlformats.org/officeDocument/2006/relationships/image" Target="../media/image5.png"/><Relationship Id="rId15" Type="http://schemas.openxmlformats.org/officeDocument/2006/relationships/image" Target="../media/image10.png"/><Relationship Id="rId23" Type="http://schemas.openxmlformats.org/officeDocument/2006/relationships/customXml" Target="../ink/ink11.xml"/><Relationship Id="rId28" Type="http://schemas.openxmlformats.org/officeDocument/2006/relationships/customXml" Target="../ink/ink14.xml"/><Relationship Id="rId10" Type="http://schemas.openxmlformats.org/officeDocument/2006/relationships/customXml" Target="../ink/ink4.xml"/><Relationship Id="rId19" Type="http://schemas.openxmlformats.org/officeDocument/2006/relationships/customXml" Target="../ink/ink9.xml"/><Relationship Id="rId31" Type="http://schemas.openxmlformats.org/officeDocument/2006/relationships/image" Target="../media/image17.png"/><Relationship Id="rId4" Type="http://schemas.openxmlformats.org/officeDocument/2006/relationships/customXml" Target="../ink/ink1.xml"/><Relationship Id="rId9" Type="http://schemas.openxmlformats.org/officeDocument/2006/relationships/image" Target="../media/image7.png"/><Relationship Id="rId14" Type="http://schemas.openxmlformats.org/officeDocument/2006/relationships/customXml" Target="../ink/ink6.xml"/><Relationship Id="rId22" Type="http://schemas.openxmlformats.org/officeDocument/2006/relationships/image" Target="../media/image13.png"/><Relationship Id="rId27" Type="http://schemas.openxmlformats.org/officeDocument/2006/relationships/customXml" Target="../ink/ink13.xml"/><Relationship Id="rId30" Type="http://schemas.openxmlformats.org/officeDocument/2006/relationships/customXml" Target="../ink/ink15.xml"/><Relationship Id="rId8" Type="http://schemas.openxmlformats.org/officeDocument/2006/relationships/customXml" Target="../ink/ink3.xml"/></Relationships>
</file>

<file path=ppt/slides/_rels/slide3.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customXml" Target="../ink/ink19.xml"/><Relationship Id="rId18"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6.png"/><Relationship Id="rId17" Type="http://schemas.openxmlformats.org/officeDocument/2006/relationships/customXml" Target="../ink/ink21.xml"/><Relationship Id="rId2" Type="http://schemas.openxmlformats.org/officeDocument/2006/relationships/notesSlide" Target="../notesSlides/notesSlide3.xml"/><Relationship Id="rId16"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22.svg"/><Relationship Id="rId11" Type="http://schemas.openxmlformats.org/officeDocument/2006/relationships/customXml" Target="../ink/ink18.xml"/><Relationship Id="rId5" Type="http://schemas.openxmlformats.org/officeDocument/2006/relationships/image" Target="../media/image21.png"/><Relationship Id="rId15" Type="http://schemas.openxmlformats.org/officeDocument/2006/relationships/customXml" Target="../ink/ink20.xml"/><Relationship Id="rId10" Type="http://schemas.openxmlformats.org/officeDocument/2006/relationships/image" Target="../media/image25.png"/><Relationship Id="rId4" Type="http://schemas.openxmlformats.org/officeDocument/2006/relationships/image" Target="../media/image20.svg"/><Relationship Id="rId9" Type="http://schemas.openxmlformats.org/officeDocument/2006/relationships/customXml" Target="../ink/ink17.xml"/><Relationship Id="rId14" Type="http://schemas.openxmlformats.org/officeDocument/2006/relationships/image" Target="../media/image27.png"/></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26.xml"/><Relationship Id="rId18" Type="http://schemas.openxmlformats.org/officeDocument/2006/relationships/image" Target="../media/image38.png"/><Relationship Id="rId3" Type="http://schemas.openxmlformats.org/officeDocument/2006/relationships/image" Target="../media/image31.png"/><Relationship Id="rId21" Type="http://schemas.openxmlformats.org/officeDocument/2006/relationships/customXml" Target="../ink/ink30.xml"/><Relationship Id="rId7" Type="http://schemas.openxmlformats.org/officeDocument/2006/relationships/customXml" Target="../ink/ink23.xml"/><Relationship Id="rId12" Type="http://schemas.openxmlformats.org/officeDocument/2006/relationships/image" Target="../media/image35.png"/><Relationship Id="rId17" Type="http://schemas.openxmlformats.org/officeDocument/2006/relationships/customXml" Target="../ink/ink28.xml"/><Relationship Id="rId2" Type="http://schemas.openxmlformats.org/officeDocument/2006/relationships/notesSlide" Target="../notesSlides/notesSlide5.xml"/><Relationship Id="rId16" Type="http://schemas.openxmlformats.org/officeDocument/2006/relationships/image" Target="../media/image37.png"/><Relationship Id="rId20" Type="http://schemas.openxmlformats.org/officeDocument/2006/relationships/image" Target="../media/image39.png"/><Relationship Id="rId1" Type="http://schemas.openxmlformats.org/officeDocument/2006/relationships/slideLayout" Target="../slideLayouts/slideLayout6.xml"/><Relationship Id="rId6" Type="http://schemas.openxmlformats.org/officeDocument/2006/relationships/image" Target="../media/image33.png"/><Relationship Id="rId11" Type="http://schemas.openxmlformats.org/officeDocument/2006/relationships/customXml" Target="../ink/ink25.xml"/><Relationship Id="rId5" Type="http://schemas.openxmlformats.org/officeDocument/2006/relationships/customXml" Target="../ink/ink22.xml"/><Relationship Id="rId15" Type="http://schemas.openxmlformats.org/officeDocument/2006/relationships/customXml" Target="../ink/ink27.xml"/><Relationship Id="rId10" Type="http://schemas.openxmlformats.org/officeDocument/2006/relationships/image" Target="../media/image34.png"/><Relationship Id="rId19" Type="http://schemas.openxmlformats.org/officeDocument/2006/relationships/customXml" Target="../ink/ink29.xml"/><Relationship Id="rId4" Type="http://schemas.openxmlformats.org/officeDocument/2006/relationships/image" Target="../media/image32.png"/><Relationship Id="rId9" Type="http://schemas.openxmlformats.org/officeDocument/2006/relationships/customXml" Target="../ink/ink24.xml"/><Relationship Id="rId14" Type="http://schemas.openxmlformats.org/officeDocument/2006/relationships/image" Target="../media/image36.png"/><Relationship Id="rId22" Type="http://schemas.openxmlformats.org/officeDocument/2006/relationships/image" Target="../media/image40.png"/></Relationships>
</file>

<file path=ppt/slides/_rels/slide6.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customXml" Target="../ink/ink34.xml"/><Relationship Id="rId18" Type="http://schemas.openxmlformats.org/officeDocument/2006/relationships/image" Target="../media/image49.png"/><Relationship Id="rId3" Type="http://schemas.openxmlformats.org/officeDocument/2006/relationships/image" Target="../media/image41.png"/><Relationship Id="rId21" Type="http://schemas.openxmlformats.org/officeDocument/2006/relationships/customXml" Target="../ink/ink38.xml"/><Relationship Id="rId7" Type="http://schemas.openxmlformats.org/officeDocument/2006/relationships/customXml" Target="../ink/ink31.xml"/><Relationship Id="rId12" Type="http://schemas.openxmlformats.org/officeDocument/2006/relationships/image" Target="../media/image5.png"/><Relationship Id="rId17" Type="http://schemas.openxmlformats.org/officeDocument/2006/relationships/customXml" Target="../ink/ink36.xml"/><Relationship Id="rId2" Type="http://schemas.openxmlformats.org/officeDocument/2006/relationships/notesSlide" Target="../notesSlides/notesSlide6.xml"/><Relationship Id="rId16" Type="http://schemas.openxmlformats.org/officeDocument/2006/relationships/image" Target="../media/image48.png"/><Relationship Id="rId20"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customXml" Target="../ink/ink33.xml"/><Relationship Id="rId5" Type="http://schemas.openxmlformats.org/officeDocument/2006/relationships/image" Target="../media/image43.png"/><Relationship Id="rId15" Type="http://schemas.openxmlformats.org/officeDocument/2006/relationships/customXml" Target="../ink/ink35.xml"/><Relationship Id="rId10" Type="http://schemas.openxmlformats.org/officeDocument/2006/relationships/image" Target="../media/image46.png"/><Relationship Id="rId19" Type="http://schemas.openxmlformats.org/officeDocument/2006/relationships/customXml" Target="../ink/ink37.xml"/><Relationship Id="rId4" Type="http://schemas.openxmlformats.org/officeDocument/2006/relationships/image" Target="../media/image42.png"/><Relationship Id="rId9" Type="http://schemas.openxmlformats.org/officeDocument/2006/relationships/customXml" Target="../ink/ink32.xml"/><Relationship Id="rId14" Type="http://schemas.openxmlformats.org/officeDocument/2006/relationships/image" Target="../media/image47.png"/><Relationship Id="rId22" Type="http://schemas.openxmlformats.org/officeDocument/2006/relationships/image" Target="../media/image51.png"/></Relationships>
</file>

<file path=ppt/slides/_rels/slide7.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customXml" Target="../ink/ink43.xml"/><Relationship Id="rId3" Type="http://schemas.openxmlformats.org/officeDocument/2006/relationships/image" Target="../media/image52.png"/><Relationship Id="rId7" Type="http://schemas.openxmlformats.org/officeDocument/2006/relationships/customXml" Target="../ink/ink40.xml"/><Relationship Id="rId12" Type="http://schemas.openxmlformats.org/officeDocument/2006/relationships/image" Target="../media/image57.png"/><Relationship Id="rId2" Type="http://schemas.openxmlformats.org/officeDocument/2006/relationships/notesSlide" Target="../notesSlides/notesSlide7.xml"/><Relationship Id="rId16" Type="http://schemas.openxmlformats.org/officeDocument/2006/relationships/image" Target="../media/image59.png"/><Relationship Id="rId1" Type="http://schemas.openxmlformats.org/officeDocument/2006/relationships/slideLayout" Target="../slideLayouts/slideLayout8.xml"/><Relationship Id="rId6" Type="http://schemas.openxmlformats.org/officeDocument/2006/relationships/image" Target="../media/image54.png"/><Relationship Id="rId11" Type="http://schemas.openxmlformats.org/officeDocument/2006/relationships/customXml" Target="../ink/ink42.xml"/><Relationship Id="rId5" Type="http://schemas.openxmlformats.org/officeDocument/2006/relationships/customXml" Target="../ink/ink39.xml"/><Relationship Id="rId15" Type="http://schemas.openxmlformats.org/officeDocument/2006/relationships/customXml" Target="../ink/ink44.xml"/><Relationship Id="rId10" Type="http://schemas.openxmlformats.org/officeDocument/2006/relationships/image" Target="../media/image56.png"/><Relationship Id="rId4" Type="http://schemas.openxmlformats.org/officeDocument/2006/relationships/image" Target="../media/image53.png"/><Relationship Id="rId9" Type="http://schemas.openxmlformats.org/officeDocument/2006/relationships/customXml" Target="../ink/ink41.xml"/><Relationship Id="rId14" Type="http://schemas.openxmlformats.org/officeDocument/2006/relationships/image" Target="../media/image58.png"/></Relationships>
</file>

<file path=ppt/slides/_rels/slide8.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0.png"/><Relationship Id="rId21" Type="http://schemas.openxmlformats.org/officeDocument/2006/relationships/customXml" Target="../ink/ink45.xml"/><Relationship Id="rId34" Type="http://schemas.openxmlformats.org/officeDocument/2006/relationships/image" Target="../media/image9.png"/><Relationship Id="rId7" Type="http://schemas.openxmlformats.org/officeDocument/2006/relationships/image" Target="../media/image64.png"/><Relationship Id="rId12" Type="http://schemas.openxmlformats.org/officeDocument/2006/relationships/image" Target="../media/image69.png"/><Relationship Id="rId17" Type="http://schemas.openxmlformats.org/officeDocument/2006/relationships/image" Target="../media/image74.svg"/><Relationship Id="rId25" Type="http://schemas.openxmlformats.org/officeDocument/2006/relationships/customXml" Target="../ink/ink47.xml"/><Relationship Id="rId33" Type="http://schemas.openxmlformats.org/officeDocument/2006/relationships/customXml" Target="../ink/ink51.xml"/><Relationship Id="rId38" Type="http://schemas.openxmlformats.org/officeDocument/2006/relationships/image" Target="../media/image85.png"/><Relationship Id="rId2" Type="http://schemas.openxmlformats.org/officeDocument/2006/relationships/notesSlide" Target="../notesSlides/notesSlide8.xml"/><Relationship Id="rId16" Type="http://schemas.openxmlformats.org/officeDocument/2006/relationships/image" Target="../media/image73.png"/><Relationship Id="rId20" Type="http://schemas.openxmlformats.org/officeDocument/2006/relationships/image" Target="../media/image77.svg"/><Relationship Id="rId29" Type="http://schemas.openxmlformats.org/officeDocument/2006/relationships/customXml" Target="../ink/ink49.xml"/><Relationship Id="rId1" Type="http://schemas.openxmlformats.org/officeDocument/2006/relationships/slideLayout" Target="../slideLayouts/slideLayout9.xml"/><Relationship Id="rId6" Type="http://schemas.openxmlformats.org/officeDocument/2006/relationships/image" Target="../media/image63.png"/><Relationship Id="rId11" Type="http://schemas.openxmlformats.org/officeDocument/2006/relationships/image" Target="../media/image68.svg"/><Relationship Id="rId24" Type="http://schemas.openxmlformats.org/officeDocument/2006/relationships/image" Target="../media/image79.png"/><Relationship Id="rId32" Type="http://schemas.openxmlformats.org/officeDocument/2006/relationships/image" Target="../media/image83.png"/><Relationship Id="rId37" Type="http://schemas.openxmlformats.org/officeDocument/2006/relationships/customXml" Target="../ink/ink53.xml"/><Relationship Id="rId5" Type="http://schemas.openxmlformats.org/officeDocument/2006/relationships/image" Target="../media/image62.svg"/><Relationship Id="rId15" Type="http://schemas.openxmlformats.org/officeDocument/2006/relationships/image" Target="../media/image72.png"/><Relationship Id="rId23" Type="http://schemas.openxmlformats.org/officeDocument/2006/relationships/customXml" Target="../ink/ink46.xml"/><Relationship Id="rId28" Type="http://schemas.openxmlformats.org/officeDocument/2006/relationships/image" Target="../media/image81.png"/><Relationship Id="rId36" Type="http://schemas.openxmlformats.org/officeDocument/2006/relationships/image" Target="../media/image84.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customXml" Target="../ink/ink50.xml"/><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svg"/><Relationship Id="rId22" Type="http://schemas.openxmlformats.org/officeDocument/2006/relationships/image" Target="../media/image78.png"/><Relationship Id="rId27" Type="http://schemas.openxmlformats.org/officeDocument/2006/relationships/customXml" Target="../ink/ink48.xml"/><Relationship Id="rId30" Type="http://schemas.openxmlformats.org/officeDocument/2006/relationships/image" Target="../media/image82.png"/><Relationship Id="rId35" Type="http://schemas.openxmlformats.org/officeDocument/2006/relationships/customXml" Target="../ink/ink52.xml"/><Relationship Id="rId8" Type="http://schemas.openxmlformats.org/officeDocument/2006/relationships/image" Target="../media/image65.svg"/><Relationship Id="rId3" Type="http://schemas.openxmlformats.org/officeDocument/2006/relationships/image" Target="../media/image60.png"/></Relationships>
</file>

<file path=ppt/slides/_rels/slide9.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customXml" Target="../ink/ink54.xml"/><Relationship Id="rId7" Type="http://schemas.openxmlformats.org/officeDocument/2006/relationships/customXml" Target="../ink/ink56.xml"/><Relationship Id="rId12" Type="http://schemas.openxmlformats.org/officeDocument/2006/relationships/image" Target="../media/image90.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87.png"/><Relationship Id="rId11" Type="http://schemas.openxmlformats.org/officeDocument/2006/relationships/customXml" Target="../ink/ink58.xml"/><Relationship Id="rId5" Type="http://schemas.openxmlformats.org/officeDocument/2006/relationships/customXml" Target="../ink/ink55.xml"/><Relationship Id="rId10" Type="http://schemas.openxmlformats.org/officeDocument/2006/relationships/image" Target="../media/image89.png"/><Relationship Id="rId4" Type="http://schemas.openxmlformats.org/officeDocument/2006/relationships/image" Target="../media/image86.png"/><Relationship Id="rId9" Type="http://schemas.openxmlformats.org/officeDocument/2006/relationships/customXml" Target="../ink/ink57.xml"/></Relationships>
</file>

<file path=ppt/slides/_rels/slide10.xml.rels><?xml version="1.0" encoding="UTF-8" standalone="yes"?>
<Relationships xmlns="http://schemas.openxmlformats.org/package/2006/relationships"><Relationship Id="rId8" Type="http://schemas.openxmlformats.org/officeDocument/2006/relationships/image" Target="../media/image96.svg"/><Relationship Id="rId13" Type="http://schemas.openxmlformats.org/officeDocument/2006/relationships/image" Target="../media/image101.png"/><Relationship Id="rId18" Type="http://schemas.openxmlformats.org/officeDocument/2006/relationships/image" Target="../media/image100.png"/><Relationship Id="rId26" Type="http://schemas.openxmlformats.org/officeDocument/2006/relationships/image" Target="../media/image104.png"/><Relationship Id="rId3" Type="http://schemas.openxmlformats.org/officeDocument/2006/relationships/image" Target="../media/image91.png"/><Relationship Id="rId21" Type="http://schemas.openxmlformats.org/officeDocument/2006/relationships/customXml" Target="../ink/ink61.xml"/><Relationship Id="rId7" Type="http://schemas.openxmlformats.org/officeDocument/2006/relationships/image" Target="../media/image95.png"/><Relationship Id="rId12" Type="http://schemas.openxmlformats.org/officeDocument/2006/relationships/image" Target="../media/image100.svg"/><Relationship Id="rId17" Type="http://schemas.openxmlformats.org/officeDocument/2006/relationships/customXml" Target="../ink/ink59.xml"/><Relationship Id="rId25" Type="http://schemas.openxmlformats.org/officeDocument/2006/relationships/customXml" Target="../ink/ink63.xml"/><Relationship Id="rId2" Type="http://schemas.openxmlformats.org/officeDocument/2006/relationships/notesSlide" Target="../notesSlides/notesSlide10.xml"/><Relationship Id="rId16" Type="http://schemas.openxmlformats.org/officeDocument/2006/relationships/image" Target="../media/image104.svg"/><Relationship Id="rId20" Type="http://schemas.openxmlformats.org/officeDocument/2006/relationships/image" Target="../media/image1010.png"/><Relationship Id="rId1" Type="http://schemas.openxmlformats.org/officeDocument/2006/relationships/slideLayout" Target="../slideLayouts/slideLayout10.xml"/><Relationship Id="rId6" Type="http://schemas.openxmlformats.org/officeDocument/2006/relationships/image" Target="../media/image94.svg"/><Relationship Id="rId11" Type="http://schemas.openxmlformats.org/officeDocument/2006/relationships/image" Target="../media/image99.png"/><Relationship Id="rId24" Type="http://schemas.openxmlformats.org/officeDocument/2006/relationships/image" Target="../media/image1030.png"/><Relationship Id="rId5" Type="http://schemas.openxmlformats.org/officeDocument/2006/relationships/image" Target="../media/image93.png"/><Relationship Id="rId15" Type="http://schemas.openxmlformats.org/officeDocument/2006/relationships/image" Target="../media/image103.png"/><Relationship Id="rId23" Type="http://schemas.openxmlformats.org/officeDocument/2006/relationships/customXml" Target="../ink/ink62.xml"/><Relationship Id="rId28" Type="http://schemas.openxmlformats.org/officeDocument/2006/relationships/image" Target="../media/image105.png"/><Relationship Id="rId10" Type="http://schemas.openxmlformats.org/officeDocument/2006/relationships/image" Target="../media/image98.svg"/><Relationship Id="rId19" Type="http://schemas.openxmlformats.org/officeDocument/2006/relationships/customXml" Target="../ink/ink60.xml"/><Relationship Id="rId4" Type="http://schemas.openxmlformats.org/officeDocument/2006/relationships/image" Target="../media/image92.svg"/><Relationship Id="rId9" Type="http://schemas.openxmlformats.org/officeDocument/2006/relationships/image" Target="../media/image97.png"/><Relationship Id="rId14" Type="http://schemas.openxmlformats.org/officeDocument/2006/relationships/image" Target="../media/image102.svg"/><Relationship Id="rId22" Type="http://schemas.openxmlformats.org/officeDocument/2006/relationships/image" Target="../media/image102.png"/><Relationship Id="rId27" Type="http://schemas.openxmlformats.org/officeDocument/2006/relationships/customXml" Target="../ink/ink64.xml"/></Relationships>
</file>

<file path=ppt/slides/_rels/slide11.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6.png"/><Relationship Id="rId7" Type="http://schemas.openxmlformats.org/officeDocument/2006/relationships/image" Target="../media/image110.sv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109.png"/><Relationship Id="rId11" Type="http://schemas.openxmlformats.org/officeDocument/2006/relationships/image" Target="../media/image114.svg"/><Relationship Id="rId5" Type="http://schemas.openxmlformats.org/officeDocument/2006/relationships/image" Target="../media/image108.svg"/><Relationship Id="rId10" Type="http://schemas.openxmlformats.org/officeDocument/2006/relationships/image" Target="../media/image113.png"/><Relationship Id="rId4" Type="http://schemas.openxmlformats.org/officeDocument/2006/relationships/image" Target="../media/image107.png"/><Relationship Id="rId9" Type="http://schemas.openxmlformats.org/officeDocument/2006/relationships/image" Target="../media/image112.svg"/></Relationships>
</file>

<file path=ppt/slides/_rels/slide12.xml.rels><?xml version="1.0" encoding="UTF-8" standalone="yes"?>
<Relationships xmlns="http://schemas.openxmlformats.org/package/2006/relationships"><Relationship Id="rId3" Type="http://schemas.openxmlformats.org/officeDocument/2006/relationships/customXml" Target="../ink/ink65.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16.png"/><Relationship Id="rId5" Type="http://schemas.openxmlformats.org/officeDocument/2006/relationships/customXml" Target="../ink/ink66.xml"/><Relationship Id="rId4" Type="http://schemas.openxmlformats.org/officeDocument/2006/relationships/image" Target="../media/image115.png"/></Relationships>
</file>

<file path=ppt/slides/_rels/slide1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customXml" Target="../ink/ink69.xml"/><Relationship Id="rId13" Type="http://schemas.openxmlformats.org/officeDocument/2006/relationships/customXml" Target="../ink/ink72.xml"/><Relationship Id="rId3" Type="http://schemas.openxmlformats.org/officeDocument/2006/relationships/image" Target="../media/image118.png"/><Relationship Id="rId7" Type="http://schemas.openxmlformats.org/officeDocument/2006/relationships/image" Target="../media/image120.png"/><Relationship Id="rId12" Type="http://schemas.openxmlformats.org/officeDocument/2006/relationships/customXml" Target="../ink/ink71.xml"/><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customXml" Target="../ink/ink68.xml"/><Relationship Id="rId11" Type="http://schemas.openxmlformats.org/officeDocument/2006/relationships/image" Target="../media/image9.png"/><Relationship Id="rId5" Type="http://schemas.openxmlformats.org/officeDocument/2006/relationships/image" Target="../media/image119.png"/><Relationship Id="rId10" Type="http://schemas.openxmlformats.org/officeDocument/2006/relationships/customXml" Target="../ink/ink70.xml"/><Relationship Id="rId4" Type="http://schemas.openxmlformats.org/officeDocument/2006/relationships/customXml" Target="../ink/ink67.xml"/><Relationship Id="rId9" Type="http://schemas.openxmlformats.org/officeDocument/2006/relationships/image" Target="../media/image121.png"/><Relationship Id="rId14" Type="http://schemas.openxmlformats.org/officeDocument/2006/relationships/image" Target="../media/image122.png"/></Relationships>
</file>

<file path=ppt/slides/_rels/slide15.xml.rels><?xml version="1.0" encoding="UTF-8" standalone="yes"?>
<Relationships xmlns="http://schemas.openxmlformats.org/package/2006/relationships"><Relationship Id="rId8" Type="http://schemas.openxmlformats.org/officeDocument/2006/relationships/image" Target="../media/image128.svg"/><Relationship Id="rId13" Type="http://schemas.openxmlformats.org/officeDocument/2006/relationships/customXml" Target="../ink/ink74.xml"/><Relationship Id="rId18" Type="http://schemas.openxmlformats.org/officeDocument/2006/relationships/image" Target="../media/image134.png"/><Relationship Id="rId3" Type="http://schemas.openxmlformats.org/officeDocument/2006/relationships/image" Target="../media/image123.png"/><Relationship Id="rId7" Type="http://schemas.openxmlformats.org/officeDocument/2006/relationships/image" Target="../media/image127.png"/><Relationship Id="rId12" Type="http://schemas.openxmlformats.org/officeDocument/2006/relationships/image" Target="../media/image131.png"/><Relationship Id="rId17" Type="http://schemas.openxmlformats.org/officeDocument/2006/relationships/customXml" Target="../ink/ink76.xml"/><Relationship Id="rId2" Type="http://schemas.openxmlformats.org/officeDocument/2006/relationships/notesSlide" Target="../notesSlides/notesSlide15.xml"/><Relationship Id="rId16" Type="http://schemas.openxmlformats.org/officeDocument/2006/relationships/image" Target="../media/image133.png"/><Relationship Id="rId20" Type="http://schemas.openxmlformats.org/officeDocument/2006/relationships/image" Target="../media/image135.png"/><Relationship Id="rId1" Type="http://schemas.openxmlformats.org/officeDocument/2006/relationships/slideLayout" Target="../slideLayouts/slideLayout15.xml"/><Relationship Id="rId6" Type="http://schemas.openxmlformats.org/officeDocument/2006/relationships/image" Target="../media/image126.svg"/><Relationship Id="rId11" Type="http://schemas.openxmlformats.org/officeDocument/2006/relationships/customXml" Target="../ink/ink73.xml"/><Relationship Id="rId5" Type="http://schemas.openxmlformats.org/officeDocument/2006/relationships/image" Target="../media/image125.png"/><Relationship Id="rId15" Type="http://schemas.openxmlformats.org/officeDocument/2006/relationships/customXml" Target="../ink/ink75.xml"/><Relationship Id="rId10" Type="http://schemas.openxmlformats.org/officeDocument/2006/relationships/image" Target="../media/image130.svg"/><Relationship Id="rId19" Type="http://schemas.openxmlformats.org/officeDocument/2006/relationships/customXml" Target="../ink/ink77.xml"/><Relationship Id="rId4" Type="http://schemas.openxmlformats.org/officeDocument/2006/relationships/image" Target="../media/image124.svg"/><Relationship Id="rId9" Type="http://schemas.openxmlformats.org/officeDocument/2006/relationships/image" Target="../media/image129.png"/><Relationship Id="rId14" Type="http://schemas.openxmlformats.org/officeDocument/2006/relationships/image" Target="../media/image132.png"/></Relationships>
</file>

<file path=ppt/slides/_rels/slide16.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6.png"/><Relationship Id="rId7" Type="http://schemas.openxmlformats.org/officeDocument/2006/relationships/customXml" Target="../ink/ink79.xml"/><Relationship Id="rId2" Type="http://schemas.openxmlformats.org/officeDocument/2006/relationships/notesSlide" Target="../notesSlides/notesSlide16.xml"/><Relationship Id="rId1" Type="http://schemas.openxmlformats.org/officeDocument/2006/relationships/slideLayout" Target="../slideLayouts/slideLayout16.xml"/><Relationship Id="rId6" Type="http://schemas.openxmlformats.org/officeDocument/2006/relationships/image" Target="../media/image138.png"/><Relationship Id="rId5" Type="http://schemas.openxmlformats.org/officeDocument/2006/relationships/customXml" Target="../ink/ink78.xml"/><Relationship Id="rId10" Type="http://schemas.openxmlformats.org/officeDocument/2006/relationships/image" Target="../media/image140.png"/><Relationship Id="rId4" Type="http://schemas.openxmlformats.org/officeDocument/2006/relationships/image" Target="../media/image137.png"/><Relationship Id="rId9" Type="http://schemas.openxmlformats.org/officeDocument/2006/relationships/customXml" Target="../ink/ink80.xml"/></Relationships>
</file>

<file path=ppt/slides/_rels/slide17.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41.png"/><Relationship Id="rId7" Type="http://schemas.openxmlformats.org/officeDocument/2006/relationships/image" Target="../media/image145.svg"/><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image" Target="../media/image144.png"/><Relationship Id="rId5" Type="http://schemas.openxmlformats.org/officeDocument/2006/relationships/image" Target="../media/image143.svg"/><Relationship Id="rId4" Type="http://schemas.openxmlformats.org/officeDocument/2006/relationships/image" Target="../media/image142.png"/><Relationship Id="rId9" Type="http://schemas.openxmlformats.org/officeDocument/2006/relationships/image" Target="../media/image147.svg"/></Relationships>
</file>

<file path=ppt/slides/_rels/slide1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8" Type="http://schemas.openxmlformats.org/officeDocument/2006/relationships/customXml" Target="../ink/ink82.xml"/><Relationship Id="rId13" Type="http://schemas.openxmlformats.org/officeDocument/2006/relationships/customXml" Target="../ink/ink85.xml"/><Relationship Id="rId18" Type="http://schemas.openxmlformats.org/officeDocument/2006/relationships/image" Target="../media/image156.png"/><Relationship Id="rId3" Type="http://schemas.openxmlformats.org/officeDocument/2006/relationships/image" Target="../media/image149.png"/><Relationship Id="rId21" Type="http://schemas.openxmlformats.org/officeDocument/2006/relationships/customXml" Target="../ink/ink89.xml"/><Relationship Id="rId7" Type="http://schemas.openxmlformats.org/officeDocument/2006/relationships/image" Target="../media/image152.png"/><Relationship Id="rId12" Type="http://schemas.openxmlformats.org/officeDocument/2006/relationships/customXml" Target="../ink/ink84.xml"/><Relationship Id="rId17" Type="http://schemas.openxmlformats.org/officeDocument/2006/relationships/customXml" Target="../ink/ink87.xml"/><Relationship Id="rId2" Type="http://schemas.openxmlformats.org/officeDocument/2006/relationships/notesSlide" Target="../notesSlides/notesSlide19.xml"/><Relationship Id="rId16" Type="http://schemas.openxmlformats.org/officeDocument/2006/relationships/image" Target="../media/image155.png"/><Relationship Id="rId20" Type="http://schemas.openxmlformats.org/officeDocument/2006/relationships/image" Target="../media/image157.png"/><Relationship Id="rId1" Type="http://schemas.openxmlformats.org/officeDocument/2006/relationships/slideLayout" Target="../slideLayouts/slideLayout19.xml"/><Relationship Id="rId6" Type="http://schemas.openxmlformats.org/officeDocument/2006/relationships/customXml" Target="../ink/ink81.xml"/><Relationship Id="rId11" Type="http://schemas.openxmlformats.org/officeDocument/2006/relationships/image" Target="../media/image5.png"/><Relationship Id="rId24" Type="http://schemas.openxmlformats.org/officeDocument/2006/relationships/image" Target="../media/image159.png"/><Relationship Id="rId5" Type="http://schemas.openxmlformats.org/officeDocument/2006/relationships/image" Target="../media/image151.png"/><Relationship Id="rId15" Type="http://schemas.openxmlformats.org/officeDocument/2006/relationships/customXml" Target="../ink/ink86.xml"/><Relationship Id="rId23" Type="http://schemas.openxmlformats.org/officeDocument/2006/relationships/customXml" Target="../ink/ink90.xml"/><Relationship Id="rId10" Type="http://schemas.openxmlformats.org/officeDocument/2006/relationships/customXml" Target="../ink/ink83.xml"/><Relationship Id="rId19" Type="http://schemas.openxmlformats.org/officeDocument/2006/relationships/customXml" Target="../ink/ink88.xml"/><Relationship Id="rId4" Type="http://schemas.openxmlformats.org/officeDocument/2006/relationships/image" Target="../media/image150.png"/><Relationship Id="rId9" Type="http://schemas.openxmlformats.org/officeDocument/2006/relationships/image" Target="../media/image153.png"/><Relationship Id="rId14" Type="http://schemas.openxmlformats.org/officeDocument/2006/relationships/image" Target="../media/image154.png"/><Relationship Id="rId22" Type="http://schemas.openxmlformats.org/officeDocument/2006/relationships/image" Target="../media/image158.png"/></Relationships>
</file>

<file path=ppt/slides/_rels/slide2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1.png"/><Relationship Id="rId7" Type="http://schemas.openxmlformats.org/officeDocument/2006/relationships/image" Target="../media/image165.svg"/><Relationship Id="rId2" Type="http://schemas.openxmlformats.org/officeDocument/2006/relationships/notesSlide" Target="../notesSlides/notesSlide21.xml"/><Relationship Id="rId1" Type="http://schemas.openxmlformats.org/officeDocument/2006/relationships/slideLayout" Target="../slideLayouts/slideLayout21.xml"/><Relationship Id="rId6" Type="http://schemas.openxmlformats.org/officeDocument/2006/relationships/image" Target="../media/image164.png"/><Relationship Id="rId5" Type="http://schemas.openxmlformats.org/officeDocument/2006/relationships/image" Target="../media/image163.svg"/><Relationship Id="rId4" Type="http://schemas.openxmlformats.org/officeDocument/2006/relationships/image" Target="../media/image162.png"/><Relationship Id="rId9" Type="http://schemas.openxmlformats.org/officeDocument/2006/relationships/image" Target="../media/image20.svg"/></Relationships>
</file>

<file path=ppt/slides/_rels/slide22.xml.rels><?xml version="1.0" encoding="UTF-8" standalone="yes"?>
<Relationships xmlns="http://schemas.openxmlformats.org/package/2006/relationships"><Relationship Id="rId8" Type="http://schemas.openxmlformats.org/officeDocument/2006/relationships/image" Target="../media/image171.svg"/><Relationship Id="rId13" Type="http://schemas.openxmlformats.org/officeDocument/2006/relationships/customXml" Target="../ink/ink92.xml"/><Relationship Id="rId3" Type="http://schemas.openxmlformats.org/officeDocument/2006/relationships/image" Target="../media/image166.png"/><Relationship Id="rId7" Type="http://schemas.openxmlformats.org/officeDocument/2006/relationships/image" Target="../media/image170.png"/><Relationship Id="rId12" Type="http://schemas.openxmlformats.org/officeDocument/2006/relationships/image" Target="../media/image174.png"/><Relationship Id="rId2" Type="http://schemas.openxmlformats.org/officeDocument/2006/relationships/notesSlide" Target="../notesSlides/notesSlide22.xml"/><Relationship Id="rId1" Type="http://schemas.openxmlformats.org/officeDocument/2006/relationships/slideLayout" Target="../slideLayouts/slideLayout22.xml"/><Relationship Id="rId6" Type="http://schemas.openxmlformats.org/officeDocument/2006/relationships/image" Target="../media/image169.svg"/><Relationship Id="rId11" Type="http://schemas.openxmlformats.org/officeDocument/2006/relationships/customXml" Target="../ink/ink91.xml"/><Relationship Id="rId5" Type="http://schemas.openxmlformats.org/officeDocument/2006/relationships/image" Target="../media/image168.png"/><Relationship Id="rId10" Type="http://schemas.openxmlformats.org/officeDocument/2006/relationships/image" Target="../media/image173.svg"/><Relationship Id="rId4" Type="http://schemas.openxmlformats.org/officeDocument/2006/relationships/image" Target="../media/image167.svg"/><Relationship Id="rId9" Type="http://schemas.openxmlformats.org/officeDocument/2006/relationships/image" Target="../media/image172.png"/><Relationship Id="rId14" Type="http://schemas.openxmlformats.org/officeDocument/2006/relationships/image" Target="../media/image175.png"/></Relationships>
</file>

<file path=ppt/slides/_rels/slide23.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8" Type="http://schemas.openxmlformats.org/officeDocument/2006/relationships/hyperlink" Target="mailto:darrylpereira@yahoo.com" TargetMode="External"/><Relationship Id="rId13" Type="http://schemas.openxmlformats.org/officeDocument/2006/relationships/image" Target="../media/image185.svg"/><Relationship Id="rId3" Type="http://schemas.openxmlformats.org/officeDocument/2006/relationships/image" Target="../media/image177.png"/><Relationship Id="rId7" Type="http://schemas.openxmlformats.org/officeDocument/2006/relationships/image" Target="../media/image181.svg"/><Relationship Id="rId12" Type="http://schemas.openxmlformats.org/officeDocument/2006/relationships/image" Target="../media/image184.png"/><Relationship Id="rId17" Type="http://schemas.openxmlformats.org/officeDocument/2006/relationships/image" Target="../media/image187.png"/><Relationship Id="rId2" Type="http://schemas.openxmlformats.org/officeDocument/2006/relationships/notesSlide" Target="../notesSlides/notesSlide24.xml"/><Relationship Id="rId16" Type="http://schemas.openxmlformats.org/officeDocument/2006/relationships/customXml" Target="../ink/ink94.xml"/><Relationship Id="rId1" Type="http://schemas.openxmlformats.org/officeDocument/2006/relationships/slideLayout" Target="../slideLayouts/slideLayout24.xml"/><Relationship Id="rId6" Type="http://schemas.openxmlformats.org/officeDocument/2006/relationships/image" Target="../media/image180.png"/><Relationship Id="rId11" Type="http://schemas.openxmlformats.org/officeDocument/2006/relationships/hyperlink" Target="mailto:pereiraassociates604@gmail.com" TargetMode="External"/><Relationship Id="rId5" Type="http://schemas.openxmlformats.org/officeDocument/2006/relationships/image" Target="../media/image179.svg"/><Relationship Id="rId15" Type="http://schemas.openxmlformats.org/officeDocument/2006/relationships/image" Target="../media/image186.png"/><Relationship Id="rId10" Type="http://schemas.openxmlformats.org/officeDocument/2006/relationships/image" Target="../media/image183.svg"/><Relationship Id="rId4" Type="http://schemas.openxmlformats.org/officeDocument/2006/relationships/image" Target="../media/image178.png"/><Relationship Id="rId9" Type="http://schemas.openxmlformats.org/officeDocument/2006/relationships/image" Target="../media/image182.png"/><Relationship Id="rId14" Type="http://schemas.openxmlformats.org/officeDocument/2006/relationships/customXml" Target="../ink/ink9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408878"/>
            <a:ext cx="5670590" cy="708779"/>
          </a:xfrm>
          <a:prstGeom prst="rect">
            <a:avLst/>
          </a:prstGeom>
          <a:noFill/>
          <a:ln/>
        </p:spPr>
        <p:txBody>
          <a:bodyPr wrap="none" lIns="0" tIns="0" rIns="0" bIns="0" rtlCol="0" anchor="t"/>
          <a:lstStyle/>
          <a:p>
            <a:pPr marL="0" indent="0" algn="l">
              <a:lnSpc>
                <a:spcPts val="5550"/>
              </a:lnSpc>
              <a:buNone/>
            </a:pPr>
            <a:r>
              <a:rPr lang="en-US" sz="4450" b="1" u="sng" dirty="0">
                <a:solidFill>
                  <a:srgbClr val="910D0D"/>
                </a:solidFill>
                <a:latin typeface="Libre Baskerville" pitchFamily="34" charset="0"/>
                <a:ea typeface="Libre Baskerville" pitchFamily="34" charset="-122"/>
                <a:cs typeface="Libre Baskerville" pitchFamily="34" charset="-120"/>
              </a:rPr>
              <a:t>Gift Deeds in India</a:t>
            </a:r>
            <a:endParaRPr lang="en-US" sz="4450" dirty="0"/>
          </a:p>
        </p:txBody>
      </p:sp>
      <p:sp>
        <p:nvSpPr>
          <p:cNvPr id="4" name="Text 1"/>
          <p:cNvSpPr/>
          <p:nvPr/>
        </p:nvSpPr>
        <p:spPr>
          <a:xfrm>
            <a:off x="793790" y="4457819"/>
            <a:ext cx="7556421" cy="362903"/>
          </a:xfrm>
          <a:prstGeom prst="rect">
            <a:avLst/>
          </a:prstGeom>
          <a:noFill/>
          <a:ln/>
        </p:spPr>
        <p:txBody>
          <a:bodyPr wrap="none" lIns="0" tIns="0" rIns="0" bIns="0" rtlCol="0" anchor="t"/>
          <a:lstStyle/>
          <a:p>
            <a:pPr marL="0" indent="0" algn="l">
              <a:lnSpc>
                <a:spcPts val="2850"/>
              </a:lnSpc>
              <a:buNone/>
            </a:pPr>
            <a:r>
              <a:rPr lang="en-US" sz="2000" b="1" dirty="0">
                <a:solidFill>
                  <a:srgbClr val="454240"/>
                </a:solidFill>
                <a:latin typeface="DM Sans" pitchFamily="34" charset="0"/>
                <a:ea typeface="DM Sans" pitchFamily="34" charset="-122"/>
                <a:cs typeface="DM Sans" pitchFamily="34" charset="-120"/>
              </a:rPr>
              <a:t>Meaning, Laws, Process &amp; Taxation </a:t>
            </a:r>
            <a:endParaRPr lang="en-US" sz="2000" dirty="0"/>
          </a:p>
        </p:txBody>
      </p:sp>
      <p:sp>
        <p:nvSpPr>
          <p:cNvPr id="6" name="TextBox 5">
            <a:extLst>
              <a:ext uri="{FF2B5EF4-FFF2-40B4-BE49-F238E27FC236}">
                <a16:creationId xmlns:a16="http://schemas.microsoft.com/office/drawing/2014/main" id="{61BBC9C9-4457-5EE6-8345-A1A0B32A3FD5}"/>
              </a:ext>
            </a:extLst>
          </p:cNvPr>
          <p:cNvSpPr txBox="1"/>
          <p:nvPr/>
        </p:nvSpPr>
        <p:spPr>
          <a:xfrm>
            <a:off x="11977025" y="7829490"/>
            <a:ext cx="7315200" cy="400110"/>
          </a:xfrm>
          <a:prstGeom prst="rect">
            <a:avLst/>
          </a:prstGeom>
          <a:noFill/>
        </p:spPr>
        <p:txBody>
          <a:bodyPr wrap="square">
            <a:spAutoFit/>
          </a:bodyPr>
          <a:lstStyle/>
          <a:p>
            <a:r>
              <a:rPr lang="en-IN" sz="2000" b="1" dirty="0"/>
              <a:t>© Pereira &amp; Associates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1638" y="566976"/>
            <a:ext cx="5363528" cy="644366"/>
          </a:xfrm>
          <a:prstGeom prst="rect">
            <a:avLst/>
          </a:prstGeom>
          <a:noFill/>
          <a:ln/>
        </p:spPr>
        <p:txBody>
          <a:bodyPr wrap="none" lIns="0" tIns="0" rIns="0" bIns="0" rtlCol="0" anchor="t"/>
          <a:lstStyle/>
          <a:p>
            <a:pPr marL="0" indent="0" algn="l">
              <a:lnSpc>
                <a:spcPts val="5050"/>
              </a:lnSpc>
              <a:buNone/>
            </a:pPr>
            <a:r>
              <a:rPr lang="en-US" sz="4050" dirty="0">
                <a:solidFill>
                  <a:srgbClr val="910D0D"/>
                </a:solidFill>
                <a:latin typeface="Libre Baskerville" pitchFamily="34" charset="0"/>
                <a:ea typeface="Libre Baskerville" pitchFamily="34" charset="-122"/>
                <a:cs typeface="Libre Baskerville" pitchFamily="34" charset="-120"/>
              </a:rPr>
              <a:t>What is a Gift Deed?</a:t>
            </a:r>
            <a:endParaRPr lang="en-US" sz="4050" dirty="0"/>
          </a:p>
        </p:txBody>
      </p:sp>
      <p:sp>
        <p:nvSpPr>
          <p:cNvPr id="3" name="Text 1"/>
          <p:cNvSpPr/>
          <p:nvPr/>
        </p:nvSpPr>
        <p:spPr>
          <a:xfrm>
            <a:off x="721638" y="1706047"/>
            <a:ext cx="6342102" cy="659844"/>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4D4D4D"/>
                </a:solidFill>
                <a:latin typeface="DM Sans" pitchFamily="34" charset="0"/>
                <a:ea typeface="DM Sans" pitchFamily="34" charset="-122"/>
                <a:cs typeface="DM Sans" pitchFamily="34" charset="-120"/>
              </a:rPr>
              <a:t>A legal document used to transfer property ownership without monetary consideration.</a:t>
            </a:r>
            <a:endParaRPr lang="en-US" sz="1600" dirty="0"/>
          </a:p>
        </p:txBody>
      </p:sp>
      <p:sp>
        <p:nvSpPr>
          <p:cNvPr id="4" name="Text 2"/>
          <p:cNvSpPr/>
          <p:nvPr/>
        </p:nvSpPr>
        <p:spPr>
          <a:xfrm>
            <a:off x="721638" y="2438043"/>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4D4D4D"/>
                </a:solidFill>
                <a:latin typeface="DM Sans" pitchFamily="34" charset="0"/>
                <a:ea typeface="DM Sans" pitchFamily="34" charset="-122"/>
                <a:cs typeface="DM Sans" pitchFamily="34" charset="-120"/>
              </a:rPr>
              <a:t>Executed voluntarily and generally among family members.</a:t>
            </a:r>
            <a:endParaRPr lang="en-US" sz="1600" dirty="0"/>
          </a:p>
        </p:txBody>
      </p:sp>
      <p:sp>
        <p:nvSpPr>
          <p:cNvPr id="5" name="Text 3"/>
          <p:cNvSpPr/>
          <p:nvPr/>
        </p:nvSpPr>
        <p:spPr>
          <a:xfrm>
            <a:off x="721638" y="2840117"/>
            <a:ext cx="6342102" cy="659844"/>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4D4D4D"/>
                </a:solidFill>
                <a:latin typeface="DM Sans" pitchFamily="34" charset="0"/>
                <a:ea typeface="DM Sans" pitchFamily="34" charset="-122"/>
                <a:cs typeface="DM Sans" pitchFamily="34" charset="-120"/>
              </a:rPr>
              <a:t>Transfers complete ownership to the Donee once accepted.</a:t>
            </a:r>
            <a:endParaRPr lang="en-US" sz="1600" dirty="0"/>
          </a:p>
        </p:txBody>
      </p:sp>
      <p:sp>
        <p:nvSpPr>
          <p:cNvPr id="6" name="Text 4"/>
          <p:cNvSpPr/>
          <p:nvPr/>
        </p:nvSpPr>
        <p:spPr>
          <a:xfrm>
            <a:off x="721638" y="3685461"/>
            <a:ext cx="6342102" cy="329922"/>
          </a:xfrm>
          <a:prstGeom prst="rect">
            <a:avLst/>
          </a:prstGeom>
          <a:noFill/>
          <a:ln/>
        </p:spPr>
        <p:txBody>
          <a:bodyPr wrap="none" lIns="0" tIns="0" rIns="0" bIns="0" rtlCol="0" anchor="t"/>
          <a:lstStyle/>
          <a:p>
            <a:pPr marL="0" indent="0" algn="l">
              <a:lnSpc>
                <a:spcPts val="2550"/>
              </a:lnSpc>
              <a:buNone/>
            </a:pPr>
            <a:endParaRPr lang="en-US" sz="1600" dirty="0"/>
          </a:p>
        </p:txBody>
      </p:sp>
      <p:sp>
        <p:nvSpPr>
          <p:cNvPr id="7" name="Text 5"/>
          <p:cNvSpPr/>
          <p:nvPr/>
        </p:nvSpPr>
        <p:spPr>
          <a:xfrm>
            <a:off x="721638" y="4221480"/>
            <a:ext cx="3513892" cy="386596"/>
          </a:xfrm>
          <a:prstGeom prst="rect">
            <a:avLst/>
          </a:prstGeom>
          <a:noFill/>
          <a:ln/>
        </p:spPr>
        <p:txBody>
          <a:bodyPr wrap="none" lIns="0" tIns="0" rIns="0" bIns="0" rtlCol="0" anchor="t"/>
          <a:lstStyle/>
          <a:p>
            <a:pPr marL="0" indent="0" algn="l">
              <a:lnSpc>
                <a:spcPts val="3000"/>
              </a:lnSpc>
              <a:buNone/>
            </a:pPr>
            <a:r>
              <a:rPr lang="en-US" sz="2400" b="1" dirty="0">
                <a:solidFill>
                  <a:srgbClr val="910D0D"/>
                </a:solidFill>
                <a:latin typeface="Libre Baskerville" pitchFamily="34" charset="0"/>
                <a:ea typeface="Libre Baskerville" pitchFamily="34" charset="-122"/>
                <a:cs typeface="Libre Baskerville" pitchFamily="34" charset="-120"/>
              </a:rPr>
              <a:t>Parties to a Gift Deed </a:t>
            </a:r>
            <a:endParaRPr lang="en-US" sz="2400" dirty="0"/>
          </a:p>
        </p:txBody>
      </p:sp>
      <p:sp>
        <p:nvSpPr>
          <p:cNvPr id="8" name="Text 6"/>
          <p:cNvSpPr/>
          <p:nvPr/>
        </p:nvSpPr>
        <p:spPr>
          <a:xfrm>
            <a:off x="721638" y="4814173"/>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454240"/>
                </a:solidFill>
                <a:latin typeface="DM Sans" pitchFamily="34" charset="0"/>
                <a:ea typeface="DM Sans" pitchFamily="34" charset="-122"/>
                <a:cs typeface="DM Sans" pitchFamily="34" charset="-120"/>
              </a:rPr>
              <a:t>Donor – Giver of the gift</a:t>
            </a:r>
            <a:endParaRPr lang="en-US" sz="1600" dirty="0"/>
          </a:p>
        </p:txBody>
      </p:sp>
      <p:sp>
        <p:nvSpPr>
          <p:cNvPr id="9" name="Text 7"/>
          <p:cNvSpPr/>
          <p:nvPr/>
        </p:nvSpPr>
        <p:spPr>
          <a:xfrm>
            <a:off x="721638" y="5216247"/>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454240"/>
                </a:solidFill>
                <a:latin typeface="DM Sans" pitchFamily="34" charset="0"/>
                <a:ea typeface="DM Sans" pitchFamily="34" charset="-122"/>
                <a:cs typeface="DM Sans" pitchFamily="34" charset="-120"/>
              </a:rPr>
              <a:t>Donee – Recipient of the gift </a:t>
            </a:r>
            <a:endParaRPr lang="en-US" sz="1600" dirty="0"/>
          </a:p>
        </p:txBody>
      </p:sp>
      <p:pic>
        <p:nvPicPr>
          <p:cNvPr id="10" name="Image 0" descr="preencoded.png"/>
          <p:cNvPicPr>
            <a:picLocks noChangeAspect="1"/>
          </p:cNvPicPr>
          <p:nvPr/>
        </p:nvPicPr>
        <p:blipFill>
          <a:blip r:embed="rId3"/>
          <a:stretch>
            <a:fillRect/>
          </a:stretch>
        </p:blipFill>
        <p:spPr>
          <a:xfrm>
            <a:off x="7566660" y="566976"/>
            <a:ext cx="6342102" cy="6342102"/>
          </a:xfrm>
          <a:prstGeom prst="rect">
            <a:avLst/>
          </a:prstGeom>
        </p:spPr>
      </p:pic>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08DD6E7E-31E2-1750-E5F5-159FD1D39F59}"/>
                  </a:ext>
                </a:extLst>
              </p14:cNvPr>
              <p14:cNvContentPartPr/>
              <p14:nvPr/>
            </p14:nvContentPartPr>
            <p14:xfrm>
              <a:off x="13313376" y="7726464"/>
              <a:ext cx="360" cy="360"/>
            </p14:xfrm>
          </p:contentPart>
        </mc:Choice>
        <mc:Fallback xmlns="">
          <p:pic>
            <p:nvPicPr>
              <p:cNvPr id="12" name="Ink 11">
                <a:extLst>
                  <a:ext uri="{FF2B5EF4-FFF2-40B4-BE49-F238E27FC236}">
                    <a16:creationId xmlns:a16="http://schemas.microsoft.com/office/drawing/2014/main" id="{08DD6E7E-31E2-1750-E5F5-159FD1D39F59}"/>
                  </a:ext>
                </a:extLst>
              </p:cNvPr>
              <p:cNvPicPr/>
              <p:nvPr/>
            </p:nvPicPr>
            <p:blipFill>
              <a:blip r:embed="rId5"/>
              <a:stretch>
                <a:fillRect/>
              </a:stretch>
            </p:blipFill>
            <p:spPr>
              <a:xfrm>
                <a:off x="13277376" y="769046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E8931142-C66B-4DBD-012C-A1CD18130709}"/>
                  </a:ext>
                </a:extLst>
              </p14:cNvPr>
              <p14:cNvContentPartPr/>
              <p14:nvPr/>
            </p14:nvContentPartPr>
            <p14:xfrm>
              <a:off x="13238496" y="7858224"/>
              <a:ext cx="375120" cy="88560"/>
            </p14:xfrm>
          </p:contentPart>
        </mc:Choice>
        <mc:Fallback xmlns="">
          <p:pic>
            <p:nvPicPr>
              <p:cNvPr id="13" name="Ink 12">
                <a:extLst>
                  <a:ext uri="{FF2B5EF4-FFF2-40B4-BE49-F238E27FC236}">
                    <a16:creationId xmlns:a16="http://schemas.microsoft.com/office/drawing/2014/main" id="{E8931142-C66B-4DBD-012C-A1CD18130709}"/>
                  </a:ext>
                </a:extLst>
              </p:cNvPr>
              <p:cNvPicPr/>
              <p:nvPr/>
            </p:nvPicPr>
            <p:blipFill>
              <a:blip r:embed="rId7"/>
              <a:stretch>
                <a:fillRect/>
              </a:stretch>
            </p:blipFill>
            <p:spPr>
              <a:xfrm>
                <a:off x="13202856" y="7822584"/>
                <a:ext cx="44676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520AE536-0D29-2D90-1F85-14BD4F561921}"/>
                  </a:ext>
                </a:extLst>
              </p14:cNvPr>
              <p14:cNvContentPartPr/>
              <p14:nvPr/>
            </p14:nvContentPartPr>
            <p14:xfrm>
              <a:off x="12488616" y="7892784"/>
              <a:ext cx="1737360" cy="218520"/>
            </p14:xfrm>
          </p:contentPart>
        </mc:Choice>
        <mc:Fallback xmlns="">
          <p:pic>
            <p:nvPicPr>
              <p:cNvPr id="19" name="Ink 18">
                <a:extLst>
                  <a:ext uri="{FF2B5EF4-FFF2-40B4-BE49-F238E27FC236}">
                    <a16:creationId xmlns:a16="http://schemas.microsoft.com/office/drawing/2014/main" id="{520AE536-0D29-2D90-1F85-14BD4F561921}"/>
                  </a:ext>
                </a:extLst>
              </p:cNvPr>
              <p:cNvPicPr/>
              <p:nvPr/>
            </p:nvPicPr>
            <p:blipFill>
              <a:blip r:embed="rId9"/>
              <a:stretch>
                <a:fillRect/>
              </a:stretch>
            </p:blipFill>
            <p:spPr>
              <a:xfrm>
                <a:off x="12452616" y="7856784"/>
                <a:ext cx="180900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F7221F9D-3AC8-05CB-A9AE-0A80AE2CED60}"/>
                  </a:ext>
                </a:extLst>
              </p14:cNvPr>
              <p14:cNvContentPartPr/>
              <p14:nvPr/>
            </p14:nvContentPartPr>
            <p14:xfrm>
              <a:off x="13387896" y="7122384"/>
              <a:ext cx="970200" cy="641160"/>
            </p14:xfrm>
          </p:contentPart>
        </mc:Choice>
        <mc:Fallback xmlns="">
          <p:pic>
            <p:nvPicPr>
              <p:cNvPr id="21" name="Ink 20">
                <a:extLst>
                  <a:ext uri="{FF2B5EF4-FFF2-40B4-BE49-F238E27FC236}">
                    <a16:creationId xmlns:a16="http://schemas.microsoft.com/office/drawing/2014/main" id="{F7221F9D-3AC8-05CB-A9AE-0A80AE2CED60}"/>
                  </a:ext>
                </a:extLst>
              </p:cNvPr>
              <p:cNvPicPr/>
              <p:nvPr/>
            </p:nvPicPr>
            <p:blipFill>
              <a:blip r:embed="rId11"/>
              <a:stretch>
                <a:fillRect/>
              </a:stretch>
            </p:blipFill>
            <p:spPr>
              <a:xfrm>
                <a:off x="13378896" y="7113384"/>
                <a:ext cx="987840" cy="658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138CE96A-070E-02F4-9108-A2ADDA2B4981}"/>
                  </a:ext>
                </a:extLst>
              </p14:cNvPr>
              <p14:cNvContentPartPr/>
              <p14:nvPr/>
            </p14:nvContentPartPr>
            <p14:xfrm>
              <a:off x="13322736" y="7781184"/>
              <a:ext cx="360" cy="360"/>
            </p14:xfrm>
          </p:contentPart>
        </mc:Choice>
        <mc:Fallback xmlns="">
          <p:pic>
            <p:nvPicPr>
              <p:cNvPr id="22" name="Ink 21">
                <a:extLst>
                  <a:ext uri="{FF2B5EF4-FFF2-40B4-BE49-F238E27FC236}">
                    <a16:creationId xmlns:a16="http://schemas.microsoft.com/office/drawing/2014/main" id="{138CE96A-070E-02F4-9108-A2ADDA2B4981}"/>
                  </a:ext>
                </a:extLst>
              </p:cNvPr>
              <p:cNvPicPr/>
              <p:nvPr/>
            </p:nvPicPr>
            <p:blipFill>
              <a:blip r:embed="rId13"/>
              <a:stretch>
                <a:fillRect/>
              </a:stretch>
            </p:blipFill>
            <p:spPr>
              <a:xfrm>
                <a:off x="13259736" y="771854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AD72DC3C-129C-5185-A8A4-DEB4DFC2D705}"/>
                  </a:ext>
                </a:extLst>
              </p14:cNvPr>
              <p14:cNvContentPartPr/>
              <p14:nvPr/>
            </p14:nvContentPartPr>
            <p14:xfrm>
              <a:off x="12950229" y="7635960"/>
              <a:ext cx="1211040" cy="426600"/>
            </p14:xfrm>
          </p:contentPart>
        </mc:Choice>
        <mc:Fallback xmlns="">
          <p:pic>
            <p:nvPicPr>
              <p:cNvPr id="23" name="Ink 22">
                <a:extLst>
                  <a:ext uri="{FF2B5EF4-FFF2-40B4-BE49-F238E27FC236}">
                    <a16:creationId xmlns:a16="http://schemas.microsoft.com/office/drawing/2014/main" id="{AD72DC3C-129C-5185-A8A4-DEB4DFC2D705}"/>
                  </a:ext>
                </a:extLst>
              </p:cNvPr>
              <p:cNvPicPr/>
              <p:nvPr/>
            </p:nvPicPr>
            <p:blipFill>
              <a:blip r:embed="rId15"/>
              <a:stretch>
                <a:fillRect/>
              </a:stretch>
            </p:blipFill>
            <p:spPr>
              <a:xfrm>
                <a:off x="12887589" y="7573320"/>
                <a:ext cx="1336680" cy="552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Ink 24">
                <a:extLst>
                  <a:ext uri="{FF2B5EF4-FFF2-40B4-BE49-F238E27FC236}">
                    <a16:creationId xmlns:a16="http://schemas.microsoft.com/office/drawing/2014/main" id="{1779DE68-1BF0-2702-B61B-7070644D85C0}"/>
                  </a:ext>
                </a:extLst>
              </p14:cNvPr>
              <p14:cNvContentPartPr/>
              <p14:nvPr/>
            </p14:nvContentPartPr>
            <p14:xfrm>
              <a:off x="13754829" y="7746480"/>
              <a:ext cx="360" cy="360"/>
            </p14:xfrm>
          </p:contentPart>
        </mc:Choice>
        <mc:Fallback xmlns="">
          <p:pic>
            <p:nvPicPr>
              <p:cNvPr id="25" name="Ink 24">
                <a:extLst>
                  <a:ext uri="{FF2B5EF4-FFF2-40B4-BE49-F238E27FC236}">
                    <a16:creationId xmlns:a16="http://schemas.microsoft.com/office/drawing/2014/main" id="{1779DE68-1BF0-2702-B61B-7070644D85C0}"/>
                  </a:ext>
                </a:extLst>
              </p:cNvPr>
              <p:cNvPicPr/>
              <p:nvPr/>
            </p:nvPicPr>
            <p:blipFill>
              <a:blip r:embed="rId13"/>
              <a:stretch>
                <a:fillRect/>
              </a:stretch>
            </p:blipFill>
            <p:spPr>
              <a:xfrm>
                <a:off x="13692189" y="76834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6" name="Ink 25">
                <a:extLst>
                  <a:ext uri="{FF2B5EF4-FFF2-40B4-BE49-F238E27FC236}">
                    <a16:creationId xmlns:a16="http://schemas.microsoft.com/office/drawing/2014/main" id="{D51C4017-B471-2AC3-472A-95CEE0D1CB50}"/>
                  </a:ext>
                </a:extLst>
              </p14:cNvPr>
              <p14:cNvContentPartPr/>
              <p14:nvPr/>
            </p14:nvContentPartPr>
            <p14:xfrm>
              <a:off x="13547220" y="7496860"/>
              <a:ext cx="663840" cy="530640"/>
            </p14:xfrm>
          </p:contentPart>
        </mc:Choice>
        <mc:Fallback xmlns="">
          <p:pic>
            <p:nvPicPr>
              <p:cNvPr id="26" name="Ink 25">
                <a:extLst>
                  <a:ext uri="{FF2B5EF4-FFF2-40B4-BE49-F238E27FC236}">
                    <a16:creationId xmlns:a16="http://schemas.microsoft.com/office/drawing/2014/main" id="{D51C4017-B471-2AC3-472A-95CEE0D1CB50}"/>
                  </a:ext>
                </a:extLst>
              </p:cNvPr>
              <p:cNvPicPr/>
              <p:nvPr/>
            </p:nvPicPr>
            <p:blipFill>
              <a:blip r:embed="rId18"/>
              <a:stretch>
                <a:fillRect/>
              </a:stretch>
            </p:blipFill>
            <p:spPr>
              <a:xfrm>
                <a:off x="13484220" y="7434220"/>
                <a:ext cx="789480" cy="656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92704A92-5074-C512-A04F-679183F0CD9F}"/>
                  </a:ext>
                </a:extLst>
              </p14:cNvPr>
              <p14:cNvContentPartPr/>
              <p14:nvPr/>
            </p14:nvContentPartPr>
            <p14:xfrm>
              <a:off x="12304656" y="7698744"/>
              <a:ext cx="2092680" cy="464400"/>
            </p14:xfrm>
          </p:contentPart>
        </mc:Choice>
        <mc:Fallback xmlns="">
          <p:pic>
            <p:nvPicPr>
              <p:cNvPr id="14" name="Ink 13">
                <a:extLst>
                  <a:ext uri="{FF2B5EF4-FFF2-40B4-BE49-F238E27FC236}">
                    <a16:creationId xmlns:a16="http://schemas.microsoft.com/office/drawing/2014/main" id="{92704A92-5074-C512-A04F-679183F0CD9F}"/>
                  </a:ext>
                </a:extLst>
              </p:cNvPr>
              <p:cNvPicPr/>
              <p:nvPr/>
            </p:nvPicPr>
            <p:blipFill>
              <a:blip r:embed="rId20"/>
              <a:stretch>
                <a:fillRect/>
              </a:stretch>
            </p:blipFill>
            <p:spPr>
              <a:xfrm>
                <a:off x="12269016" y="7663104"/>
                <a:ext cx="2164320" cy="536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F0A9AF51-AE6D-BDCC-5391-E0B36B18959C}"/>
                  </a:ext>
                </a:extLst>
              </p14:cNvPr>
              <p14:cNvContentPartPr/>
              <p14:nvPr/>
            </p14:nvContentPartPr>
            <p14:xfrm>
              <a:off x="12946176" y="7982424"/>
              <a:ext cx="47520" cy="25920"/>
            </p14:xfrm>
          </p:contentPart>
        </mc:Choice>
        <mc:Fallback xmlns="">
          <p:pic>
            <p:nvPicPr>
              <p:cNvPr id="15" name="Ink 14">
                <a:extLst>
                  <a:ext uri="{FF2B5EF4-FFF2-40B4-BE49-F238E27FC236}">
                    <a16:creationId xmlns:a16="http://schemas.microsoft.com/office/drawing/2014/main" id="{F0A9AF51-AE6D-BDCC-5391-E0B36B18959C}"/>
                  </a:ext>
                </a:extLst>
              </p:cNvPr>
              <p:cNvPicPr/>
              <p:nvPr/>
            </p:nvPicPr>
            <p:blipFill>
              <a:blip r:embed="rId22"/>
              <a:stretch>
                <a:fillRect/>
              </a:stretch>
            </p:blipFill>
            <p:spPr>
              <a:xfrm>
                <a:off x="12910536" y="7946784"/>
                <a:ext cx="119160" cy="97560"/>
              </a:xfrm>
              <a:prstGeom prst="rect">
                <a:avLst/>
              </a:prstGeom>
            </p:spPr>
          </p:pic>
        </mc:Fallback>
      </mc:AlternateContent>
      <p:grpSp>
        <p:nvGrpSpPr>
          <p:cNvPr id="37" name="Group 36">
            <a:extLst>
              <a:ext uri="{FF2B5EF4-FFF2-40B4-BE49-F238E27FC236}">
                <a16:creationId xmlns:a16="http://schemas.microsoft.com/office/drawing/2014/main" id="{EC4AA64F-E864-009E-D15A-D3B8E15F104E}"/>
              </a:ext>
            </a:extLst>
          </p:cNvPr>
          <p:cNvGrpSpPr/>
          <p:nvPr/>
        </p:nvGrpSpPr>
        <p:grpSpPr>
          <a:xfrm>
            <a:off x="13702020" y="7515220"/>
            <a:ext cx="712440" cy="561600"/>
            <a:chOff x="13702020" y="7515220"/>
            <a:chExt cx="712440" cy="561600"/>
          </a:xfrm>
        </p:grpSpPr>
        <mc:AlternateContent xmlns:mc="http://schemas.openxmlformats.org/markup-compatibility/2006" xmlns:p14="http://schemas.microsoft.com/office/powerpoint/2010/main">
          <mc:Choice Requires="p14">
            <p:contentPart p14:bwMode="auto" r:id="rId23">
              <p14:nvContentPartPr>
                <p14:cNvPr id="28" name="Ink 27">
                  <a:extLst>
                    <a:ext uri="{FF2B5EF4-FFF2-40B4-BE49-F238E27FC236}">
                      <a16:creationId xmlns:a16="http://schemas.microsoft.com/office/drawing/2014/main" id="{4DFA7A49-5463-6D60-29ED-7E8410B0C1E5}"/>
                    </a:ext>
                  </a:extLst>
                </p14:cNvPr>
                <p14:cNvContentPartPr/>
                <p14:nvPr/>
              </p14:nvContentPartPr>
              <p14:xfrm>
                <a:off x="13759260" y="7515220"/>
                <a:ext cx="623880" cy="561600"/>
              </p14:xfrm>
            </p:contentPart>
          </mc:Choice>
          <mc:Fallback xmlns="">
            <p:pic>
              <p:nvPicPr>
                <p:cNvPr id="28" name="Ink 27">
                  <a:extLst>
                    <a:ext uri="{FF2B5EF4-FFF2-40B4-BE49-F238E27FC236}">
                      <a16:creationId xmlns:a16="http://schemas.microsoft.com/office/drawing/2014/main" id="{4DFA7A49-5463-6D60-29ED-7E8410B0C1E5}"/>
                    </a:ext>
                  </a:extLst>
                </p:cNvPr>
                <p:cNvPicPr/>
                <p:nvPr/>
              </p:nvPicPr>
              <p:blipFill>
                <a:blip r:embed="rId24"/>
                <a:stretch>
                  <a:fillRect/>
                </a:stretch>
              </p:blipFill>
              <p:spPr>
                <a:xfrm>
                  <a:off x="13696260" y="7452580"/>
                  <a:ext cx="749520" cy="6872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0" name="Ink 29">
                  <a:extLst>
                    <a:ext uri="{FF2B5EF4-FFF2-40B4-BE49-F238E27FC236}">
                      <a16:creationId xmlns:a16="http://schemas.microsoft.com/office/drawing/2014/main" id="{C8B392A3-A197-1ED4-D6B4-BE9C4588572F}"/>
                    </a:ext>
                  </a:extLst>
                </p14:cNvPr>
                <p14:cNvContentPartPr/>
                <p14:nvPr/>
              </p14:nvContentPartPr>
              <p14:xfrm>
                <a:off x="14389260" y="7797460"/>
                <a:ext cx="25200" cy="360"/>
              </p14:xfrm>
            </p:contentPart>
          </mc:Choice>
          <mc:Fallback xmlns="">
            <p:pic>
              <p:nvPicPr>
                <p:cNvPr id="30" name="Ink 29">
                  <a:extLst>
                    <a:ext uri="{FF2B5EF4-FFF2-40B4-BE49-F238E27FC236}">
                      <a16:creationId xmlns:a16="http://schemas.microsoft.com/office/drawing/2014/main" id="{C8B392A3-A197-1ED4-D6B4-BE9C4588572F}"/>
                    </a:ext>
                  </a:extLst>
                </p:cNvPr>
                <p:cNvPicPr/>
                <p:nvPr/>
              </p:nvPicPr>
              <p:blipFill>
                <a:blip r:embed="rId26"/>
                <a:stretch>
                  <a:fillRect/>
                </a:stretch>
              </p:blipFill>
              <p:spPr>
                <a:xfrm>
                  <a:off x="14326620" y="7734820"/>
                  <a:ext cx="1508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4" name="Ink 33">
                  <a:extLst>
                    <a:ext uri="{FF2B5EF4-FFF2-40B4-BE49-F238E27FC236}">
                      <a16:creationId xmlns:a16="http://schemas.microsoft.com/office/drawing/2014/main" id="{30DDB47C-03E4-8C7D-01BA-0D64771FC48D}"/>
                    </a:ext>
                  </a:extLst>
                </p14:cNvPr>
                <p14:cNvContentPartPr/>
                <p14:nvPr/>
              </p14:nvContentPartPr>
              <p14:xfrm>
                <a:off x="14388900" y="8013460"/>
                <a:ext cx="360" cy="360"/>
              </p14:xfrm>
            </p:contentPart>
          </mc:Choice>
          <mc:Fallback xmlns="">
            <p:pic>
              <p:nvPicPr>
                <p:cNvPr id="34" name="Ink 33">
                  <a:extLst>
                    <a:ext uri="{FF2B5EF4-FFF2-40B4-BE49-F238E27FC236}">
                      <a16:creationId xmlns:a16="http://schemas.microsoft.com/office/drawing/2014/main" id="{30DDB47C-03E4-8C7D-01BA-0D64771FC48D}"/>
                    </a:ext>
                  </a:extLst>
                </p:cNvPr>
                <p:cNvPicPr/>
                <p:nvPr/>
              </p:nvPicPr>
              <p:blipFill>
                <a:blip r:embed="rId13"/>
                <a:stretch>
                  <a:fillRect/>
                </a:stretch>
              </p:blipFill>
              <p:spPr>
                <a:xfrm>
                  <a:off x="14325900" y="79508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5" name="Ink 34">
                  <a:extLst>
                    <a:ext uri="{FF2B5EF4-FFF2-40B4-BE49-F238E27FC236}">
                      <a16:creationId xmlns:a16="http://schemas.microsoft.com/office/drawing/2014/main" id="{5DE461BE-3D28-1F8F-AD98-2E39A2ABDBEE}"/>
                    </a:ext>
                  </a:extLst>
                </p14:cNvPr>
                <p14:cNvContentPartPr/>
                <p14:nvPr/>
              </p14:nvContentPartPr>
              <p14:xfrm>
                <a:off x="14360460" y="7964140"/>
                <a:ext cx="28800" cy="49680"/>
              </p14:xfrm>
            </p:contentPart>
          </mc:Choice>
          <mc:Fallback xmlns="">
            <p:pic>
              <p:nvPicPr>
                <p:cNvPr id="35" name="Ink 34">
                  <a:extLst>
                    <a:ext uri="{FF2B5EF4-FFF2-40B4-BE49-F238E27FC236}">
                      <a16:creationId xmlns:a16="http://schemas.microsoft.com/office/drawing/2014/main" id="{5DE461BE-3D28-1F8F-AD98-2E39A2ABDBEE}"/>
                    </a:ext>
                  </a:extLst>
                </p:cNvPr>
                <p:cNvPicPr/>
                <p:nvPr/>
              </p:nvPicPr>
              <p:blipFill>
                <a:blip r:embed="rId29"/>
                <a:stretch>
                  <a:fillRect/>
                </a:stretch>
              </p:blipFill>
              <p:spPr>
                <a:xfrm>
                  <a:off x="14297820" y="7901140"/>
                  <a:ext cx="1544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6" name="Ink 35">
                  <a:extLst>
                    <a:ext uri="{FF2B5EF4-FFF2-40B4-BE49-F238E27FC236}">
                      <a16:creationId xmlns:a16="http://schemas.microsoft.com/office/drawing/2014/main" id="{CB4A0637-4A03-9EEC-66E4-389EEDD6CB14}"/>
                    </a:ext>
                  </a:extLst>
                </p14:cNvPr>
                <p14:cNvContentPartPr/>
                <p14:nvPr/>
              </p14:nvContentPartPr>
              <p14:xfrm>
                <a:off x="13702020" y="7575700"/>
                <a:ext cx="649440" cy="410400"/>
              </p14:xfrm>
            </p:contentPart>
          </mc:Choice>
          <mc:Fallback xmlns="">
            <p:pic>
              <p:nvPicPr>
                <p:cNvPr id="36" name="Ink 35">
                  <a:extLst>
                    <a:ext uri="{FF2B5EF4-FFF2-40B4-BE49-F238E27FC236}">
                      <a16:creationId xmlns:a16="http://schemas.microsoft.com/office/drawing/2014/main" id="{CB4A0637-4A03-9EEC-66E4-389EEDD6CB14}"/>
                    </a:ext>
                  </a:extLst>
                </p:cNvPr>
                <p:cNvPicPr/>
                <p:nvPr/>
              </p:nvPicPr>
              <p:blipFill>
                <a:blip r:embed="rId31"/>
                <a:stretch>
                  <a:fillRect/>
                </a:stretch>
              </p:blipFill>
              <p:spPr>
                <a:xfrm>
                  <a:off x="13639380" y="7513060"/>
                  <a:ext cx="775080" cy="536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40" name="Ink 39">
                <a:extLst>
                  <a:ext uri="{FF2B5EF4-FFF2-40B4-BE49-F238E27FC236}">
                    <a16:creationId xmlns:a16="http://schemas.microsoft.com/office/drawing/2014/main" id="{1E86E626-0538-1E70-3029-AF7C302AB365}"/>
                  </a:ext>
                </a:extLst>
              </p14:cNvPr>
              <p14:cNvContentPartPr/>
              <p14:nvPr/>
            </p14:nvContentPartPr>
            <p14:xfrm>
              <a:off x="14066916" y="7914382"/>
              <a:ext cx="430200" cy="214560"/>
            </p14:xfrm>
          </p:contentPart>
        </mc:Choice>
        <mc:Fallback xmlns="">
          <p:pic>
            <p:nvPicPr>
              <p:cNvPr id="40" name="Ink 39">
                <a:extLst>
                  <a:ext uri="{FF2B5EF4-FFF2-40B4-BE49-F238E27FC236}">
                    <a16:creationId xmlns:a16="http://schemas.microsoft.com/office/drawing/2014/main" id="{1E86E626-0538-1E70-3029-AF7C302AB365}"/>
                  </a:ext>
                </a:extLst>
              </p:cNvPr>
              <p:cNvPicPr/>
              <p:nvPr/>
            </p:nvPicPr>
            <p:blipFill>
              <a:blip r:embed="rId33"/>
              <a:stretch>
                <a:fillRect/>
              </a:stretch>
            </p:blipFill>
            <p:spPr>
              <a:xfrm>
                <a:off x="14004276" y="7851742"/>
                <a:ext cx="555840" cy="340200"/>
              </a:xfrm>
              <a:prstGeom prst="rect">
                <a:avLst/>
              </a:prstGeom>
            </p:spPr>
          </p:pic>
        </mc:Fallback>
      </mc:AlternateContent>
      <p:sp>
        <p:nvSpPr>
          <p:cNvPr id="41" name="TextBox 40">
            <a:extLst>
              <a:ext uri="{FF2B5EF4-FFF2-40B4-BE49-F238E27FC236}">
                <a16:creationId xmlns:a16="http://schemas.microsoft.com/office/drawing/2014/main" id="{71471ABB-D76C-D97D-4FE4-0030D8DE377E}"/>
              </a:ext>
            </a:extLst>
          </p:cNvPr>
          <p:cNvSpPr txBox="1"/>
          <p:nvPr/>
        </p:nvSpPr>
        <p:spPr>
          <a:xfrm>
            <a:off x="12304656" y="7826328"/>
            <a:ext cx="304846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267301"/>
            <a:ext cx="9755386" cy="708779"/>
          </a:xfrm>
          <a:prstGeom prst="rect">
            <a:avLst/>
          </a:prstGeom>
          <a:noFill/>
          <a:ln/>
        </p:spPr>
        <p:txBody>
          <a:bodyPr wrap="none" lIns="0" tIns="0" rIns="0" bIns="0" rtlCol="0" anchor="t"/>
          <a:lstStyle/>
          <a:p>
            <a:pPr marL="0" indent="0" algn="l">
              <a:lnSpc>
                <a:spcPts val="5550"/>
              </a:lnSpc>
              <a:buNone/>
            </a:pPr>
            <a:r>
              <a:rPr lang="en-US" sz="4450" b="1" dirty="0">
                <a:solidFill>
                  <a:srgbClr val="910D0D"/>
                </a:solidFill>
                <a:latin typeface="Libre Baskerville" pitchFamily="34" charset="0"/>
                <a:ea typeface="Libre Baskerville" pitchFamily="34" charset="-122"/>
                <a:cs typeface="Libre Baskerville" pitchFamily="34" charset="-120"/>
              </a:rPr>
              <a:t>Legal Framework for Gift Deeds </a:t>
            </a:r>
            <a:endParaRPr lang="en-US" sz="4450" dirty="0"/>
          </a:p>
        </p:txBody>
      </p:sp>
      <p:sp>
        <p:nvSpPr>
          <p:cNvPr id="3" name="Shape 1"/>
          <p:cNvSpPr/>
          <p:nvPr/>
        </p:nvSpPr>
        <p:spPr>
          <a:xfrm>
            <a:off x="793790" y="2429708"/>
            <a:ext cx="4196358" cy="2229445"/>
          </a:xfrm>
          <a:prstGeom prst="roundRect">
            <a:avLst>
              <a:gd name="adj" fmla="val 4273"/>
            </a:avLst>
          </a:prstGeom>
          <a:solidFill>
            <a:srgbClr val="F7EDD4"/>
          </a:solidFill>
          <a:ln w="7620">
            <a:solidFill>
              <a:srgbClr val="DDD3BA"/>
            </a:solidFill>
            <a:prstDash val="solid"/>
          </a:ln>
        </p:spPr>
        <p:txBody>
          <a:bodyPr/>
          <a:lstStyle/>
          <a:p>
            <a:endParaRPr lang="en-IN"/>
          </a:p>
        </p:txBody>
      </p:sp>
      <p:sp>
        <p:nvSpPr>
          <p:cNvPr id="4" name="Shape 2"/>
          <p:cNvSpPr/>
          <p:nvPr/>
        </p:nvSpPr>
        <p:spPr>
          <a:xfrm>
            <a:off x="1028224" y="2664143"/>
            <a:ext cx="680442" cy="680442"/>
          </a:xfrm>
          <a:prstGeom prst="roundRect">
            <a:avLst>
              <a:gd name="adj" fmla="val 13436980"/>
            </a:avLst>
          </a:prstGeom>
          <a:solidFill>
            <a:srgbClr val="B88E23"/>
          </a:solidFill>
          <a:ln/>
        </p:spPr>
        <p:txBody>
          <a:bodyPr/>
          <a:lstStyle/>
          <a:p>
            <a:endParaRPr lang="en-IN"/>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5390" y="2851190"/>
            <a:ext cx="306110" cy="306110"/>
          </a:xfrm>
          <a:prstGeom prst="rect">
            <a:avLst/>
          </a:prstGeom>
        </p:spPr>
      </p:pic>
      <p:sp>
        <p:nvSpPr>
          <p:cNvPr id="6" name="Text 3"/>
          <p:cNvSpPr/>
          <p:nvPr/>
        </p:nvSpPr>
        <p:spPr>
          <a:xfrm>
            <a:off x="1028224" y="3571399"/>
            <a:ext cx="3727490" cy="708660"/>
          </a:xfrm>
          <a:prstGeom prst="rect">
            <a:avLst/>
          </a:prstGeom>
          <a:noFill/>
          <a:ln/>
        </p:spPr>
        <p:txBody>
          <a:bodyPr wrap="squar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Transfer of Property Act, 1882 </a:t>
            </a:r>
            <a:endParaRPr lang="en-US" sz="2200" dirty="0"/>
          </a:p>
        </p:txBody>
      </p:sp>
      <p:sp>
        <p:nvSpPr>
          <p:cNvPr id="7" name="Shape 4"/>
          <p:cNvSpPr/>
          <p:nvPr/>
        </p:nvSpPr>
        <p:spPr>
          <a:xfrm>
            <a:off x="5216962" y="2429708"/>
            <a:ext cx="4196358" cy="2229445"/>
          </a:xfrm>
          <a:prstGeom prst="roundRect">
            <a:avLst>
              <a:gd name="adj" fmla="val 4273"/>
            </a:avLst>
          </a:prstGeom>
          <a:solidFill>
            <a:srgbClr val="F7EDD4"/>
          </a:solidFill>
          <a:ln w="7620">
            <a:solidFill>
              <a:srgbClr val="DDD3BA"/>
            </a:solidFill>
            <a:prstDash val="solid"/>
          </a:ln>
        </p:spPr>
        <p:txBody>
          <a:bodyPr/>
          <a:lstStyle/>
          <a:p>
            <a:endParaRPr lang="en-IN"/>
          </a:p>
        </p:txBody>
      </p:sp>
      <p:sp>
        <p:nvSpPr>
          <p:cNvPr id="8" name="Shape 5"/>
          <p:cNvSpPr/>
          <p:nvPr/>
        </p:nvSpPr>
        <p:spPr>
          <a:xfrm>
            <a:off x="5451396" y="2664143"/>
            <a:ext cx="680442" cy="680442"/>
          </a:xfrm>
          <a:prstGeom prst="roundRect">
            <a:avLst>
              <a:gd name="adj" fmla="val 13436980"/>
            </a:avLst>
          </a:prstGeom>
          <a:solidFill>
            <a:srgbClr val="B88E23"/>
          </a:solidFill>
          <a:ln/>
        </p:spPr>
        <p:txBody>
          <a:bodyPr/>
          <a:lstStyle/>
          <a:p>
            <a:endParaRPr lang="en-IN"/>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8562" y="2851190"/>
            <a:ext cx="306110" cy="306110"/>
          </a:xfrm>
          <a:prstGeom prst="rect">
            <a:avLst/>
          </a:prstGeom>
        </p:spPr>
      </p:pic>
      <p:sp>
        <p:nvSpPr>
          <p:cNvPr id="10" name="Text 6"/>
          <p:cNvSpPr/>
          <p:nvPr/>
        </p:nvSpPr>
        <p:spPr>
          <a:xfrm>
            <a:off x="5451396" y="3571399"/>
            <a:ext cx="3232428"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Registration Act, 1908</a:t>
            </a:r>
            <a:endParaRPr lang="en-US" sz="2200" dirty="0"/>
          </a:p>
        </p:txBody>
      </p:sp>
      <p:sp>
        <p:nvSpPr>
          <p:cNvPr id="11" name="Text 7"/>
          <p:cNvSpPr/>
          <p:nvPr/>
        </p:nvSpPr>
        <p:spPr>
          <a:xfrm>
            <a:off x="5451396" y="4061817"/>
            <a:ext cx="3727490"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2" name="Shape 8"/>
          <p:cNvSpPr/>
          <p:nvPr/>
        </p:nvSpPr>
        <p:spPr>
          <a:xfrm>
            <a:off x="9640133" y="2429708"/>
            <a:ext cx="4196358" cy="2229445"/>
          </a:xfrm>
          <a:prstGeom prst="roundRect">
            <a:avLst>
              <a:gd name="adj" fmla="val 4273"/>
            </a:avLst>
          </a:prstGeom>
          <a:solidFill>
            <a:srgbClr val="F7EDD4"/>
          </a:solidFill>
          <a:ln w="7620">
            <a:solidFill>
              <a:srgbClr val="DDD3BA"/>
            </a:solidFill>
            <a:prstDash val="solid"/>
          </a:ln>
        </p:spPr>
        <p:txBody>
          <a:bodyPr/>
          <a:lstStyle/>
          <a:p>
            <a:endParaRPr lang="en-IN"/>
          </a:p>
        </p:txBody>
      </p:sp>
      <p:sp>
        <p:nvSpPr>
          <p:cNvPr id="13" name="Shape 9"/>
          <p:cNvSpPr/>
          <p:nvPr/>
        </p:nvSpPr>
        <p:spPr>
          <a:xfrm>
            <a:off x="9874568" y="2664143"/>
            <a:ext cx="680442" cy="680442"/>
          </a:xfrm>
          <a:prstGeom prst="roundRect">
            <a:avLst>
              <a:gd name="adj" fmla="val 13436980"/>
            </a:avLst>
          </a:prstGeom>
          <a:solidFill>
            <a:srgbClr val="B88E23"/>
          </a:solidFill>
          <a:ln/>
        </p:spPr>
        <p:txBody>
          <a:bodyPr/>
          <a:lstStyle/>
          <a:p>
            <a:endParaRPr lang="en-IN"/>
          </a:p>
        </p:txBody>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61734" y="2851190"/>
            <a:ext cx="306110" cy="306110"/>
          </a:xfrm>
          <a:prstGeom prst="rect">
            <a:avLst/>
          </a:prstGeom>
        </p:spPr>
      </p:pic>
      <p:sp>
        <p:nvSpPr>
          <p:cNvPr id="15" name="Text 10"/>
          <p:cNvSpPr/>
          <p:nvPr/>
        </p:nvSpPr>
        <p:spPr>
          <a:xfrm>
            <a:off x="9874568" y="3571399"/>
            <a:ext cx="3430191"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Indian Stamp Act, 1899</a:t>
            </a:r>
            <a:endParaRPr lang="en-US" sz="2200" dirty="0"/>
          </a:p>
        </p:txBody>
      </p:sp>
      <p:sp>
        <p:nvSpPr>
          <p:cNvPr id="16" name="Text 11"/>
          <p:cNvSpPr/>
          <p:nvPr/>
        </p:nvSpPr>
        <p:spPr>
          <a:xfrm>
            <a:off x="9874568" y="4061817"/>
            <a:ext cx="3727490"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7" name="Shape 12"/>
          <p:cNvSpPr/>
          <p:nvPr/>
        </p:nvSpPr>
        <p:spPr>
          <a:xfrm>
            <a:off x="793790" y="4914305"/>
            <a:ext cx="6379607" cy="2047994"/>
          </a:xfrm>
          <a:prstGeom prst="roundRect">
            <a:avLst>
              <a:gd name="adj" fmla="val 4652"/>
            </a:avLst>
          </a:prstGeom>
          <a:solidFill>
            <a:srgbClr val="F7EDD4"/>
          </a:solidFill>
          <a:ln w="7620">
            <a:solidFill>
              <a:srgbClr val="FFD1A7"/>
            </a:solidFill>
            <a:prstDash val="solid"/>
          </a:ln>
        </p:spPr>
        <p:txBody>
          <a:bodyPr/>
          <a:lstStyle/>
          <a:p>
            <a:endParaRPr lang="en-IN"/>
          </a:p>
        </p:txBody>
      </p:sp>
      <p:sp>
        <p:nvSpPr>
          <p:cNvPr id="18" name="Shape 13"/>
          <p:cNvSpPr/>
          <p:nvPr/>
        </p:nvSpPr>
        <p:spPr>
          <a:xfrm>
            <a:off x="1028224" y="5269230"/>
            <a:ext cx="113348" cy="113348"/>
          </a:xfrm>
          <a:prstGeom prst="roundRect">
            <a:avLst>
              <a:gd name="adj" fmla="val 403360"/>
            </a:avLst>
          </a:prstGeom>
          <a:solidFill>
            <a:srgbClr val="FFD1A7"/>
          </a:solidFill>
          <a:ln/>
        </p:spPr>
        <p:txBody>
          <a:bodyPr/>
          <a:lstStyle/>
          <a:p>
            <a:endParaRPr lang="en-IN"/>
          </a:p>
        </p:txBody>
      </p:sp>
      <p:sp>
        <p:nvSpPr>
          <p:cNvPr id="19" name="Text 14"/>
          <p:cNvSpPr/>
          <p:nvPr/>
        </p:nvSpPr>
        <p:spPr>
          <a:xfrm>
            <a:off x="1368385" y="5148739"/>
            <a:ext cx="3199328"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Income Tax Act, 1961 </a:t>
            </a:r>
            <a:endParaRPr lang="en-US" sz="2200" dirty="0"/>
          </a:p>
        </p:txBody>
      </p:sp>
      <p:sp>
        <p:nvSpPr>
          <p:cNvPr id="20" name="Shape 15"/>
          <p:cNvSpPr/>
          <p:nvPr/>
        </p:nvSpPr>
        <p:spPr>
          <a:xfrm>
            <a:off x="7456884" y="4914305"/>
            <a:ext cx="6379726" cy="2047994"/>
          </a:xfrm>
          <a:prstGeom prst="roundRect">
            <a:avLst>
              <a:gd name="adj" fmla="val 4652"/>
            </a:avLst>
          </a:prstGeom>
          <a:solidFill>
            <a:srgbClr val="F7EDD4"/>
          </a:solidFill>
          <a:ln w="7620">
            <a:solidFill>
              <a:srgbClr val="DDD3BA"/>
            </a:solidFill>
            <a:prstDash val="solid"/>
          </a:ln>
        </p:spPr>
        <p:txBody>
          <a:bodyPr/>
          <a:lstStyle/>
          <a:p>
            <a:endParaRPr lang="en-IN"/>
          </a:p>
        </p:txBody>
      </p:sp>
      <p:sp>
        <p:nvSpPr>
          <p:cNvPr id="21" name="Shape 16"/>
          <p:cNvSpPr/>
          <p:nvPr/>
        </p:nvSpPr>
        <p:spPr>
          <a:xfrm>
            <a:off x="7691318" y="5269230"/>
            <a:ext cx="113348" cy="113348"/>
          </a:xfrm>
          <a:prstGeom prst="roundRect">
            <a:avLst>
              <a:gd name="adj" fmla="val 403360"/>
            </a:avLst>
          </a:prstGeom>
          <a:solidFill>
            <a:srgbClr val="B88E23"/>
          </a:solidFill>
          <a:ln/>
        </p:spPr>
        <p:txBody>
          <a:bodyPr/>
          <a:lstStyle/>
          <a:p>
            <a:endParaRPr lang="en-IN"/>
          </a:p>
        </p:txBody>
      </p:sp>
      <p:sp>
        <p:nvSpPr>
          <p:cNvPr id="22" name="Text 17"/>
          <p:cNvSpPr/>
          <p:nvPr/>
        </p:nvSpPr>
        <p:spPr>
          <a:xfrm>
            <a:off x="8031480" y="514873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Personal Laws</a:t>
            </a:r>
            <a:endParaRPr lang="en-US" sz="2200" dirty="0"/>
          </a:p>
        </p:txBody>
      </p:sp>
      <p:sp>
        <p:nvSpPr>
          <p:cNvPr id="23" name="Text 18"/>
          <p:cNvSpPr/>
          <p:nvPr/>
        </p:nvSpPr>
        <p:spPr>
          <a:xfrm>
            <a:off x="8031480" y="5639157"/>
            <a:ext cx="5570696" cy="1088708"/>
          </a:xfrm>
          <a:prstGeom prst="rect">
            <a:avLst/>
          </a:prstGeom>
          <a:noFill/>
          <a:ln/>
        </p:spPr>
        <p:txBody>
          <a:bodyPr wrap="squar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Includes specific provisions for gifts under community-specific laws, such as the Hindu Succession Act and Muslim Personal Law (Hiba).</a:t>
            </a:r>
            <a:endParaRPr lang="en-US" sz="1750" dirty="0"/>
          </a:p>
        </p:txBody>
      </p:sp>
      <mc:AlternateContent xmlns:mc="http://schemas.openxmlformats.org/markup-compatibility/2006" xmlns:p14="http://schemas.microsoft.com/office/powerpoint/2010/main">
        <mc:Choice Requires="p14">
          <p:contentPart p14:bwMode="auto" r:id="rId9">
            <p14:nvContentPartPr>
              <p14:cNvPr id="26" name="Ink 25">
                <a:extLst>
                  <a:ext uri="{FF2B5EF4-FFF2-40B4-BE49-F238E27FC236}">
                    <a16:creationId xmlns:a16="http://schemas.microsoft.com/office/drawing/2014/main" id="{5EA877ED-6999-FBB2-3E7E-AE0C561323F9}"/>
                  </a:ext>
                </a:extLst>
              </p14:cNvPr>
              <p14:cNvContentPartPr/>
              <p14:nvPr/>
            </p14:nvContentPartPr>
            <p14:xfrm>
              <a:off x="12992316" y="7910556"/>
              <a:ext cx="1382760" cy="53280"/>
            </p14:xfrm>
          </p:contentPart>
        </mc:Choice>
        <mc:Fallback xmlns="">
          <p:pic>
            <p:nvPicPr>
              <p:cNvPr id="26" name="Ink 25">
                <a:extLst>
                  <a:ext uri="{FF2B5EF4-FFF2-40B4-BE49-F238E27FC236}">
                    <a16:creationId xmlns:a16="http://schemas.microsoft.com/office/drawing/2014/main" id="{5EA877ED-6999-FBB2-3E7E-AE0C561323F9}"/>
                  </a:ext>
                </a:extLst>
              </p:cNvPr>
              <p:cNvPicPr/>
              <p:nvPr/>
            </p:nvPicPr>
            <p:blipFill>
              <a:blip r:embed="rId10"/>
              <a:stretch>
                <a:fillRect/>
              </a:stretch>
            </p:blipFill>
            <p:spPr>
              <a:xfrm>
                <a:off x="12929300" y="-1360164"/>
                <a:ext cx="1508433" cy="1864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9" name="Ink 28">
                <a:extLst>
                  <a:ext uri="{FF2B5EF4-FFF2-40B4-BE49-F238E27FC236}">
                    <a16:creationId xmlns:a16="http://schemas.microsoft.com/office/drawing/2014/main" id="{8C25863D-9BE2-749F-22FC-0A357B79F97C}"/>
                  </a:ext>
                </a:extLst>
              </p14:cNvPr>
              <p14:cNvContentPartPr/>
              <p14:nvPr/>
            </p14:nvContentPartPr>
            <p14:xfrm>
              <a:off x="12862356" y="7504836"/>
              <a:ext cx="1405080" cy="381600"/>
            </p14:xfrm>
          </p:contentPart>
        </mc:Choice>
        <mc:Fallback xmlns="">
          <p:pic>
            <p:nvPicPr>
              <p:cNvPr id="29" name="Ink 28">
                <a:extLst>
                  <a:ext uri="{FF2B5EF4-FFF2-40B4-BE49-F238E27FC236}">
                    <a16:creationId xmlns:a16="http://schemas.microsoft.com/office/drawing/2014/main" id="{8C25863D-9BE2-749F-22FC-0A357B79F97C}"/>
                  </a:ext>
                </a:extLst>
              </p:cNvPr>
              <p:cNvPicPr/>
              <p:nvPr/>
            </p:nvPicPr>
            <p:blipFill>
              <a:blip r:embed="rId12"/>
              <a:stretch>
                <a:fillRect/>
              </a:stretch>
            </p:blipFill>
            <p:spPr>
              <a:xfrm>
                <a:off x="12799716" y="7442196"/>
                <a:ext cx="1530720" cy="507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0" name="Ink 29">
                <a:extLst>
                  <a:ext uri="{FF2B5EF4-FFF2-40B4-BE49-F238E27FC236}">
                    <a16:creationId xmlns:a16="http://schemas.microsoft.com/office/drawing/2014/main" id="{BBC8AD1C-5672-F208-635E-0E3D48871D51}"/>
                  </a:ext>
                </a:extLst>
              </p14:cNvPr>
              <p14:cNvContentPartPr/>
              <p14:nvPr/>
            </p14:nvContentPartPr>
            <p14:xfrm>
              <a:off x="12895836" y="7601676"/>
              <a:ext cx="1483560" cy="447480"/>
            </p14:xfrm>
          </p:contentPart>
        </mc:Choice>
        <mc:Fallback xmlns="">
          <p:pic>
            <p:nvPicPr>
              <p:cNvPr id="30" name="Ink 29">
                <a:extLst>
                  <a:ext uri="{FF2B5EF4-FFF2-40B4-BE49-F238E27FC236}">
                    <a16:creationId xmlns:a16="http://schemas.microsoft.com/office/drawing/2014/main" id="{BBC8AD1C-5672-F208-635E-0E3D48871D51}"/>
                  </a:ext>
                </a:extLst>
              </p:cNvPr>
              <p:cNvPicPr/>
              <p:nvPr/>
            </p:nvPicPr>
            <p:blipFill>
              <a:blip r:embed="rId14"/>
              <a:stretch>
                <a:fillRect/>
              </a:stretch>
            </p:blipFill>
            <p:spPr>
              <a:xfrm>
                <a:off x="12833196" y="7538676"/>
                <a:ext cx="1609200" cy="573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1" name="Ink 30">
                <a:extLst>
                  <a:ext uri="{FF2B5EF4-FFF2-40B4-BE49-F238E27FC236}">
                    <a16:creationId xmlns:a16="http://schemas.microsoft.com/office/drawing/2014/main" id="{E10EB906-C06C-BE1B-9BDA-5E8F9DEDB5A3}"/>
                  </a:ext>
                </a:extLst>
              </p14:cNvPr>
              <p14:cNvContentPartPr/>
              <p14:nvPr/>
            </p14:nvContentPartPr>
            <p14:xfrm>
              <a:off x="13000236" y="7388556"/>
              <a:ext cx="862560" cy="309600"/>
            </p14:xfrm>
          </p:contentPart>
        </mc:Choice>
        <mc:Fallback xmlns="">
          <p:pic>
            <p:nvPicPr>
              <p:cNvPr id="31" name="Ink 30">
                <a:extLst>
                  <a:ext uri="{FF2B5EF4-FFF2-40B4-BE49-F238E27FC236}">
                    <a16:creationId xmlns:a16="http://schemas.microsoft.com/office/drawing/2014/main" id="{E10EB906-C06C-BE1B-9BDA-5E8F9DEDB5A3}"/>
                  </a:ext>
                </a:extLst>
              </p:cNvPr>
              <p:cNvPicPr/>
              <p:nvPr/>
            </p:nvPicPr>
            <p:blipFill>
              <a:blip r:embed="rId16"/>
              <a:stretch>
                <a:fillRect/>
              </a:stretch>
            </p:blipFill>
            <p:spPr>
              <a:xfrm>
                <a:off x="12937596" y="7325916"/>
                <a:ext cx="98820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3" name="Ink 32">
                <a:extLst>
                  <a:ext uri="{FF2B5EF4-FFF2-40B4-BE49-F238E27FC236}">
                    <a16:creationId xmlns:a16="http://schemas.microsoft.com/office/drawing/2014/main" id="{FB4A2EE3-A7EC-D1D9-F1DA-86E6131F6222}"/>
                  </a:ext>
                </a:extLst>
              </p14:cNvPr>
              <p14:cNvContentPartPr/>
              <p14:nvPr/>
            </p14:nvContentPartPr>
            <p14:xfrm>
              <a:off x="13629876" y="7771236"/>
              <a:ext cx="831960" cy="352800"/>
            </p14:xfrm>
          </p:contentPart>
        </mc:Choice>
        <mc:Fallback xmlns="">
          <p:pic>
            <p:nvPicPr>
              <p:cNvPr id="33" name="Ink 32">
                <a:extLst>
                  <a:ext uri="{FF2B5EF4-FFF2-40B4-BE49-F238E27FC236}">
                    <a16:creationId xmlns:a16="http://schemas.microsoft.com/office/drawing/2014/main" id="{FB4A2EE3-A7EC-D1D9-F1DA-86E6131F6222}"/>
                  </a:ext>
                </a:extLst>
              </p:cNvPr>
              <p:cNvPicPr/>
              <p:nvPr/>
            </p:nvPicPr>
            <p:blipFill>
              <a:blip r:embed="rId18"/>
              <a:stretch>
                <a:fillRect/>
              </a:stretch>
            </p:blipFill>
            <p:spPr>
              <a:xfrm>
                <a:off x="13567236" y="7708596"/>
                <a:ext cx="957600" cy="478440"/>
              </a:xfrm>
              <a:prstGeom prst="rect">
                <a:avLst/>
              </a:prstGeom>
            </p:spPr>
          </p:pic>
        </mc:Fallback>
      </mc:AlternateContent>
      <p:sp>
        <p:nvSpPr>
          <p:cNvPr id="35" name="TextBox 34">
            <a:extLst>
              <a:ext uri="{FF2B5EF4-FFF2-40B4-BE49-F238E27FC236}">
                <a16:creationId xmlns:a16="http://schemas.microsoft.com/office/drawing/2014/main" id="{FAAD6C1C-9710-EA00-6E42-EB2EF897CD53}"/>
              </a:ext>
            </a:extLst>
          </p:cNvPr>
          <p:cNvSpPr txBox="1"/>
          <p:nvPr/>
        </p:nvSpPr>
        <p:spPr>
          <a:xfrm>
            <a:off x="12155858" y="7710292"/>
            <a:ext cx="2818076"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1862"/>
          </a:xfrm>
          <a:prstGeom prst="rect">
            <a:avLst/>
          </a:prstGeom>
        </p:spPr>
      </p:pic>
      <p:sp>
        <p:nvSpPr>
          <p:cNvPr id="3" name="Shape 0"/>
          <p:cNvSpPr/>
          <p:nvPr/>
        </p:nvSpPr>
        <p:spPr>
          <a:xfrm>
            <a:off x="0" y="0"/>
            <a:ext cx="14630400" cy="8231862"/>
          </a:xfrm>
          <a:prstGeom prst="rect">
            <a:avLst/>
          </a:prstGeom>
          <a:solidFill>
            <a:srgbClr val="FFFDFA">
              <a:alpha val="85000"/>
            </a:srgbClr>
          </a:solidFill>
          <a:ln/>
        </p:spPr>
        <p:txBody>
          <a:bodyPr/>
          <a:lstStyle/>
          <a:p>
            <a:endParaRPr lang="en-IN"/>
          </a:p>
        </p:txBody>
      </p:sp>
      <p:sp>
        <p:nvSpPr>
          <p:cNvPr id="4" name="Text 1"/>
          <p:cNvSpPr/>
          <p:nvPr/>
        </p:nvSpPr>
        <p:spPr>
          <a:xfrm>
            <a:off x="572453" y="449818"/>
            <a:ext cx="6930628" cy="511135"/>
          </a:xfrm>
          <a:prstGeom prst="rect">
            <a:avLst/>
          </a:prstGeom>
          <a:noFill/>
          <a:ln/>
        </p:spPr>
        <p:txBody>
          <a:bodyPr wrap="none" lIns="0" tIns="0" rIns="0" bIns="0" rtlCol="0" anchor="t"/>
          <a:lstStyle/>
          <a:p>
            <a:pPr marL="0" indent="0" algn="l">
              <a:lnSpc>
                <a:spcPts val="4000"/>
              </a:lnSpc>
              <a:buNone/>
            </a:pPr>
            <a:r>
              <a:rPr lang="en-US" sz="3200" b="1" dirty="0">
                <a:solidFill>
                  <a:srgbClr val="910D0D"/>
                </a:solidFill>
                <a:latin typeface="Libre Baskerville" pitchFamily="34" charset="0"/>
                <a:ea typeface="Libre Baskerville" pitchFamily="34" charset="-122"/>
                <a:cs typeface="Libre Baskerville" pitchFamily="34" charset="-120"/>
              </a:rPr>
              <a:t>Essential Conditions for Validity</a:t>
            </a:r>
            <a:endParaRPr lang="en-US" sz="3200" dirty="0"/>
          </a:p>
        </p:txBody>
      </p:sp>
      <p:sp>
        <p:nvSpPr>
          <p:cNvPr id="5" name="Shape 2"/>
          <p:cNvSpPr/>
          <p:nvPr/>
        </p:nvSpPr>
        <p:spPr>
          <a:xfrm>
            <a:off x="7303770" y="1206222"/>
            <a:ext cx="22860" cy="6575822"/>
          </a:xfrm>
          <a:prstGeom prst="roundRect">
            <a:avLst>
              <a:gd name="adj" fmla="val 300538"/>
            </a:avLst>
          </a:prstGeom>
          <a:solidFill>
            <a:srgbClr val="FF5D5D"/>
          </a:solidFill>
          <a:ln/>
        </p:spPr>
        <p:txBody>
          <a:bodyPr/>
          <a:lstStyle/>
          <a:p>
            <a:endParaRPr lang="en-IN"/>
          </a:p>
        </p:txBody>
      </p:sp>
      <p:sp>
        <p:nvSpPr>
          <p:cNvPr id="6" name="Shape 3"/>
          <p:cNvSpPr/>
          <p:nvPr/>
        </p:nvSpPr>
        <p:spPr>
          <a:xfrm>
            <a:off x="7253883" y="1328857"/>
            <a:ext cx="122634" cy="122634"/>
          </a:xfrm>
          <a:prstGeom prst="roundRect">
            <a:avLst>
              <a:gd name="adj" fmla="val 372817"/>
            </a:avLst>
          </a:prstGeom>
          <a:solidFill>
            <a:srgbClr val="F44444"/>
          </a:solidFill>
          <a:ln/>
        </p:spPr>
        <p:txBody>
          <a:bodyPr/>
          <a:lstStyle/>
          <a:p>
            <a:endParaRPr lang="en-IN"/>
          </a:p>
        </p:txBody>
      </p:sp>
      <p:sp>
        <p:nvSpPr>
          <p:cNvPr id="7" name="Text 4"/>
          <p:cNvSpPr/>
          <p:nvPr/>
        </p:nvSpPr>
        <p:spPr>
          <a:xfrm>
            <a:off x="4376380" y="1262420"/>
            <a:ext cx="2489002" cy="255508"/>
          </a:xfrm>
          <a:prstGeom prst="rect">
            <a:avLst/>
          </a:prstGeom>
          <a:noFill/>
          <a:ln/>
        </p:spPr>
        <p:txBody>
          <a:bodyPr wrap="none" lIns="0" tIns="0" rIns="0" bIns="0" rtlCol="0" anchor="t"/>
          <a:lstStyle/>
          <a:p>
            <a:pPr marL="0" indent="0" algn="r">
              <a:lnSpc>
                <a:spcPts val="2000"/>
              </a:lnSpc>
              <a:buNone/>
            </a:pPr>
            <a:r>
              <a:rPr lang="en-US" sz="1600" b="1" dirty="0">
                <a:solidFill>
                  <a:srgbClr val="454240"/>
                </a:solidFill>
                <a:latin typeface="Libre Baskerville" pitchFamily="34" charset="0"/>
                <a:ea typeface="Libre Baskerville" pitchFamily="34" charset="-122"/>
                <a:cs typeface="Libre Baskerville" pitchFamily="34" charset="-120"/>
              </a:rPr>
              <a:t>Donor must be a major</a:t>
            </a:r>
            <a:endParaRPr lang="en-US" sz="1600" dirty="0"/>
          </a:p>
        </p:txBody>
      </p:sp>
      <p:sp>
        <p:nvSpPr>
          <p:cNvPr id="8" name="Shape 5"/>
          <p:cNvSpPr/>
          <p:nvPr/>
        </p:nvSpPr>
        <p:spPr>
          <a:xfrm>
            <a:off x="7253883" y="2310170"/>
            <a:ext cx="122634" cy="122634"/>
          </a:xfrm>
          <a:prstGeom prst="roundRect">
            <a:avLst>
              <a:gd name="adj" fmla="val 372817"/>
            </a:avLst>
          </a:prstGeom>
          <a:solidFill>
            <a:srgbClr val="F44444"/>
          </a:solidFill>
          <a:ln/>
        </p:spPr>
        <p:txBody>
          <a:bodyPr/>
          <a:lstStyle/>
          <a:p>
            <a:endParaRPr lang="en-IN"/>
          </a:p>
        </p:txBody>
      </p:sp>
      <p:sp>
        <p:nvSpPr>
          <p:cNvPr id="9" name="Text 6"/>
          <p:cNvSpPr/>
          <p:nvPr/>
        </p:nvSpPr>
        <p:spPr>
          <a:xfrm>
            <a:off x="7765018" y="2243733"/>
            <a:ext cx="2933462" cy="255508"/>
          </a:xfrm>
          <a:prstGeom prst="rect">
            <a:avLst/>
          </a:prstGeom>
          <a:noFill/>
          <a:ln/>
        </p:spPr>
        <p:txBody>
          <a:bodyPr wrap="none" lIns="0" tIns="0" rIns="0" bIns="0" rtlCol="0" anchor="t"/>
          <a:lstStyle/>
          <a:p>
            <a:pPr marL="0" indent="0" algn="l">
              <a:lnSpc>
                <a:spcPts val="2000"/>
              </a:lnSpc>
              <a:buNone/>
            </a:pPr>
            <a:r>
              <a:rPr lang="en-US" sz="1600" b="1" dirty="0">
                <a:solidFill>
                  <a:srgbClr val="454240"/>
                </a:solidFill>
                <a:latin typeface="Libre Baskerville" pitchFamily="34" charset="0"/>
                <a:ea typeface="Libre Baskerville" pitchFamily="34" charset="-122"/>
                <a:cs typeface="Libre Baskerville" pitchFamily="34" charset="-120"/>
              </a:rPr>
              <a:t>Free and voluntary consent</a:t>
            </a:r>
            <a:endParaRPr lang="en-US" sz="1600" dirty="0"/>
          </a:p>
        </p:txBody>
      </p:sp>
      <p:sp>
        <p:nvSpPr>
          <p:cNvPr id="10" name="Shape 7"/>
          <p:cNvSpPr/>
          <p:nvPr/>
        </p:nvSpPr>
        <p:spPr>
          <a:xfrm>
            <a:off x="7253883" y="3156109"/>
            <a:ext cx="122634" cy="122634"/>
          </a:xfrm>
          <a:prstGeom prst="roundRect">
            <a:avLst>
              <a:gd name="adj" fmla="val 372817"/>
            </a:avLst>
          </a:prstGeom>
          <a:solidFill>
            <a:srgbClr val="F44444"/>
          </a:solidFill>
          <a:ln/>
        </p:spPr>
        <p:txBody>
          <a:bodyPr/>
          <a:lstStyle/>
          <a:p>
            <a:endParaRPr lang="en-IN"/>
          </a:p>
        </p:txBody>
      </p:sp>
      <p:sp>
        <p:nvSpPr>
          <p:cNvPr id="11" name="Text 8"/>
          <p:cNvSpPr/>
          <p:nvPr/>
        </p:nvSpPr>
        <p:spPr>
          <a:xfrm>
            <a:off x="4820722" y="3089672"/>
            <a:ext cx="2044660" cy="255508"/>
          </a:xfrm>
          <a:prstGeom prst="rect">
            <a:avLst/>
          </a:prstGeom>
          <a:noFill/>
          <a:ln/>
        </p:spPr>
        <p:txBody>
          <a:bodyPr wrap="none" lIns="0" tIns="0" rIns="0" bIns="0" rtlCol="0" anchor="t"/>
          <a:lstStyle/>
          <a:p>
            <a:pPr marL="0" indent="0" algn="r">
              <a:lnSpc>
                <a:spcPts val="2000"/>
              </a:lnSpc>
              <a:buNone/>
            </a:pPr>
            <a:r>
              <a:rPr lang="en-US" sz="1600" b="1" dirty="0">
                <a:solidFill>
                  <a:srgbClr val="454240"/>
                </a:solidFill>
                <a:latin typeface="Libre Baskerville" pitchFamily="34" charset="0"/>
                <a:ea typeface="Libre Baskerville" pitchFamily="34" charset="-122"/>
                <a:cs typeface="Libre Baskerville" pitchFamily="34" charset="-120"/>
              </a:rPr>
              <a:t>No Consideration</a:t>
            </a:r>
            <a:endParaRPr lang="en-US" sz="1600" dirty="0"/>
          </a:p>
        </p:txBody>
      </p:sp>
      <p:sp>
        <p:nvSpPr>
          <p:cNvPr id="12" name="Shape 9"/>
          <p:cNvSpPr/>
          <p:nvPr/>
        </p:nvSpPr>
        <p:spPr>
          <a:xfrm>
            <a:off x="7253883" y="4002048"/>
            <a:ext cx="122634" cy="122634"/>
          </a:xfrm>
          <a:prstGeom prst="roundRect">
            <a:avLst>
              <a:gd name="adj" fmla="val 372817"/>
            </a:avLst>
          </a:prstGeom>
          <a:solidFill>
            <a:srgbClr val="F44444"/>
          </a:solidFill>
          <a:ln/>
        </p:spPr>
        <p:txBody>
          <a:bodyPr/>
          <a:lstStyle/>
          <a:p>
            <a:endParaRPr lang="en-IN"/>
          </a:p>
        </p:txBody>
      </p:sp>
      <p:sp>
        <p:nvSpPr>
          <p:cNvPr id="13" name="Text 10"/>
          <p:cNvSpPr/>
          <p:nvPr/>
        </p:nvSpPr>
        <p:spPr>
          <a:xfrm>
            <a:off x="7765018" y="3935611"/>
            <a:ext cx="2312194" cy="255508"/>
          </a:xfrm>
          <a:prstGeom prst="rect">
            <a:avLst/>
          </a:prstGeom>
          <a:noFill/>
          <a:ln/>
        </p:spPr>
        <p:txBody>
          <a:bodyPr wrap="none" lIns="0" tIns="0" rIns="0" bIns="0" rtlCol="0" anchor="t"/>
          <a:lstStyle/>
          <a:p>
            <a:pPr marL="0" indent="0" algn="l">
              <a:lnSpc>
                <a:spcPts val="2000"/>
              </a:lnSpc>
              <a:buNone/>
            </a:pPr>
            <a:r>
              <a:rPr lang="en-US" sz="1600" b="1" dirty="0">
                <a:solidFill>
                  <a:srgbClr val="454240"/>
                </a:solidFill>
                <a:latin typeface="Libre Baskerville" pitchFamily="34" charset="0"/>
                <a:ea typeface="Libre Baskerville" pitchFamily="34" charset="-122"/>
                <a:cs typeface="Libre Baskerville" pitchFamily="34" charset="-120"/>
              </a:rPr>
              <a:t>Acceptance by Donee</a:t>
            </a:r>
            <a:endParaRPr lang="en-US" sz="1600" dirty="0"/>
          </a:p>
        </p:txBody>
      </p:sp>
      <p:sp>
        <p:nvSpPr>
          <p:cNvPr id="14" name="Shape 11"/>
          <p:cNvSpPr/>
          <p:nvPr/>
        </p:nvSpPr>
        <p:spPr>
          <a:xfrm>
            <a:off x="7253883" y="4847987"/>
            <a:ext cx="122634" cy="122634"/>
          </a:xfrm>
          <a:prstGeom prst="roundRect">
            <a:avLst>
              <a:gd name="adj" fmla="val 372817"/>
            </a:avLst>
          </a:prstGeom>
          <a:solidFill>
            <a:srgbClr val="F44444"/>
          </a:solidFill>
          <a:ln/>
        </p:spPr>
        <p:txBody>
          <a:bodyPr/>
          <a:lstStyle/>
          <a:p>
            <a:endParaRPr lang="en-IN"/>
          </a:p>
        </p:txBody>
      </p:sp>
      <p:sp>
        <p:nvSpPr>
          <p:cNvPr id="15" name="Text 12"/>
          <p:cNvSpPr/>
          <p:nvPr/>
        </p:nvSpPr>
        <p:spPr>
          <a:xfrm>
            <a:off x="4764762" y="4781550"/>
            <a:ext cx="2100620" cy="255508"/>
          </a:xfrm>
          <a:prstGeom prst="rect">
            <a:avLst/>
          </a:prstGeom>
          <a:noFill/>
          <a:ln/>
        </p:spPr>
        <p:txBody>
          <a:bodyPr wrap="none" lIns="0" tIns="0" rIns="0" bIns="0" rtlCol="0" anchor="t"/>
          <a:lstStyle/>
          <a:p>
            <a:pPr marL="0" indent="0" algn="r">
              <a:lnSpc>
                <a:spcPts val="2000"/>
              </a:lnSpc>
              <a:buNone/>
            </a:pPr>
            <a:r>
              <a:rPr lang="en-US" sz="1600" b="1" dirty="0">
                <a:solidFill>
                  <a:srgbClr val="454240"/>
                </a:solidFill>
                <a:latin typeface="Libre Baskerville" pitchFamily="34" charset="0"/>
                <a:ea typeface="Libre Baskerville" pitchFamily="34" charset="-122"/>
                <a:cs typeface="Libre Baskerville" pitchFamily="34" charset="-120"/>
              </a:rPr>
              <a:t>Property must exist</a:t>
            </a:r>
            <a:endParaRPr lang="en-US" sz="1600" dirty="0"/>
          </a:p>
        </p:txBody>
      </p:sp>
      <p:sp>
        <p:nvSpPr>
          <p:cNvPr id="16" name="Shape 13"/>
          <p:cNvSpPr/>
          <p:nvPr/>
        </p:nvSpPr>
        <p:spPr>
          <a:xfrm>
            <a:off x="7253883" y="5693926"/>
            <a:ext cx="122634" cy="122634"/>
          </a:xfrm>
          <a:prstGeom prst="roundRect">
            <a:avLst>
              <a:gd name="adj" fmla="val 372817"/>
            </a:avLst>
          </a:prstGeom>
          <a:solidFill>
            <a:srgbClr val="F44444"/>
          </a:solidFill>
          <a:ln/>
        </p:spPr>
        <p:txBody>
          <a:bodyPr/>
          <a:lstStyle/>
          <a:p>
            <a:endParaRPr lang="en-IN"/>
          </a:p>
        </p:txBody>
      </p:sp>
      <p:sp>
        <p:nvSpPr>
          <p:cNvPr id="17" name="Text 14"/>
          <p:cNvSpPr/>
          <p:nvPr/>
        </p:nvSpPr>
        <p:spPr>
          <a:xfrm>
            <a:off x="7765018" y="5627489"/>
            <a:ext cx="2981087" cy="255508"/>
          </a:xfrm>
          <a:prstGeom prst="rect">
            <a:avLst/>
          </a:prstGeom>
          <a:noFill/>
          <a:ln/>
        </p:spPr>
        <p:txBody>
          <a:bodyPr wrap="none" lIns="0" tIns="0" rIns="0" bIns="0" rtlCol="0" anchor="t"/>
          <a:lstStyle/>
          <a:p>
            <a:pPr marL="0" indent="0" algn="l">
              <a:lnSpc>
                <a:spcPts val="2000"/>
              </a:lnSpc>
              <a:buNone/>
            </a:pPr>
            <a:r>
              <a:rPr lang="en-US" sz="1600" b="1" dirty="0">
                <a:solidFill>
                  <a:srgbClr val="454240"/>
                </a:solidFill>
                <a:latin typeface="Libre Baskerville" pitchFamily="34" charset="0"/>
                <a:ea typeface="Libre Baskerville" pitchFamily="34" charset="-122"/>
                <a:cs typeface="Libre Baskerville" pitchFamily="34" charset="-120"/>
              </a:rPr>
              <a:t>Attestation by two witnesses</a:t>
            </a:r>
            <a:endParaRPr lang="en-US" sz="1600" dirty="0"/>
          </a:p>
        </p:txBody>
      </p:sp>
      <p:sp>
        <p:nvSpPr>
          <p:cNvPr id="18" name="Shape 15"/>
          <p:cNvSpPr/>
          <p:nvPr/>
        </p:nvSpPr>
        <p:spPr>
          <a:xfrm>
            <a:off x="7253883" y="6539865"/>
            <a:ext cx="122634" cy="122634"/>
          </a:xfrm>
          <a:prstGeom prst="roundRect">
            <a:avLst>
              <a:gd name="adj" fmla="val 372817"/>
            </a:avLst>
          </a:prstGeom>
          <a:solidFill>
            <a:srgbClr val="F44444"/>
          </a:solidFill>
          <a:ln/>
        </p:spPr>
        <p:txBody>
          <a:bodyPr/>
          <a:lstStyle/>
          <a:p>
            <a:endParaRPr lang="en-IN"/>
          </a:p>
        </p:txBody>
      </p:sp>
      <p:sp>
        <p:nvSpPr>
          <p:cNvPr id="19" name="Text 16"/>
          <p:cNvSpPr/>
          <p:nvPr/>
        </p:nvSpPr>
        <p:spPr>
          <a:xfrm>
            <a:off x="1896904" y="6473428"/>
            <a:ext cx="4968478" cy="255508"/>
          </a:xfrm>
          <a:prstGeom prst="rect">
            <a:avLst/>
          </a:prstGeom>
          <a:noFill/>
          <a:ln/>
        </p:spPr>
        <p:txBody>
          <a:bodyPr wrap="none" lIns="0" tIns="0" rIns="0" bIns="0" rtlCol="0" anchor="t"/>
          <a:lstStyle/>
          <a:p>
            <a:pPr marL="0" indent="0" algn="r">
              <a:lnSpc>
                <a:spcPts val="2000"/>
              </a:lnSpc>
              <a:buNone/>
            </a:pPr>
            <a:r>
              <a:rPr lang="en-US" sz="1600" b="1" dirty="0">
                <a:solidFill>
                  <a:srgbClr val="454240"/>
                </a:solidFill>
                <a:latin typeface="Libre Baskerville" pitchFamily="34" charset="0"/>
                <a:ea typeface="Libre Baskerville" pitchFamily="34" charset="-122"/>
                <a:cs typeface="Libre Baskerville" pitchFamily="34" charset="-120"/>
              </a:rPr>
              <a:t>Registration required for immovable property</a:t>
            </a:r>
            <a:endParaRPr lang="en-US" sz="1600" dirty="0"/>
          </a:p>
        </p:txBody>
      </p:sp>
      <p:sp>
        <p:nvSpPr>
          <p:cNvPr id="20" name="TextBox 19">
            <a:extLst>
              <a:ext uri="{FF2B5EF4-FFF2-40B4-BE49-F238E27FC236}">
                <a16:creationId xmlns:a16="http://schemas.microsoft.com/office/drawing/2014/main" id="{46DF6377-3170-55AF-E3B0-3AABAD9DF24A}"/>
              </a:ext>
            </a:extLst>
          </p:cNvPr>
          <p:cNvSpPr txBox="1"/>
          <p:nvPr/>
        </p:nvSpPr>
        <p:spPr>
          <a:xfrm>
            <a:off x="12190214" y="7782044"/>
            <a:ext cx="265938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0426" y="432435"/>
            <a:ext cx="7909679" cy="491371"/>
          </a:xfrm>
          <a:prstGeom prst="rect">
            <a:avLst/>
          </a:prstGeom>
          <a:noFill/>
          <a:ln/>
        </p:spPr>
        <p:txBody>
          <a:bodyPr wrap="none" lIns="0" tIns="0" rIns="0" bIns="0" rtlCol="0" anchor="t"/>
          <a:lstStyle/>
          <a:p>
            <a:pPr marL="0" indent="0" algn="l">
              <a:lnSpc>
                <a:spcPts val="3850"/>
              </a:lnSpc>
              <a:buNone/>
            </a:pPr>
            <a:r>
              <a:rPr lang="en-US" sz="3050" b="1" dirty="0">
                <a:solidFill>
                  <a:srgbClr val="5C4E3D"/>
                </a:solidFill>
                <a:latin typeface="Libre Baskerville" pitchFamily="34" charset="0"/>
                <a:ea typeface="Libre Baskerville" pitchFamily="34" charset="-122"/>
                <a:cs typeface="Libre Baskerville" pitchFamily="34" charset="-120"/>
              </a:rPr>
              <a:t>Types of Properties that can be Gifted </a:t>
            </a:r>
            <a:endParaRPr lang="en-US" sz="3050" dirty="0"/>
          </a:p>
        </p:txBody>
      </p:sp>
      <p:sp>
        <p:nvSpPr>
          <p:cNvPr id="3" name="Text 1"/>
          <p:cNvSpPr/>
          <p:nvPr/>
        </p:nvSpPr>
        <p:spPr>
          <a:xfrm>
            <a:off x="731884" y="980576"/>
            <a:ext cx="2359104" cy="294799"/>
          </a:xfrm>
          <a:prstGeom prst="rect">
            <a:avLst/>
          </a:prstGeom>
          <a:noFill/>
          <a:ln/>
        </p:spPr>
        <p:txBody>
          <a:bodyPr wrap="none" lIns="0" tIns="0" rIns="0" bIns="0" rtlCol="0" anchor="t"/>
          <a:lstStyle/>
          <a:p>
            <a:pPr marL="0" indent="0" algn="l">
              <a:lnSpc>
                <a:spcPts val="2300"/>
              </a:lnSpc>
              <a:buNone/>
            </a:pPr>
            <a:r>
              <a:rPr lang="en-US" sz="1850" b="1" dirty="0">
                <a:solidFill>
                  <a:srgbClr val="5C4E3D"/>
                </a:solidFill>
                <a:latin typeface="Libre Baskerville" pitchFamily="34" charset="0"/>
                <a:ea typeface="Libre Baskerville" pitchFamily="34" charset="-122"/>
                <a:cs typeface="Libre Baskerville" pitchFamily="34" charset="-120"/>
              </a:rPr>
              <a:t>Movable Property</a:t>
            </a:r>
            <a:endParaRPr lang="en-US" sz="1850" dirty="0"/>
          </a:p>
        </p:txBody>
      </p:sp>
      <p:pic>
        <p:nvPicPr>
          <p:cNvPr id="4" name="Image 0" descr="preencoded.png"/>
          <p:cNvPicPr>
            <a:picLocks noChangeAspect="1"/>
          </p:cNvPicPr>
          <p:nvPr/>
        </p:nvPicPr>
        <p:blipFill>
          <a:blip r:embed="rId3"/>
          <a:stretch>
            <a:fillRect/>
          </a:stretch>
        </p:blipFill>
        <p:spPr>
          <a:xfrm>
            <a:off x="458377" y="1788556"/>
            <a:ext cx="6665013" cy="6441044"/>
          </a:xfrm>
          <a:prstGeom prst="rect">
            <a:avLst/>
          </a:prstGeom>
        </p:spPr>
      </p:pic>
      <p:sp>
        <p:nvSpPr>
          <p:cNvPr id="5" name="Text 2"/>
          <p:cNvSpPr/>
          <p:nvPr/>
        </p:nvSpPr>
        <p:spPr>
          <a:xfrm>
            <a:off x="350572" y="1356182"/>
            <a:ext cx="6572964" cy="359628"/>
          </a:xfrm>
          <a:prstGeom prst="rect">
            <a:avLst/>
          </a:prstGeom>
          <a:noFill/>
          <a:ln/>
        </p:spPr>
        <p:txBody>
          <a:bodyPr wrap="none" lIns="0" tIns="0" rIns="0" bIns="0" rtlCol="0" anchor="t"/>
          <a:lstStyle/>
          <a:p>
            <a:pPr marL="342900" indent="-342900" algn="l">
              <a:lnSpc>
                <a:spcPts val="1950"/>
              </a:lnSpc>
              <a:buSzPct val="100000"/>
              <a:buChar char="•"/>
            </a:pPr>
            <a:r>
              <a:rPr lang="en-US" sz="1200" b="1" dirty="0">
                <a:solidFill>
                  <a:srgbClr val="454240"/>
                </a:solidFill>
                <a:latin typeface="DM Sans" pitchFamily="34" charset="0"/>
                <a:ea typeface="DM Sans" pitchFamily="34" charset="-122"/>
                <a:cs typeface="DM Sans" pitchFamily="34" charset="-120"/>
              </a:rPr>
              <a:t>Includes: jewellery, vehicles, shares, cash </a:t>
            </a:r>
            <a:endParaRPr lang="en-US" sz="1200" dirty="0"/>
          </a:p>
        </p:txBody>
      </p:sp>
      <p:sp>
        <p:nvSpPr>
          <p:cNvPr id="6" name="Text 3"/>
          <p:cNvSpPr/>
          <p:nvPr/>
        </p:nvSpPr>
        <p:spPr>
          <a:xfrm>
            <a:off x="350572" y="1536978"/>
            <a:ext cx="6572964" cy="251579"/>
          </a:xfrm>
          <a:prstGeom prst="rect">
            <a:avLst/>
          </a:prstGeom>
          <a:noFill/>
          <a:ln/>
        </p:spPr>
        <p:txBody>
          <a:bodyPr wrap="none" lIns="0" tIns="0" rIns="0" bIns="0" rtlCol="0" anchor="t"/>
          <a:lstStyle/>
          <a:p>
            <a:pPr marL="342900" indent="-342900" algn="l">
              <a:lnSpc>
                <a:spcPts val="1950"/>
              </a:lnSpc>
              <a:buSzPct val="100000"/>
              <a:buChar char="•"/>
            </a:pPr>
            <a:r>
              <a:rPr lang="en-US" sz="1200" b="1" dirty="0">
                <a:solidFill>
                  <a:srgbClr val="454240"/>
                </a:solidFill>
                <a:latin typeface="DM Sans" pitchFamily="34" charset="0"/>
                <a:ea typeface="DM Sans" pitchFamily="34" charset="-122"/>
                <a:cs typeface="DM Sans" pitchFamily="34" charset="-120"/>
              </a:rPr>
              <a:t>Registration not mandatory but advisable. </a:t>
            </a:r>
            <a:endParaRPr lang="en-US" sz="1200" dirty="0"/>
          </a:p>
        </p:txBody>
      </p:sp>
      <p:sp>
        <p:nvSpPr>
          <p:cNvPr id="7" name="Text 4"/>
          <p:cNvSpPr/>
          <p:nvPr/>
        </p:nvSpPr>
        <p:spPr>
          <a:xfrm>
            <a:off x="7586469" y="969155"/>
            <a:ext cx="2599015" cy="294799"/>
          </a:xfrm>
          <a:prstGeom prst="rect">
            <a:avLst/>
          </a:prstGeom>
          <a:noFill/>
          <a:ln/>
        </p:spPr>
        <p:txBody>
          <a:bodyPr wrap="none" lIns="0" tIns="0" rIns="0" bIns="0" rtlCol="0" anchor="t"/>
          <a:lstStyle/>
          <a:p>
            <a:pPr marL="0" indent="0" algn="l">
              <a:lnSpc>
                <a:spcPts val="2300"/>
              </a:lnSpc>
              <a:buNone/>
            </a:pPr>
            <a:r>
              <a:rPr lang="en-US" sz="1850" b="1" dirty="0">
                <a:solidFill>
                  <a:srgbClr val="5C4E3D"/>
                </a:solidFill>
                <a:latin typeface="Libre Baskerville" pitchFamily="34" charset="0"/>
                <a:ea typeface="Libre Baskerville" pitchFamily="34" charset="-122"/>
                <a:cs typeface="Libre Baskerville" pitchFamily="34" charset="-120"/>
              </a:rPr>
              <a:t>Immovable Property</a:t>
            </a:r>
            <a:endParaRPr lang="en-US" sz="1850" dirty="0"/>
          </a:p>
        </p:txBody>
      </p:sp>
      <p:pic>
        <p:nvPicPr>
          <p:cNvPr id="8" name="Image 1" descr="preencoded.png"/>
          <p:cNvPicPr>
            <a:picLocks noChangeAspect="1"/>
          </p:cNvPicPr>
          <p:nvPr/>
        </p:nvPicPr>
        <p:blipFill>
          <a:blip r:embed="rId4"/>
          <a:stretch>
            <a:fillRect/>
          </a:stretch>
        </p:blipFill>
        <p:spPr>
          <a:xfrm>
            <a:off x="7315200" y="1770243"/>
            <a:ext cx="6743580" cy="6481501"/>
          </a:xfrm>
          <a:prstGeom prst="rect">
            <a:avLst/>
          </a:prstGeom>
        </p:spPr>
      </p:pic>
      <p:sp>
        <p:nvSpPr>
          <p:cNvPr id="9" name="Text 5"/>
          <p:cNvSpPr/>
          <p:nvPr/>
        </p:nvSpPr>
        <p:spPr>
          <a:xfrm>
            <a:off x="7325552" y="1243910"/>
            <a:ext cx="6572964" cy="251579"/>
          </a:xfrm>
          <a:prstGeom prst="rect">
            <a:avLst/>
          </a:prstGeom>
          <a:noFill/>
          <a:ln/>
        </p:spPr>
        <p:txBody>
          <a:bodyPr wrap="none" lIns="0" tIns="0" rIns="0" bIns="0" rtlCol="0" anchor="t"/>
          <a:lstStyle/>
          <a:p>
            <a:pPr marL="342900" indent="-342900" algn="l">
              <a:lnSpc>
                <a:spcPts val="1950"/>
              </a:lnSpc>
              <a:buSzPct val="100000"/>
              <a:buChar char="•"/>
            </a:pPr>
            <a:r>
              <a:rPr lang="en-US" sz="1200" b="1" dirty="0">
                <a:solidFill>
                  <a:srgbClr val="454240"/>
                </a:solidFill>
                <a:latin typeface="DM Sans" pitchFamily="34" charset="0"/>
                <a:ea typeface="DM Sans" pitchFamily="34" charset="-122"/>
                <a:cs typeface="DM Sans" pitchFamily="34" charset="-120"/>
              </a:rPr>
              <a:t>Includes: land, buildings, flats, </a:t>
            </a:r>
            <a:endParaRPr lang="en-US" sz="1200" dirty="0"/>
          </a:p>
        </p:txBody>
      </p:sp>
      <p:sp>
        <p:nvSpPr>
          <p:cNvPr id="10" name="Text 6"/>
          <p:cNvSpPr/>
          <p:nvPr/>
        </p:nvSpPr>
        <p:spPr>
          <a:xfrm>
            <a:off x="7325552" y="1414580"/>
            <a:ext cx="6572964" cy="251579"/>
          </a:xfrm>
          <a:prstGeom prst="rect">
            <a:avLst/>
          </a:prstGeom>
          <a:noFill/>
          <a:ln/>
        </p:spPr>
        <p:txBody>
          <a:bodyPr wrap="none" lIns="0" tIns="0" rIns="0" bIns="0" rtlCol="0" anchor="t"/>
          <a:lstStyle/>
          <a:p>
            <a:pPr marL="342900" indent="-342900" algn="l">
              <a:lnSpc>
                <a:spcPts val="1950"/>
              </a:lnSpc>
              <a:buSzPct val="100000"/>
              <a:buChar char="•"/>
            </a:pPr>
            <a:r>
              <a:rPr lang="en-US" sz="1200" b="1" dirty="0">
                <a:solidFill>
                  <a:srgbClr val="454240"/>
                </a:solidFill>
                <a:latin typeface="DM Sans" pitchFamily="34" charset="0"/>
                <a:ea typeface="DM Sans" pitchFamily="34" charset="-122"/>
                <a:cs typeface="DM Sans" pitchFamily="34" charset="-120"/>
              </a:rPr>
              <a:t>Registration mandatory </a:t>
            </a:r>
            <a:endParaRPr lang="en-US" sz="1200" dirty="0"/>
          </a:p>
        </p:txBody>
      </p:sp>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9750B7D3-681E-99FD-1AFB-F24F93F1B2F1}"/>
                  </a:ext>
                </a:extLst>
              </p14:cNvPr>
              <p14:cNvContentPartPr/>
              <p14:nvPr/>
            </p14:nvContentPartPr>
            <p14:xfrm>
              <a:off x="14401860" y="7797680"/>
              <a:ext cx="50760" cy="343080"/>
            </p14:xfrm>
          </p:contentPart>
        </mc:Choice>
        <mc:Fallback xmlns="">
          <p:pic>
            <p:nvPicPr>
              <p:cNvPr id="15" name="Ink 14">
                <a:extLst>
                  <a:ext uri="{FF2B5EF4-FFF2-40B4-BE49-F238E27FC236}">
                    <a16:creationId xmlns:a16="http://schemas.microsoft.com/office/drawing/2014/main" id="{9750B7D3-681E-99FD-1AFB-F24F93F1B2F1}"/>
                  </a:ext>
                </a:extLst>
              </p:cNvPr>
              <p:cNvPicPr/>
              <p:nvPr/>
            </p:nvPicPr>
            <p:blipFill>
              <a:blip r:embed="rId6"/>
              <a:stretch>
                <a:fillRect/>
              </a:stretch>
            </p:blipFill>
            <p:spPr>
              <a:xfrm>
                <a:off x="14338860" y="7734680"/>
                <a:ext cx="176400" cy="468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6" name="Ink 25">
                <a:extLst>
                  <a:ext uri="{FF2B5EF4-FFF2-40B4-BE49-F238E27FC236}">
                    <a16:creationId xmlns:a16="http://schemas.microsoft.com/office/drawing/2014/main" id="{C5F7DE55-B572-567D-0337-6F5858C6878F}"/>
                  </a:ext>
                </a:extLst>
              </p14:cNvPr>
              <p14:cNvContentPartPr/>
              <p14:nvPr/>
            </p14:nvContentPartPr>
            <p14:xfrm>
              <a:off x="12960636" y="6336980"/>
              <a:ext cx="360" cy="360"/>
            </p14:xfrm>
          </p:contentPart>
        </mc:Choice>
        <mc:Fallback xmlns="">
          <p:pic>
            <p:nvPicPr>
              <p:cNvPr id="26" name="Ink 25">
                <a:extLst>
                  <a:ext uri="{FF2B5EF4-FFF2-40B4-BE49-F238E27FC236}">
                    <a16:creationId xmlns:a16="http://schemas.microsoft.com/office/drawing/2014/main" id="{C5F7DE55-B572-567D-0337-6F5858C6878F}"/>
                  </a:ext>
                </a:extLst>
              </p:cNvPr>
              <p:cNvPicPr/>
              <p:nvPr/>
            </p:nvPicPr>
            <p:blipFill>
              <a:blip r:embed="rId8"/>
              <a:stretch>
                <a:fillRect/>
              </a:stretch>
            </p:blipFill>
            <p:spPr>
              <a:xfrm>
                <a:off x="12924636" y="630098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1" name="Ink 30">
                <a:extLst>
                  <a:ext uri="{FF2B5EF4-FFF2-40B4-BE49-F238E27FC236}">
                    <a16:creationId xmlns:a16="http://schemas.microsoft.com/office/drawing/2014/main" id="{565B3183-F858-4E36-42DF-312AD2BDDD34}"/>
                  </a:ext>
                </a:extLst>
              </p14:cNvPr>
              <p14:cNvContentPartPr/>
              <p14:nvPr/>
            </p14:nvContentPartPr>
            <p14:xfrm>
              <a:off x="14151876" y="7867775"/>
              <a:ext cx="202320" cy="181080"/>
            </p14:xfrm>
          </p:contentPart>
        </mc:Choice>
        <mc:Fallback xmlns="">
          <p:pic>
            <p:nvPicPr>
              <p:cNvPr id="31" name="Ink 30">
                <a:extLst>
                  <a:ext uri="{FF2B5EF4-FFF2-40B4-BE49-F238E27FC236}">
                    <a16:creationId xmlns:a16="http://schemas.microsoft.com/office/drawing/2014/main" id="{565B3183-F858-4E36-42DF-312AD2BDDD34}"/>
                  </a:ext>
                </a:extLst>
              </p:cNvPr>
              <p:cNvPicPr/>
              <p:nvPr/>
            </p:nvPicPr>
            <p:blipFill>
              <a:blip r:embed="rId10"/>
              <a:stretch>
                <a:fillRect/>
              </a:stretch>
            </p:blipFill>
            <p:spPr>
              <a:xfrm>
                <a:off x="14115876" y="7832135"/>
                <a:ext cx="27396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2" name="Ink 31">
                <a:extLst>
                  <a:ext uri="{FF2B5EF4-FFF2-40B4-BE49-F238E27FC236}">
                    <a16:creationId xmlns:a16="http://schemas.microsoft.com/office/drawing/2014/main" id="{E296C048-BDAC-EDC4-52CD-271CDC47655D}"/>
                  </a:ext>
                </a:extLst>
              </p14:cNvPr>
              <p14:cNvContentPartPr/>
              <p14:nvPr/>
            </p14:nvContentPartPr>
            <p14:xfrm>
              <a:off x="14130276" y="7570055"/>
              <a:ext cx="159840" cy="510840"/>
            </p14:xfrm>
          </p:contentPart>
        </mc:Choice>
        <mc:Fallback xmlns="">
          <p:pic>
            <p:nvPicPr>
              <p:cNvPr id="32" name="Ink 31">
                <a:extLst>
                  <a:ext uri="{FF2B5EF4-FFF2-40B4-BE49-F238E27FC236}">
                    <a16:creationId xmlns:a16="http://schemas.microsoft.com/office/drawing/2014/main" id="{E296C048-BDAC-EDC4-52CD-271CDC47655D}"/>
                  </a:ext>
                </a:extLst>
              </p:cNvPr>
              <p:cNvPicPr/>
              <p:nvPr/>
            </p:nvPicPr>
            <p:blipFill>
              <a:blip r:embed="rId12"/>
              <a:stretch>
                <a:fillRect/>
              </a:stretch>
            </p:blipFill>
            <p:spPr>
              <a:xfrm>
                <a:off x="14094276" y="7534055"/>
                <a:ext cx="231480" cy="582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2" name="Ink 41">
                <a:extLst>
                  <a:ext uri="{FF2B5EF4-FFF2-40B4-BE49-F238E27FC236}">
                    <a16:creationId xmlns:a16="http://schemas.microsoft.com/office/drawing/2014/main" id="{7949D61D-EDB9-70C3-31D8-D9A4A770AEDC}"/>
                  </a:ext>
                </a:extLst>
              </p14:cNvPr>
              <p14:cNvContentPartPr/>
              <p14:nvPr/>
            </p14:nvContentPartPr>
            <p14:xfrm>
              <a:off x="14151516" y="7676975"/>
              <a:ext cx="106560" cy="170280"/>
            </p14:xfrm>
          </p:contentPart>
        </mc:Choice>
        <mc:Fallback xmlns="">
          <p:pic>
            <p:nvPicPr>
              <p:cNvPr id="42" name="Ink 41">
                <a:extLst>
                  <a:ext uri="{FF2B5EF4-FFF2-40B4-BE49-F238E27FC236}">
                    <a16:creationId xmlns:a16="http://schemas.microsoft.com/office/drawing/2014/main" id="{7949D61D-EDB9-70C3-31D8-D9A4A770AEDC}"/>
                  </a:ext>
                </a:extLst>
              </p:cNvPr>
              <p:cNvPicPr/>
              <p:nvPr/>
            </p:nvPicPr>
            <p:blipFill>
              <a:blip r:embed="rId14"/>
              <a:stretch>
                <a:fillRect/>
              </a:stretch>
            </p:blipFill>
            <p:spPr>
              <a:xfrm>
                <a:off x="14115876" y="7641335"/>
                <a:ext cx="178200" cy="241920"/>
              </a:xfrm>
              <a:prstGeom prst="rect">
                <a:avLst/>
              </a:prstGeom>
            </p:spPr>
          </p:pic>
        </mc:Fallback>
      </mc:AlternateContent>
      <p:grpSp>
        <p:nvGrpSpPr>
          <p:cNvPr id="50" name="Group 49">
            <a:extLst>
              <a:ext uri="{FF2B5EF4-FFF2-40B4-BE49-F238E27FC236}">
                <a16:creationId xmlns:a16="http://schemas.microsoft.com/office/drawing/2014/main" id="{3742C5A3-FD27-0D9A-3249-38C83412AEE4}"/>
              </a:ext>
            </a:extLst>
          </p:cNvPr>
          <p:cNvGrpSpPr/>
          <p:nvPr/>
        </p:nvGrpSpPr>
        <p:grpSpPr>
          <a:xfrm>
            <a:off x="14129916" y="7293215"/>
            <a:ext cx="395640" cy="873360"/>
            <a:chOff x="14129916" y="7293215"/>
            <a:chExt cx="395640" cy="873360"/>
          </a:xfrm>
        </p:grpSpPr>
        <mc:AlternateContent xmlns:mc="http://schemas.openxmlformats.org/markup-compatibility/2006" xmlns:p14="http://schemas.microsoft.com/office/powerpoint/2010/main">
          <mc:Choice Requires="p14">
            <p:contentPart p14:bwMode="auto" r:id="rId15">
              <p14:nvContentPartPr>
                <p14:cNvPr id="36" name="Ink 35">
                  <a:extLst>
                    <a:ext uri="{FF2B5EF4-FFF2-40B4-BE49-F238E27FC236}">
                      <a16:creationId xmlns:a16="http://schemas.microsoft.com/office/drawing/2014/main" id="{9ECE4DE5-9ECE-AF12-A8F8-A6B0A0DDFA71}"/>
                    </a:ext>
                  </a:extLst>
                </p14:cNvPr>
                <p14:cNvContentPartPr/>
                <p14:nvPr/>
              </p14:nvContentPartPr>
              <p14:xfrm>
                <a:off x="14129916" y="7772015"/>
                <a:ext cx="150480" cy="315360"/>
              </p14:xfrm>
            </p:contentPart>
          </mc:Choice>
          <mc:Fallback xmlns="">
            <p:pic>
              <p:nvPicPr>
                <p:cNvPr id="36" name="Ink 35">
                  <a:extLst>
                    <a:ext uri="{FF2B5EF4-FFF2-40B4-BE49-F238E27FC236}">
                      <a16:creationId xmlns:a16="http://schemas.microsoft.com/office/drawing/2014/main" id="{9ECE4DE5-9ECE-AF12-A8F8-A6B0A0DDFA71}"/>
                    </a:ext>
                  </a:extLst>
                </p:cNvPr>
                <p:cNvPicPr/>
                <p:nvPr/>
              </p:nvPicPr>
              <p:blipFill>
                <a:blip r:embed="rId16"/>
                <a:stretch>
                  <a:fillRect/>
                </a:stretch>
              </p:blipFill>
              <p:spPr>
                <a:xfrm>
                  <a:off x="14094276" y="7736375"/>
                  <a:ext cx="22212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7" name="Ink 36">
                  <a:extLst>
                    <a:ext uri="{FF2B5EF4-FFF2-40B4-BE49-F238E27FC236}">
                      <a16:creationId xmlns:a16="http://schemas.microsoft.com/office/drawing/2014/main" id="{B16172E2-CE9E-1A91-00BA-BCB5000A6998}"/>
                    </a:ext>
                  </a:extLst>
                </p14:cNvPr>
                <p14:cNvContentPartPr/>
                <p14:nvPr/>
              </p14:nvContentPartPr>
              <p14:xfrm>
                <a:off x="14225316" y="7814855"/>
                <a:ext cx="43560" cy="351720"/>
              </p14:xfrm>
            </p:contentPart>
          </mc:Choice>
          <mc:Fallback xmlns="">
            <p:pic>
              <p:nvPicPr>
                <p:cNvPr id="37" name="Ink 36">
                  <a:extLst>
                    <a:ext uri="{FF2B5EF4-FFF2-40B4-BE49-F238E27FC236}">
                      <a16:creationId xmlns:a16="http://schemas.microsoft.com/office/drawing/2014/main" id="{B16172E2-CE9E-1A91-00BA-BCB5000A6998}"/>
                    </a:ext>
                  </a:extLst>
                </p:cNvPr>
                <p:cNvPicPr/>
                <p:nvPr/>
              </p:nvPicPr>
              <p:blipFill>
                <a:blip r:embed="rId18"/>
                <a:stretch>
                  <a:fillRect/>
                </a:stretch>
              </p:blipFill>
              <p:spPr>
                <a:xfrm>
                  <a:off x="14189676" y="7778855"/>
                  <a:ext cx="11520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7" name="Ink 46">
                  <a:extLst>
                    <a:ext uri="{FF2B5EF4-FFF2-40B4-BE49-F238E27FC236}">
                      <a16:creationId xmlns:a16="http://schemas.microsoft.com/office/drawing/2014/main" id="{23F2139E-2BF4-2AA9-598C-7549B27C128C}"/>
                    </a:ext>
                  </a:extLst>
                </p14:cNvPr>
                <p14:cNvContentPartPr/>
                <p14:nvPr/>
              </p14:nvContentPartPr>
              <p14:xfrm>
                <a:off x="14130276" y="7293215"/>
                <a:ext cx="395280" cy="806760"/>
              </p14:xfrm>
            </p:contentPart>
          </mc:Choice>
          <mc:Fallback xmlns="">
            <p:pic>
              <p:nvPicPr>
                <p:cNvPr id="47" name="Ink 46">
                  <a:extLst>
                    <a:ext uri="{FF2B5EF4-FFF2-40B4-BE49-F238E27FC236}">
                      <a16:creationId xmlns:a16="http://schemas.microsoft.com/office/drawing/2014/main" id="{23F2139E-2BF4-2AA9-598C-7549B27C128C}"/>
                    </a:ext>
                  </a:extLst>
                </p:cNvPr>
                <p:cNvPicPr/>
                <p:nvPr/>
              </p:nvPicPr>
              <p:blipFill>
                <a:blip r:embed="rId20"/>
                <a:stretch>
                  <a:fillRect/>
                </a:stretch>
              </p:blipFill>
              <p:spPr>
                <a:xfrm>
                  <a:off x="14067276" y="7230215"/>
                  <a:ext cx="520920" cy="932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9" name="Ink 48">
                  <a:extLst>
                    <a:ext uri="{FF2B5EF4-FFF2-40B4-BE49-F238E27FC236}">
                      <a16:creationId xmlns:a16="http://schemas.microsoft.com/office/drawing/2014/main" id="{970D0E96-1832-B112-09E5-1F0B7744DABE}"/>
                    </a:ext>
                  </a:extLst>
                </p14:cNvPr>
                <p14:cNvContentPartPr/>
                <p14:nvPr/>
              </p14:nvContentPartPr>
              <p14:xfrm>
                <a:off x="14385516" y="7630895"/>
                <a:ext cx="360" cy="386280"/>
              </p14:xfrm>
            </p:contentPart>
          </mc:Choice>
          <mc:Fallback xmlns="">
            <p:pic>
              <p:nvPicPr>
                <p:cNvPr id="49" name="Ink 48">
                  <a:extLst>
                    <a:ext uri="{FF2B5EF4-FFF2-40B4-BE49-F238E27FC236}">
                      <a16:creationId xmlns:a16="http://schemas.microsoft.com/office/drawing/2014/main" id="{970D0E96-1832-B112-09E5-1F0B7744DABE}"/>
                    </a:ext>
                  </a:extLst>
                </p:cNvPr>
                <p:cNvPicPr/>
                <p:nvPr/>
              </p:nvPicPr>
              <p:blipFill>
                <a:blip r:embed="rId22"/>
                <a:stretch>
                  <a:fillRect/>
                </a:stretch>
              </p:blipFill>
              <p:spPr>
                <a:xfrm>
                  <a:off x="14322876" y="7568255"/>
                  <a:ext cx="126000" cy="511920"/>
                </a:xfrm>
                <a:prstGeom prst="rect">
                  <a:avLst/>
                </a:prstGeom>
              </p:spPr>
            </p:pic>
          </mc:Fallback>
        </mc:AlternateContent>
      </p:grpSp>
      <p:sp>
        <p:nvSpPr>
          <p:cNvPr id="51" name="TextBox 50">
            <a:extLst>
              <a:ext uri="{FF2B5EF4-FFF2-40B4-BE49-F238E27FC236}">
                <a16:creationId xmlns:a16="http://schemas.microsoft.com/office/drawing/2014/main" id="{57E37E4E-8A72-D6D4-FE8D-0E90C4CD3165}"/>
              </a:ext>
            </a:extLst>
          </p:cNvPr>
          <p:cNvSpPr txBox="1"/>
          <p:nvPr/>
        </p:nvSpPr>
        <p:spPr>
          <a:xfrm>
            <a:off x="12103820" y="7797680"/>
            <a:ext cx="2802396"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1155" y="527328"/>
            <a:ext cx="5882164" cy="599123"/>
          </a:xfrm>
          <a:prstGeom prst="rect">
            <a:avLst/>
          </a:prstGeom>
          <a:noFill/>
          <a:ln/>
        </p:spPr>
        <p:txBody>
          <a:bodyPr wrap="none" lIns="0" tIns="0" rIns="0" bIns="0" rtlCol="0" anchor="t"/>
          <a:lstStyle/>
          <a:p>
            <a:pPr marL="0" indent="0" algn="l">
              <a:lnSpc>
                <a:spcPts val="4700"/>
              </a:lnSpc>
              <a:buNone/>
            </a:pPr>
            <a:r>
              <a:rPr lang="en-US" sz="3750" b="1" dirty="0">
                <a:solidFill>
                  <a:srgbClr val="910D0D"/>
                </a:solidFill>
                <a:latin typeface="Libre Baskerville" pitchFamily="34" charset="0"/>
                <a:ea typeface="Libre Baskerville" pitchFamily="34" charset="-122"/>
                <a:cs typeface="Libre Baskerville" pitchFamily="34" charset="-120"/>
              </a:rPr>
              <a:t>Irrevocability Principle</a:t>
            </a:r>
            <a:endParaRPr lang="en-US" sz="3750" dirty="0"/>
          </a:p>
        </p:txBody>
      </p:sp>
      <p:sp>
        <p:nvSpPr>
          <p:cNvPr id="3" name="Shape 1"/>
          <p:cNvSpPr/>
          <p:nvPr/>
        </p:nvSpPr>
        <p:spPr>
          <a:xfrm>
            <a:off x="671155" y="1509951"/>
            <a:ext cx="13288089" cy="1764149"/>
          </a:xfrm>
          <a:prstGeom prst="roundRect">
            <a:avLst>
              <a:gd name="adj" fmla="val 6220"/>
            </a:avLst>
          </a:prstGeom>
          <a:solidFill>
            <a:srgbClr val="FFFDFA"/>
          </a:solidFill>
          <a:ln w="22860">
            <a:solidFill>
              <a:srgbClr val="DDD3BA"/>
            </a:solidFill>
            <a:prstDash val="solid"/>
          </a:ln>
        </p:spPr>
        <p:txBody>
          <a:bodyPr/>
          <a:lstStyle/>
          <a:p>
            <a:endParaRPr lang="en-IN"/>
          </a:p>
        </p:txBody>
      </p:sp>
      <p:sp>
        <p:nvSpPr>
          <p:cNvPr id="4" name="Shape 2"/>
          <p:cNvSpPr/>
          <p:nvPr/>
        </p:nvSpPr>
        <p:spPr>
          <a:xfrm>
            <a:off x="648295" y="1509951"/>
            <a:ext cx="91440" cy="1764149"/>
          </a:xfrm>
          <a:prstGeom prst="roundRect">
            <a:avLst>
              <a:gd name="adj" fmla="val 88078"/>
            </a:avLst>
          </a:prstGeom>
          <a:solidFill>
            <a:srgbClr val="B88E23"/>
          </a:solidFill>
          <a:ln/>
        </p:spPr>
        <p:txBody>
          <a:bodyPr/>
          <a:lstStyle/>
          <a:p>
            <a:endParaRPr lang="en-IN"/>
          </a:p>
        </p:txBody>
      </p:sp>
      <p:sp>
        <p:nvSpPr>
          <p:cNvPr id="5" name="Text 3"/>
          <p:cNvSpPr/>
          <p:nvPr/>
        </p:nvSpPr>
        <p:spPr>
          <a:xfrm>
            <a:off x="954286" y="1724501"/>
            <a:ext cx="2396966" cy="299561"/>
          </a:xfrm>
          <a:prstGeom prst="rect">
            <a:avLst/>
          </a:prstGeom>
          <a:noFill/>
          <a:ln/>
        </p:spPr>
        <p:txBody>
          <a:bodyPr wrap="none" lIns="0" tIns="0" rIns="0" bIns="0" rtlCol="0" anchor="t"/>
          <a:lstStyle/>
          <a:p>
            <a:pPr marL="0" indent="0" algn="l">
              <a:lnSpc>
                <a:spcPts val="2350"/>
              </a:lnSpc>
              <a:buNone/>
            </a:pPr>
            <a:r>
              <a:rPr lang="en-US" sz="1850" b="1" dirty="0">
                <a:solidFill>
                  <a:srgbClr val="454240"/>
                </a:solidFill>
                <a:latin typeface="Libre Baskerville" pitchFamily="34" charset="0"/>
                <a:ea typeface="Libre Baskerville" pitchFamily="34" charset="-122"/>
                <a:cs typeface="Libre Baskerville" pitchFamily="34" charset="-120"/>
              </a:rPr>
              <a:t>General Rule</a:t>
            </a:r>
            <a:endParaRPr lang="en-US" sz="1850" dirty="0"/>
          </a:p>
        </p:txBody>
      </p:sp>
      <p:sp>
        <p:nvSpPr>
          <p:cNvPr id="6" name="Text 4"/>
          <p:cNvSpPr/>
          <p:nvPr/>
        </p:nvSpPr>
        <p:spPr>
          <a:xfrm>
            <a:off x="954286" y="2139077"/>
            <a:ext cx="12790408" cy="920472"/>
          </a:xfrm>
          <a:prstGeom prst="rect">
            <a:avLst/>
          </a:prstGeom>
          <a:noFill/>
          <a:ln/>
        </p:spPr>
        <p:txBody>
          <a:bodyPr wrap="squar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Once a gift deed is properly executed, accepted, and registered, it becomes irrevocable and irreversible. The Donor cannot unilaterally reclaim the property, even if circumstances change or relationships deteriorate. This finality protects the Donee's rights and ensures transaction certainty.</a:t>
            </a:r>
            <a:endParaRPr lang="en-US" sz="1500" dirty="0"/>
          </a:p>
        </p:txBody>
      </p:sp>
      <p:sp>
        <p:nvSpPr>
          <p:cNvPr id="7" name="Text 5"/>
          <p:cNvSpPr/>
          <p:nvPr/>
        </p:nvSpPr>
        <p:spPr>
          <a:xfrm>
            <a:off x="671155" y="3561636"/>
            <a:ext cx="6462713" cy="359569"/>
          </a:xfrm>
          <a:prstGeom prst="rect">
            <a:avLst/>
          </a:prstGeom>
          <a:noFill/>
          <a:ln/>
        </p:spPr>
        <p:txBody>
          <a:bodyPr wrap="none" lIns="0" tIns="0" rIns="0" bIns="0" rtlCol="0" anchor="t"/>
          <a:lstStyle/>
          <a:p>
            <a:pPr marL="0" indent="0" algn="l">
              <a:lnSpc>
                <a:spcPts val="2800"/>
              </a:lnSpc>
              <a:buNone/>
            </a:pPr>
            <a:r>
              <a:rPr lang="en-US" sz="2250" b="1" dirty="0">
                <a:solidFill>
                  <a:srgbClr val="5C4E3D"/>
                </a:solidFill>
                <a:latin typeface="Libre Baskerville" pitchFamily="34" charset="0"/>
                <a:ea typeface="Libre Baskerville" pitchFamily="34" charset="-122"/>
                <a:cs typeface="Libre Baskerville" pitchFamily="34" charset="-120"/>
              </a:rPr>
              <a:t>Limited Exceptions Permitting Revocation</a:t>
            </a:r>
            <a:endParaRPr lang="en-US" sz="2250" dirty="0"/>
          </a:p>
        </p:txBody>
      </p:sp>
      <p:pic>
        <p:nvPicPr>
          <p:cNvPr id="8" name="Image 0" descr="preencoded.png"/>
          <p:cNvPicPr>
            <a:picLocks noChangeAspect="1"/>
          </p:cNvPicPr>
          <p:nvPr/>
        </p:nvPicPr>
        <p:blipFill>
          <a:blip r:embed="rId3"/>
          <a:stretch>
            <a:fillRect/>
          </a:stretch>
        </p:blipFill>
        <p:spPr>
          <a:xfrm>
            <a:off x="671155" y="4208740"/>
            <a:ext cx="4429363" cy="767001"/>
          </a:xfrm>
          <a:prstGeom prst="rect">
            <a:avLst/>
          </a:prstGeom>
        </p:spPr>
      </p:pic>
      <p:sp>
        <p:nvSpPr>
          <p:cNvPr id="9" name="Text 6"/>
          <p:cNvSpPr/>
          <p:nvPr/>
        </p:nvSpPr>
        <p:spPr>
          <a:xfrm>
            <a:off x="862846" y="5167432"/>
            <a:ext cx="2396966" cy="299561"/>
          </a:xfrm>
          <a:prstGeom prst="rect">
            <a:avLst/>
          </a:prstGeom>
          <a:noFill/>
          <a:ln/>
        </p:spPr>
        <p:txBody>
          <a:bodyPr wrap="none" lIns="0" tIns="0" rIns="0" bIns="0" rtlCol="0" anchor="t"/>
          <a:lstStyle/>
          <a:p>
            <a:pPr marL="0" indent="0" algn="l">
              <a:lnSpc>
                <a:spcPts val="2350"/>
              </a:lnSpc>
              <a:buNone/>
            </a:pPr>
            <a:r>
              <a:rPr lang="en-US" sz="1850" b="1" dirty="0">
                <a:solidFill>
                  <a:srgbClr val="454240"/>
                </a:solidFill>
                <a:latin typeface="Libre Baskerville" pitchFamily="34" charset="0"/>
                <a:ea typeface="Libre Baskerville" pitchFamily="34" charset="-122"/>
                <a:cs typeface="Libre Baskerville" pitchFamily="34" charset="-120"/>
              </a:rPr>
              <a:t>Mutual Consent </a:t>
            </a:r>
            <a:endParaRPr lang="en-US" sz="1850" dirty="0"/>
          </a:p>
        </p:txBody>
      </p:sp>
      <p:pic>
        <p:nvPicPr>
          <p:cNvPr id="10" name="Image 1" descr="preencoded.png"/>
          <p:cNvPicPr>
            <a:picLocks noChangeAspect="1"/>
          </p:cNvPicPr>
          <p:nvPr/>
        </p:nvPicPr>
        <p:blipFill>
          <a:blip r:embed="rId4"/>
          <a:stretch>
            <a:fillRect/>
          </a:stretch>
        </p:blipFill>
        <p:spPr>
          <a:xfrm>
            <a:off x="5100518" y="4208740"/>
            <a:ext cx="4429363" cy="767001"/>
          </a:xfrm>
          <a:prstGeom prst="rect">
            <a:avLst/>
          </a:prstGeom>
        </p:spPr>
      </p:pic>
      <p:sp>
        <p:nvSpPr>
          <p:cNvPr id="11" name="Text 7"/>
          <p:cNvSpPr/>
          <p:nvPr/>
        </p:nvSpPr>
        <p:spPr>
          <a:xfrm>
            <a:off x="5292209" y="5167432"/>
            <a:ext cx="4045982" cy="599123"/>
          </a:xfrm>
          <a:prstGeom prst="rect">
            <a:avLst/>
          </a:prstGeom>
          <a:noFill/>
          <a:ln/>
        </p:spPr>
        <p:txBody>
          <a:bodyPr wrap="square" lIns="0" tIns="0" rIns="0" bIns="0" rtlCol="0" anchor="t"/>
          <a:lstStyle/>
          <a:p>
            <a:pPr marL="0" indent="0" algn="l">
              <a:lnSpc>
                <a:spcPts val="2350"/>
              </a:lnSpc>
              <a:buNone/>
            </a:pPr>
            <a:r>
              <a:rPr lang="en-US" sz="1850" b="1" dirty="0">
                <a:solidFill>
                  <a:srgbClr val="454240"/>
                </a:solidFill>
                <a:latin typeface="Libre Baskerville" pitchFamily="34" charset="0"/>
                <a:ea typeface="Libre Baskerville" pitchFamily="34" charset="-122"/>
                <a:cs typeface="Libre Baskerville" pitchFamily="34" charset="-120"/>
              </a:rPr>
              <a:t>Fraud, Coercion, Undue Influence</a:t>
            </a:r>
            <a:r>
              <a:rPr lang="en-US" sz="1850" dirty="0">
                <a:solidFill>
                  <a:srgbClr val="454240"/>
                </a:solidFill>
                <a:latin typeface="Libre Baskerville" pitchFamily="34" charset="0"/>
                <a:ea typeface="Libre Baskerville" pitchFamily="34" charset="-122"/>
                <a:cs typeface="Libre Baskerville" pitchFamily="34" charset="-120"/>
              </a:rPr>
              <a:t> </a:t>
            </a:r>
            <a:endParaRPr lang="en-US" sz="1850" dirty="0"/>
          </a:p>
        </p:txBody>
      </p:sp>
      <p:pic>
        <p:nvPicPr>
          <p:cNvPr id="12" name="Image 2" descr="preencoded.png"/>
          <p:cNvPicPr>
            <a:picLocks noChangeAspect="1"/>
          </p:cNvPicPr>
          <p:nvPr/>
        </p:nvPicPr>
        <p:blipFill>
          <a:blip r:embed="rId5"/>
          <a:stretch>
            <a:fillRect/>
          </a:stretch>
        </p:blipFill>
        <p:spPr>
          <a:xfrm>
            <a:off x="9529882" y="4208740"/>
            <a:ext cx="4429363" cy="767001"/>
          </a:xfrm>
          <a:prstGeom prst="rect">
            <a:avLst/>
          </a:prstGeom>
        </p:spPr>
      </p:pic>
      <p:sp>
        <p:nvSpPr>
          <p:cNvPr id="13" name="Text 8"/>
          <p:cNvSpPr/>
          <p:nvPr/>
        </p:nvSpPr>
        <p:spPr>
          <a:xfrm>
            <a:off x="9721572" y="5167432"/>
            <a:ext cx="3935135" cy="299561"/>
          </a:xfrm>
          <a:prstGeom prst="rect">
            <a:avLst/>
          </a:prstGeom>
          <a:noFill/>
          <a:ln/>
        </p:spPr>
        <p:txBody>
          <a:bodyPr wrap="none" lIns="0" tIns="0" rIns="0" bIns="0" rtlCol="0" anchor="t"/>
          <a:lstStyle/>
          <a:p>
            <a:pPr marL="0" indent="0" algn="l">
              <a:lnSpc>
                <a:spcPts val="2350"/>
              </a:lnSpc>
              <a:buNone/>
            </a:pPr>
            <a:r>
              <a:rPr lang="en-US" sz="1850" b="1" dirty="0">
                <a:solidFill>
                  <a:srgbClr val="454240"/>
                </a:solidFill>
                <a:latin typeface="Libre Baskerville" pitchFamily="34" charset="0"/>
                <a:ea typeface="Libre Baskerville" pitchFamily="34" charset="-122"/>
                <a:cs typeface="Libre Baskerville" pitchFamily="34" charset="-120"/>
              </a:rPr>
              <a:t>Revocation clause in Gift Deed </a:t>
            </a:r>
            <a:endParaRPr lang="en-US" sz="1850" dirty="0"/>
          </a:p>
        </p:txBody>
      </p:sp>
      <p:pic>
        <p:nvPicPr>
          <p:cNvPr id="14" name="Image 3" descr="preencoded.png"/>
          <p:cNvPicPr>
            <a:picLocks noChangeAspect="1"/>
          </p:cNvPicPr>
          <p:nvPr/>
        </p:nvPicPr>
        <p:blipFill>
          <a:blip r:embed="rId6"/>
          <a:stretch>
            <a:fillRect/>
          </a:stretch>
        </p:blipFill>
        <p:spPr>
          <a:xfrm>
            <a:off x="671155" y="5958245"/>
            <a:ext cx="4429363" cy="767001"/>
          </a:xfrm>
          <a:prstGeom prst="rect">
            <a:avLst/>
          </a:prstGeom>
        </p:spPr>
      </p:pic>
      <p:sp>
        <p:nvSpPr>
          <p:cNvPr id="15" name="Text 9"/>
          <p:cNvSpPr/>
          <p:nvPr/>
        </p:nvSpPr>
        <p:spPr>
          <a:xfrm>
            <a:off x="862846" y="6916936"/>
            <a:ext cx="3957042" cy="299561"/>
          </a:xfrm>
          <a:prstGeom prst="rect">
            <a:avLst/>
          </a:prstGeom>
          <a:noFill/>
          <a:ln/>
        </p:spPr>
        <p:txBody>
          <a:bodyPr wrap="none" lIns="0" tIns="0" rIns="0" bIns="0" rtlCol="0" anchor="t"/>
          <a:lstStyle/>
          <a:p>
            <a:pPr marL="0" indent="0" algn="l">
              <a:lnSpc>
                <a:spcPts val="2350"/>
              </a:lnSpc>
              <a:buNone/>
            </a:pPr>
            <a:r>
              <a:rPr lang="en-US" sz="1850" b="1" dirty="0">
                <a:solidFill>
                  <a:srgbClr val="454240"/>
                </a:solidFill>
                <a:latin typeface="Libre Baskerville" pitchFamily="34" charset="0"/>
                <a:ea typeface="Libre Baskerville" pitchFamily="34" charset="-122"/>
                <a:cs typeface="Libre Baskerville" pitchFamily="34" charset="-120"/>
              </a:rPr>
              <a:t>Failure of conditions by Donee </a:t>
            </a:r>
            <a:endParaRPr lang="en-US" sz="1850" dirty="0"/>
          </a:p>
        </p:txBody>
      </p:sp>
      <p:pic>
        <p:nvPicPr>
          <p:cNvPr id="16" name="Image 4" descr="preencoded.png"/>
          <p:cNvPicPr>
            <a:picLocks noChangeAspect="1"/>
          </p:cNvPicPr>
          <p:nvPr/>
        </p:nvPicPr>
        <p:blipFill>
          <a:blip r:embed="rId6"/>
          <a:stretch>
            <a:fillRect/>
          </a:stretch>
        </p:blipFill>
        <p:spPr>
          <a:xfrm>
            <a:off x="5100518" y="5958245"/>
            <a:ext cx="4429363" cy="767001"/>
          </a:xfrm>
          <a:prstGeom prst="rect">
            <a:avLst/>
          </a:prstGeom>
        </p:spPr>
      </p:pic>
      <p:sp>
        <p:nvSpPr>
          <p:cNvPr id="17" name="Text 10"/>
          <p:cNvSpPr/>
          <p:nvPr/>
        </p:nvSpPr>
        <p:spPr>
          <a:xfrm>
            <a:off x="5292209" y="6916936"/>
            <a:ext cx="4045982" cy="599123"/>
          </a:xfrm>
          <a:prstGeom prst="rect">
            <a:avLst/>
          </a:prstGeom>
          <a:noFill/>
          <a:ln/>
        </p:spPr>
        <p:txBody>
          <a:bodyPr wrap="square" lIns="0" tIns="0" rIns="0" bIns="0" rtlCol="0" anchor="t"/>
          <a:lstStyle/>
          <a:p>
            <a:pPr marL="0" indent="0" algn="l">
              <a:lnSpc>
                <a:spcPts val="2350"/>
              </a:lnSpc>
              <a:buNone/>
            </a:pPr>
            <a:r>
              <a:rPr lang="en-US" sz="1850" b="1" dirty="0">
                <a:solidFill>
                  <a:srgbClr val="454240"/>
                </a:solidFill>
                <a:latin typeface="Libre Baskerville" pitchFamily="34" charset="0"/>
                <a:ea typeface="Libre Baskerville" pitchFamily="34" charset="-122"/>
                <a:cs typeface="Libre Baskerville" pitchFamily="34" charset="-120"/>
              </a:rPr>
              <a:t>Voidable Contracts under Contract Act  </a:t>
            </a:r>
            <a:endParaRPr lang="en-US" sz="1850" dirty="0"/>
          </a:p>
        </p:txBody>
      </p:sp>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9D7B2175-3835-FAD3-CA72-6C0492460A9F}"/>
                  </a:ext>
                </a:extLst>
              </p14:cNvPr>
              <p14:cNvContentPartPr/>
              <p14:nvPr/>
            </p14:nvContentPartPr>
            <p14:xfrm>
              <a:off x="12877476" y="7825220"/>
              <a:ext cx="1614960" cy="225720"/>
            </p14:xfrm>
          </p:contentPart>
        </mc:Choice>
        <mc:Fallback xmlns="">
          <p:pic>
            <p:nvPicPr>
              <p:cNvPr id="18" name="Ink 17">
                <a:extLst>
                  <a:ext uri="{FF2B5EF4-FFF2-40B4-BE49-F238E27FC236}">
                    <a16:creationId xmlns:a16="http://schemas.microsoft.com/office/drawing/2014/main" id="{9D7B2175-3835-FAD3-CA72-6C0492460A9F}"/>
                  </a:ext>
                </a:extLst>
              </p:cNvPr>
              <p:cNvPicPr/>
              <p:nvPr/>
            </p:nvPicPr>
            <p:blipFill>
              <a:blip r:embed="rId8"/>
              <a:stretch>
                <a:fillRect/>
              </a:stretch>
            </p:blipFill>
            <p:spPr>
              <a:xfrm>
                <a:off x="12814476" y="7762220"/>
                <a:ext cx="174060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384D30DE-D014-1D20-C4DE-18CCA61FC124}"/>
                  </a:ext>
                </a:extLst>
              </p14:cNvPr>
              <p14:cNvContentPartPr/>
              <p14:nvPr/>
            </p14:nvContentPartPr>
            <p14:xfrm>
              <a:off x="13140636" y="7962740"/>
              <a:ext cx="1226880" cy="43560"/>
            </p14:xfrm>
          </p:contentPart>
        </mc:Choice>
        <mc:Fallback xmlns="">
          <p:pic>
            <p:nvPicPr>
              <p:cNvPr id="20" name="Ink 19">
                <a:extLst>
                  <a:ext uri="{FF2B5EF4-FFF2-40B4-BE49-F238E27FC236}">
                    <a16:creationId xmlns:a16="http://schemas.microsoft.com/office/drawing/2014/main" id="{384D30DE-D014-1D20-C4DE-18CCA61FC124}"/>
                  </a:ext>
                </a:extLst>
              </p:cNvPr>
              <p:cNvPicPr/>
              <p:nvPr/>
            </p:nvPicPr>
            <p:blipFill>
              <a:blip r:embed="rId10"/>
              <a:stretch>
                <a:fillRect/>
              </a:stretch>
            </p:blipFill>
            <p:spPr>
              <a:xfrm>
                <a:off x="13077636" y="7900100"/>
                <a:ext cx="135252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Ink 21">
                <a:extLst>
                  <a:ext uri="{FF2B5EF4-FFF2-40B4-BE49-F238E27FC236}">
                    <a16:creationId xmlns:a16="http://schemas.microsoft.com/office/drawing/2014/main" id="{497C343C-4F2B-15CB-B7D0-853D3BFB7C83}"/>
                  </a:ext>
                </a:extLst>
              </p14:cNvPr>
              <p14:cNvContentPartPr/>
              <p14:nvPr/>
            </p14:nvContentPartPr>
            <p14:xfrm>
              <a:off x="12865236" y="6219980"/>
              <a:ext cx="360" cy="360"/>
            </p14:xfrm>
          </p:contentPart>
        </mc:Choice>
        <mc:Fallback xmlns="">
          <p:pic>
            <p:nvPicPr>
              <p:cNvPr id="22" name="Ink 21">
                <a:extLst>
                  <a:ext uri="{FF2B5EF4-FFF2-40B4-BE49-F238E27FC236}">
                    <a16:creationId xmlns:a16="http://schemas.microsoft.com/office/drawing/2014/main" id="{497C343C-4F2B-15CB-B7D0-853D3BFB7C83}"/>
                  </a:ext>
                </a:extLst>
              </p:cNvPr>
              <p:cNvPicPr/>
              <p:nvPr/>
            </p:nvPicPr>
            <p:blipFill>
              <a:blip r:embed="rId12"/>
              <a:stretch>
                <a:fillRect/>
              </a:stretch>
            </p:blipFill>
            <p:spPr>
              <a:xfrm>
                <a:off x="12829596" y="618398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9E8C1310-B2E4-16C9-3B73-0EB806E609E8}"/>
                  </a:ext>
                </a:extLst>
              </p14:cNvPr>
              <p14:cNvContentPartPr/>
              <p14:nvPr/>
            </p14:nvContentPartPr>
            <p14:xfrm>
              <a:off x="11876316" y="7464140"/>
              <a:ext cx="1180800" cy="42480"/>
            </p14:xfrm>
          </p:contentPart>
        </mc:Choice>
        <mc:Fallback xmlns="">
          <p:pic>
            <p:nvPicPr>
              <p:cNvPr id="24" name="Ink 23">
                <a:extLst>
                  <a:ext uri="{FF2B5EF4-FFF2-40B4-BE49-F238E27FC236}">
                    <a16:creationId xmlns:a16="http://schemas.microsoft.com/office/drawing/2014/main" id="{9E8C1310-B2E4-16C9-3B73-0EB806E609E8}"/>
                  </a:ext>
                </a:extLst>
              </p:cNvPr>
              <p:cNvPicPr/>
              <p:nvPr/>
            </p:nvPicPr>
            <p:blipFill>
              <a:blip r:embed="rId14"/>
              <a:stretch>
                <a:fillRect/>
              </a:stretch>
            </p:blipFill>
            <p:spPr>
              <a:xfrm>
                <a:off x="11840316" y="7428140"/>
                <a:ext cx="12524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5" name="Ink 24">
                <a:extLst>
                  <a:ext uri="{FF2B5EF4-FFF2-40B4-BE49-F238E27FC236}">
                    <a16:creationId xmlns:a16="http://schemas.microsoft.com/office/drawing/2014/main" id="{6F64A4E4-B0D1-07B4-2A38-3B4783356E26}"/>
                  </a:ext>
                </a:extLst>
              </p14:cNvPr>
              <p14:cNvContentPartPr/>
              <p14:nvPr/>
            </p14:nvContentPartPr>
            <p14:xfrm>
              <a:off x="13050996" y="7587260"/>
              <a:ext cx="1161720" cy="205200"/>
            </p14:xfrm>
          </p:contentPart>
        </mc:Choice>
        <mc:Fallback xmlns="">
          <p:pic>
            <p:nvPicPr>
              <p:cNvPr id="25" name="Ink 24">
                <a:extLst>
                  <a:ext uri="{FF2B5EF4-FFF2-40B4-BE49-F238E27FC236}">
                    <a16:creationId xmlns:a16="http://schemas.microsoft.com/office/drawing/2014/main" id="{6F64A4E4-B0D1-07B4-2A38-3B4783356E26}"/>
                  </a:ext>
                </a:extLst>
              </p:cNvPr>
              <p:cNvPicPr/>
              <p:nvPr/>
            </p:nvPicPr>
            <p:blipFill>
              <a:blip r:embed="rId16"/>
              <a:stretch>
                <a:fillRect/>
              </a:stretch>
            </p:blipFill>
            <p:spPr>
              <a:xfrm>
                <a:off x="12988356" y="7524620"/>
                <a:ext cx="128736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9" name="Ink 28">
                <a:extLst>
                  <a:ext uri="{FF2B5EF4-FFF2-40B4-BE49-F238E27FC236}">
                    <a16:creationId xmlns:a16="http://schemas.microsoft.com/office/drawing/2014/main" id="{7AFDCDBF-EC21-035B-08A0-3491787AADB0}"/>
                  </a:ext>
                </a:extLst>
              </p14:cNvPr>
              <p14:cNvContentPartPr/>
              <p14:nvPr/>
            </p14:nvContentPartPr>
            <p14:xfrm>
              <a:off x="12502356" y="7728740"/>
              <a:ext cx="1221120" cy="235440"/>
            </p14:xfrm>
          </p:contentPart>
        </mc:Choice>
        <mc:Fallback xmlns="">
          <p:pic>
            <p:nvPicPr>
              <p:cNvPr id="29" name="Ink 28">
                <a:extLst>
                  <a:ext uri="{FF2B5EF4-FFF2-40B4-BE49-F238E27FC236}">
                    <a16:creationId xmlns:a16="http://schemas.microsoft.com/office/drawing/2014/main" id="{7AFDCDBF-EC21-035B-08A0-3491787AADB0}"/>
                  </a:ext>
                </a:extLst>
              </p:cNvPr>
              <p:cNvPicPr/>
              <p:nvPr/>
            </p:nvPicPr>
            <p:blipFill>
              <a:blip r:embed="rId18"/>
              <a:stretch>
                <a:fillRect/>
              </a:stretch>
            </p:blipFill>
            <p:spPr>
              <a:xfrm>
                <a:off x="12439356" y="7666100"/>
                <a:ext cx="1346760" cy="361080"/>
              </a:xfrm>
              <a:prstGeom prst="rect">
                <a:avLst/>
              </a:prstGeom>
            </p:spPr>
          </p:pic>
        </mc:Fallback>
      </mc:AlternateContent>
      <p:grpSp>
        <p:nvGrpSpPr>
          <p:cNvPr id="32" name="Group 31">
            <a:extLst>
              <a:ext uri="{FF2B5EF4-FFF2-40B4-BE49-F238E27FC236}">
                <a16:creationId xmlns:a16="http://schemas.microsoft.com/office/drawing/2014/main" id="{94BDAB79-C840-573B-0C60-A35068AA63E5}"/>
              </a:ext>
            </a:extLst>
          </p:cNvPr>
          <p:cNvGrpSpPr/>
          <p:nvPr/>
        </p:nvGrpSpPr>
        <p:grpSpPr>
          <a:xfrm>
            <a:off x="12543036" y="7846820"/>
            <a:ext cx="2008080" cy="266040"/>
            <a:chOff x="12543036" y="7846820"/>
            <a:chExt cx="2008080" cy="266040"/>
          </a:xfrm>
        </p:grpSpPr>
        <mc:AlternateContent xmlns:mc="http://schemas.openxmlformats.org/markup-compatibility/2006" xmlns:p14="http://schemas.microsoft.com/office/powerpoint/2010/main">
          <mc:Choice Requires="p14">
            <p:contentPart p14:bwMode="auto" r:id="rId19">
              <p14:nvContentPartPr>
                <p14:cNvPr id="30" name="Ink 29">
                  <a:extLst>
                    <a:ext uri="{FF2B5EF4-FFF2-40B4-BE49-F238E27FC236}">
                      <a16:creationId xmlns:a16="http://schemas.microsoft.com/office/drawing/2014/main" id="{A10E5FFA-352A-B501-4225-F4C283D211A3}"/>
                    </a:ext>
                  </a:extLst>
                </p14:cNvPr>
                <p14:cNvContentPartPr/>
                <p14:nvPr/>
              </p14:nvContentPartPr>
              <p14:xfrm>
                <a:off x="12543036" y="7846820"/>
                <a:ext cx="2008080" cy="224640"/>
              </p14:xfrm>
            </p:contentPart>
          </mc:Choice>
          <mc:Fallback xmlns="">
            <p:pic>
              <p:nvPicPr>
                <p:cNvPr id="30" name="Ink 29">
                  <a:extLst>
                    <a:ext uri="{FF2B5EF4-FFF2-40B4-BE49-F238E27FC236}">
                      <a16:creationId xmlns:a16="http://schemas.microsoft.com/office/drawing/2014/main" id="{A10E5FFA-352A-B501-4225-F4C283D211A3}"/>
                    </a:ext>
                  </a:extLst>
                </p:cNvPr>
                <p:cNvPicPr/>
                <p:nvPr/>
              </p:nvPicPr>
              <p:blipFill>
                <a:blip r:embed="rId20"/>
                <a:stretch>
                  <a:fillRect/>
                </a:stretch>
              </p:blipFill>
              <p:spPr>
                <a:xfrm>
                  <a:off x="12480036" y="7784180"/>
                  <a:ext cx="213372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1" name="Ink 30">
                  <a:extLst>
                    <a:ext uri="{FF2B5EF4-FFF2-40B4-BE49-F238E27FC236}">
                      <a16:creationId xmlns:a16="http://schemas.microsoft.com/office/drawing/2014/main" id="{84AA9046-C62D-D02A-9859-22EAF2BBC280}"/>
                    </a:ext>
                  </a:extLst>
                </p14:cNvPr>
                <p14:cNvContentPartPr/>
                <p14:nvPr/>
              </p14:nvContentPartPr>
              <p14:xfrm>
                <a:off x="13131276" y="8089100"/>
                <a:ext cx="308520" cy="23760"/>
              </p14:xfrm>
            </p:contentPart>
          </mc:Choice>
          <mc:Fallback xmlns="">
            <p:pic>
              <p:nvPicPr>
                <p:cNvPr id="31" name="Ink 30">
                  <a:extLst>
                    <a:ext uri="{FF2B5EF4-FFF2-40B4-BE49-F238E27FC236}">
                      <a16:creationId xmlns:a16="http://schemas.microsoft.com/office/drawing/2014/main" id="{84AA9046-C62D-D02A-9859-22EAF2BBC280}"/>
                    </a:ext>
                  </a:extLst>
                </p:cNvPr>
                <p:cNvPicPr/>
                <p:nvPr/>
              </p:nvPicPr>
              <p:blipFill>
                <a:blip r:embed="rId22"/>
                <a:stretch>
                  <a:fillRect/>
                </a:stretch>
              </p:blipFill>
              <p:spPr>
                <a:xfrm>
                  <a:off x="13068276" y="8026460"/>
                  <a:ext cx="434160" cy="149400"/>
                </a:xfrm>
                <a:prstGeom prst="rect">
                  <a:avLst/>
                </a:prstGeom>
              </p:spPr>
            </p:pic>
          </mc:Fallback>
        </mc:AlternateContent>
      </p:grpSp>
      <p:sp>
        <p:nvSpPr>
          <p:cNvPr id="33" name="TextBox 32">
            <a:extLst>
              <a:ext uri="{FF2B5EF4-FFF2-40B4-BE49-F238E27FC236}">
                <a16:creationId xmlns:a16="http://schemas.microsoft.com/office/drawing/2014/main" id="{CBBC758D-8C8A-369F-4EA8-764CFDA13455}"/>
              </a:ext>
            </a:extLst>
          </p:cNvPr>
          <p:cNvSpPr txBox="1"/>
          <p:nvPr/>
        </p:nvSpPr>
        <p:spPr>
          <a:xfrm>
            <a:off x="12174027" y="7727774"/>
            <a:ext cx="3570436"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5410" y="579596"/>
            <a:ext cx="7845981" cy="1158954"/>
          </a:xfrm>
          <a:prstGeom prst="rect">
            <a:avLst/>
          </a:prstGeom>
          <a:noFill/>
          <a:ln/>
        </p:spPr>
        <p:txBody>
          <a:bodyPr wrap="square" lIns="0" tIns="0" rIns="0" bIns="0" rtlCol="0" anchor="t"/>
          <a:lstStyle/>
          <a:p>
            <a:pPr marL="0" indent="0" algn="l">
              <a:lnSpc>
                <a:spcPts val="4550"/>
              </a:lnSpc>
              <a:buNone/>
            </a:pPr>
            <a:r>
              <a:rPr lang="en-US" sz="3650" b="1" dirty="0">
                <a:solidFill>
                  <a:srgbClr val="910D0D"/>
                </a:solidFill>
                <a:latin typeface="Libre Baskerville" pitchFamily="34" charset="0"/>
                <a:ea typeface="Libre Baskerville" pitchFamily="34" charset="-122"/>
                <a:cs typeface="Libre Baskerville" pitchFamily="34" charset="-120"/>
              </a:rPr>
              <a:t>Taxation Framework: Section 56(2)(x)</a:t>
            </a:r>
            <a:endParaRPr lang="en-US" sz="3650" dirty="0"/>
          </a:p>
        </p:txBody>
      </p:sp>
      <p:sp>
        <p:nvSpPr>
          <p:cNvPr id="4" name="Text 1"/>
          <p:cNvSpPr/>
          <p:nvPr/>
        </p:nvSpPr>
        <p:spPr>
          <a:xfrm>
            <a:off x="6135410" y="2016681"/>
            <a:ext cx="7845981" cy="593169"/>
          </a:xfrm>
          <a:prstGeom prst="rect">
            <a:avLst/>
          </a:prstGeom>
          <a:noFill/>
          <a:ln/>
        </p:spPr>
        <p:txBody>
          <a:bodyPr wrap="square" lIns="0" tIns="0" rIns="0" bIns="0" rtlCol="0" anchor="t"/>
          <a:lstStyle/>
          <a:p>
            <a:pPr marL="0" indent="0" algn="l">
              <a:lnSpc>
                <a:spcPts val="2300"/>
              </a:lnSpc>
              <a:buNone/>
            </a:pPr>
            <a:r>
              <a:rPr lang="en-US" sz="1450" b="1" dirty="0">
                <a:solidFill>
                  <a:srgbClr val="454240"/>
                </a:solidFill>
                <a:latin typeface="DM Sans" pitchFamily="34" charset="0"/>
                <a:ea typeface="DM Sans" pitchFamily="34" charset="-122"/>
                <a:cs typeface="DM Sans" pitchFamily="34" charset="-120"/>
              </a:rPr>
              <a:t>The Income Tax Act treats gifts differently based on the Donor-Donee relationship and gift value, creating significant planning opportunities.</a:t>
            </a:r>
            <a:endParaRPr lang="en-US" sz="1450" dirty="0"/>
          </a:p>
        </p:txBody>
      </p:sp>
      <p:sp>
        <p:nvSpPr>
          <p:cNvPr id="5" name="Shape 2"/>
          <p:cNvSpPr/>
          <p:nvPr/>
        </p:nvSpPr>
        <p:spPr>
          <a:xfrm>
            <a:off x="6135410" y="2818448"/>
            <a:ext cx="3830241" cy="1380053"/>
          </a:xfrm>
          <a:prstGeom prst="roundRect">
            <a:avLst>
              <a:gd name="adj" fmla="val 5644"/>
            </a:avLst>
          </a:prstGeom>
          <a:solidFill>
            <a:srgbClr val="B88E23"/>
          </a:solidFill>
          <a:ln w="7620">
            <a:solidFill>
              <a:srgbClr val="9E7409"/>
            </a:solidFill>
            <a:prstDash val="solid"/>
          </a:ln>
        </p:spPr>
        <p:txBody>
          <a:bodyPr/>
          <a:lstStyle/>
          <a:p>
            <a:endParaRPr lang="en-IN"/>
          </a:p>
        </p:txBody>
      </p:sp>
      <p:sp>
        <p:nvSpPr>
          <p:cNvPr id="6" name="Text 3"/>
          <p:cNvSpPr/>
          <p:nvPr/>
        </p:nvSpPr>
        <p:spPr>
          <a:xfrm>
            <a:off x="6328410" y="3011448"/>
            <a:ext cx="2426375" cy="289679"/>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Libre Baskerville" pitchFamily="34" charset="0"/>
                <a:ea typeface="Libre Baskerville" pitchFamily="34" charset="-122"/>
                <a:cs typeface="Libre Baskerville" pitchFamily="34" charset="-120"/>
              </a:rPr>
              <a:t>Gifts from Relatives</a:t>
            </a:r>
            <a:endParaRPr lang="en-US" sz="1800" dirty="0"/>
          </a:p>
        </p:txBody>
      </p:sp>
      <p:sp>
        <p:nvSpPr>
          <p:cNvPr id="7" name="Text 4"/>
          <p:cNvSpPr/>
          <p:nvPr/>
        </p:nvSpPr>
        <p:spPr>
          <a:xfrm>
            <a:off x="6328410" y="3412331"/>
            <a:ext cx="3444240" cy="593169"/>
          </a:xfrm>
          <a:prstGeom prst="rect">
            <a:avLst/>
          </a:prstGeom>
          <a:noFill/>
          <a:ln/>
        </p:spPr>
        <p:txBody>
          <a:bodyPr wrap="square" lIns="0" tIns="0" rIns="0" bIns="0" rtlCol="0" anchor="t"/>
          <a:lstStyle/>
          <a:p>
            <a:pPr marL="0" indent="0" algn="l">
              <a:lnSpc>
                <a:spcPts val="2300"/>
              </a:lnSpc>
              <a:buNone/>
            </a:pPr>
            <a:r>
              <a:rPr lang="en-US" sz="1450" b="1" dirty="0">
                <a:solidFill>
                  <a:srgbClr val="000000"/>
                </a:solidFill>
                <a:latin typeface="DM Sans" pitchFamily="34" charset="0"/>
                <a:ea typeface="DM Sans" pitchFamily="34" charset="-122"/>
                <a:cs typeface="DM Sans" pitchFamily="34" charset="-120"/>
              </a:rPr>
              <a:t>Completely tax-exempt regardless of value—no upper limit applies</a:t>
            </a:r>
            <a:endParaRPr lang="en-US" sz="1450" dirty="0"/>
          </a:p>
        </p:txBody>
      </p:sp>
      <p:sp>
        <p:nvSpPr>
          <p:cNvPr id="8" name="Shape 5"/>
          <p:cNvSpPr/>
          <p:nvPr/>
        </p:nvSpPr>
        <p:spPr>
          <a:xfrm>
            <a:off x="10151031" y="2818448"/>
            <a:ext cx="3830360" cy="1380053"/>
          </a:xfrm>
          <a:prstGeom prst="roundRect">
            <a:avLst>
              <a:gd name="adj" fmla="val 5644"/>
            </a:avLst>
          </a:prstGeom>
          <a:solidFill>
            <a:srgbClr val="F7EDD4"/>
          </a:solidFill>
          <a:ln w="7620">
            <a:solidFill>
              <a:srgbClr val="DDD3BA"/>
            </a:solidFill>
            <a:prstDash val="solid"/>
          </a:ln>
        </p:spPr>
        <p:txBody>
          <a:bodyPr/>
          <a:lstStyle/>
          <a:p>
            <a:endParaRPr lang="en-IN"/>
          </a:p>
        </p:txBody>
      </p:sp>
      <p:sp>
        <p:nvSpPr>
          <p:cNvPr id="9" name="Text 6"/>
          <p:cNvSpPr/>
          <p:nvPr/>
        </p:nvSpPr>
        <p:spPr>
          <a:xfrm>
            <a:off x="10344031" y="3011448"/>
            <a:ext cx="3062407" cy="289679"/>
          </a:xfrm>
          <a:prstGeom prst="rect">
            <a:avLst/>
          </a:prstGeom>
          <a:noFill/>
          <a:ln/>
        </p:spPr>
        <p:txBody>
          <a:bodyPr wrap="none" lIns="0" tIns="0" rIns="0" bIns="0" rtlCol="0" anchor="t"/>
          <a:lstStyle/>
          <a:p>
            <a:pPr marL="0" indent="0" algn="l">
              <a:lnSpc>
                <a:spcPts val="2250"/>
              </a:lnSpc>
              <a:buNone/>
            </a:pPr>
            <a:r>
              <a:rPr lang="en-US" sz="1800" b="1" dirty="0">
                <a:solidFill>
                  <a:srgbClr val="454240"/>
                </a:solidFill>
                <a:latin typeface="Libre Baskerville" pitchFamily="34" charset="0"/>
                <a:ea typeface="Libre Baskerville" pitchFamily="34" charset="-122"/>
                <a:cs typeface="Libre Baskerville" pitchFamily="34" charset="-120"/>
              </a:rPr>
              <a:t>Gifts from Non-Relatives</a:t>
            </a:r>
            <a:endParaRPr lang="en-US" sz="1800" dirty="0"/>
          </a:p>
        </p:txBody>
      </p:sp>
      <p:sp>
        <p:nvSpPr>
          <p:cNvPr id="10" name="Text 7"/>
          <p:cNvSpPr/>
          <p:nvPr/>
        </p:nvSpPr>
        <p:spPr>
          <a:xfrm>
            <a:off x="10344031" y="3412331"/>
            <a:ext cx="3444359" cy="593169"/>
          </a:xfrm>
          <a:prstGeom prst="rect">
            <a:avLst/>
          </a:prstGeom>
          <a:noFill/>
          <a:ln/>
        </p:spPr>
        <p:txBody>
          <a:bodyPr wrap="square" lIns="0" tIns="0" rIns="0" bIns="0" rtlCol="0" anchor="t"/>
          <a:lstStyle/>
          <a:p>
            <a:pPr marL="0" indent="0" algn="l">
              <a:lnSpc>
                <a:spcPts val="2300"/>
              </a:lnSpc>
              <a:buNone/>
            </a:pPr>
            <a:r>
              <a:rPr lang="en-US" sz="1450" b="1" dirty="0">
                <a:solidFill>
                  <a:srgbClr val="454240"/>
                </a:solidFill>
                <a:latin typeface="DM Sans" pitchFamily="34" charset="0"/>
                <a:ea typeface="DM Sans" pitchFamily="34" charset="-122"/>
                <a:cs typeface="DM Sans" pitchFamily="34" charset="-120"/>
              </a:rPr>
              <a:t>Taxable if aggregate value exceeds ₹50,000 in a financial year</a:t>
            </a:r>
            <a:endParaRPr lang="en-US" sz="1450" dirty="0"/>
          </a:p>
        </p:txBody>
      </p:sp>
      <p:sp>
        <p:nvSpPr>
          <p:cNvPr id="11" name="Shape 8"/>
          <p:cNvSpPr/>
          <p:nvPr/>
        </p:nvSpPr>
        <p:spPr>
          <a:xfrm>
            <a:off x="6135410" y="4383881"/>
            <a:ext cx="7845981" cy="1380053"/>
          </a:xfrm>
          <a:prstGeom prst="roundRect">
            <a:avLst>
              <a:gd name="adj" fmla="val 5644"/>
            </a:avLst>
          </a:prstGeom>
          <a:solidFill>
            <a:srgbClr val="F7EDD4"/>
          </a:solidFill>
          <a:ln w="7620">
            <a:solidFill>
              <a:srgbClr val="DDD3BA"/>
            </a:solidFill>
            <a:prstDash val="solid"/>
          </a:ln>
        </p:spPr>
        <p:txBody>
          <a:bodyPr/>
          <a:lstStyle/>
          <a:p>
            <a:endParaRPr lang="en-IN"/>
          </a:p>
        </p:txBody>
      </p:sp>
      <p:sp>
        <p:nvSpPr>
          <p:cNvPr id="12" name="Text 9"/>
          <p:cNvSpPr/>
          <p:nvPr/>
        </p:nvSpPr>
        <p:spPr>
          <a:xfrm>
            <a:off x="6328410" y="4576882"/>
            <a:ext cx="2317909" cy="289679"/>
          </a:xfrm>
          <a:prstGeom prst="rect">
            <a:avLst/>
          </a:prstGeom>
          <a:noFill/>
          <a:ln/>
        </p:spPr>
        <p:txBody>
          <a:bodyPr wrap="none" lIns="0" tIns="0" rIns="0" bIns="0" rtlCol="0" anchor="t"/>
          <a:lstStyle/>
          <a:p>
            <a:pPr marL="0" indent="0" algn="l">
              <a:lnSpc>
                <a:spcPts val="2250"/>
              </a:lnSpc>
              <a:buNone/>
            </a:pPr>
            <a:r>
              <a:rPr lang="en-US" sz="1800" b="1" dirty="0">
                <a:solidFill>
                  <a:srgbClr val="454240"/>
                </a:solidFill>
                <a:latin typeface="Libre Baskerville" pitchFamily="34" charset="0"/>
                <a:ea typeface="Libre Baskerville" pitchFamily="34" charset="-122"/>
                <a:cs typeface="Libre Baskerville" pitchFamily="34" charset="-120"/>
              </a:rPr>
              <a:t>Tax Treatment</a:t>
            </a:r>
            <a:endParaRPr lang="en-US" sz="1800" dirty="0"/>
          </a:p>
        </p:txBody>
      </p:sp>
      <p:sp>
        <p:nvSpPr>
          <p:cNvPr id="13" name="Text 10"/>
          <p:cNvSpPr/>
          <p:nvPr/>
        </p:nvSpPr>
        <p:spPr>
          <a:xfrm>
            <a:off x="6328410" y="4977765"/>
            <a:ext cx="7459980" cy="593169"/>
          </a:xfrm>
          <a:prstGeom prst="rect">
            <a:avLst/>
          </a:prstGeom>
          <a:noFill/>
          <a:ln/>
        </p:spPr>
        <p:txBody>
          <a:bodyPr wrap="square" lIns="0" tIns="0" rIns="0" bIns="0" rtlCol="0" anchor="t"/>
          <a:lstStyle/>
          <a:p>
            <a:pPr marL="0" indent="0" algn="l">
              <a:lnSpc>
                <a:spcPts val="2300"/>
              </a:lnSpc>
              <a:buNone/>
            </a:pPr>
            <a:r>
              <a:rPr lang="en-US" sz="1450" b="1" dirty="0">
                <a:solidFill>
                  <a:srgbClr val="454240"/>
                </a:solidFill>
                <a:latin typeface="DM Sans" pitchFamily="34" charset="0"/>
                <a:ea typeface="DM Sans" pitchFamily="34" charset="-122"/>
                <a:cs typeface="DM Sans" pitchFamily="34" charset="-120"/>
              </a:rPr>
              <a:t>Classified as "Income from Other Sources" and taxed at recipient's applicable slab rate</a:t>
            </a:r>
            <a:endParaRPr lang="en-US" sz="1450" dirty="0"/>
          </a:p>
        </p:txBody>
      </p:sp>
      <p:sp>
        <p:nvSpPr>
          <p:cNvPr id="14" name="Shape 11"/>
          <p:cNvSpPr/>
          <p:nvPr/>
        </p:nvSpPr>
        <p:spPr>
          <a:xfrm>
            <a:off x="6135410" y="5972532"/>
            <a:ext cx="7845981" cy="1677472"/>
          </a:xfrm>
          <a:prstGeom prst="roundRect">
            <a:avLst>
              <a:gd name="adj" fmla="val 4643"/>
            </a:avLst>
          </a:prstGeom>
          <a:solidFill>
            <a:srgbClr val="F3E4BF"/>
          </a:solidFill>
          <a:ln/>
        </p:spPr>
        <p:txBody>
          <a:bodyPr/>
          <a:lstStyle/>
          <a:p>
            <a:endParaRPr lang="en-IN"/>
          </a:p>
        </p:txBody>
      </p:sp>
      <p:pic>
        <p:nvPicPr>
          <p:cNvPr id="15" name="Image 1" descr="preencoded.png"/>
          <p:cNvPicPr>
            <a:picLocks noChangeAspect="1"/>
          </p:cNvPicPr>
          <p:nvPr/>
        </p:nvPicPr>
        <p:blipFill>
          <a:blip r:embed="rId4"/>
          <a:stretch>
            <a:fillRect/>
          </a:stretch>
        </p:blipFill>
        <p:spPr>
          <a:xfrm>
            <a:off x="6320790" y="6247686"/>
            <a:ext cx="231696" cy="185380"/>
          </a:xfrm>
          <a:prstGeom prst="rect">
            <a:avLst/>
          </a:prstGeom>
        </p:spPr>
      </p:pic>
      <p:sp>
        <p:nvSpPr>
          <p:cNvPr id="16" name="Text 12"/>
          <p:cNvSpPr/>
          <p:nvPr/>
        </p:nvSpPr>
        <p:spPr>
          <a:xfrm>
            <a:off x="6737866" y="6204228"/>
            <a:ext cx="7058144" cy="1186339"/>
          </a:xfrm>
          <a:prstGeom prst="rect">
            <a:avLst/>
          </a:prstGeom>
          <a:noFill/>
          <a:ln/>
        </p:spPr>
        <p:txBody>
          <a:bodyPr wrap="square" lIns="0" tIns="0" rIns="0" bIns="0" rtlCol="0" anchor="t"/>
          <a:lstStyle/>
          <a:p>
            <a:pPr marL="0" indent="0" algn="l">
              <a:lnSpc>
                <a:spcPts val="2300"/>
              </a:lnSpc>
              <a:buNone/>
            </a:pPr>
            <a:r>
              <a:rPr lang="en-US" sz="1450" b="1" dirty="0">
                <a:solidFill>
                  <a:srgbClr val="000000"/>
                </a:solidFill>
                <a:latin typeface="DM Sans" pitchFamily="34" charset="0"/>
                <a:ea typeface="DM Sans" pitchFamily="34" charset="-122"/>
                <a:cs typeface="DM Sans" pitchFamily="34" charset="-120"/>
              </a:rPr>
              <a:t>Immovable Property Valuation: For tax purposes, immovable property gifts are valued at stamp duty value or fair market value, whichever is higher. The difference between consideration (zero for gifts) and stamp duty value becomes taxable income.</a:t>
            </a:r>
            <a:endParaRPr lang="en-US" sz="1450" dirty="0"/>
          </a:p>
        </p:txBody>
      </p:sp>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C4120A3B-4B80-3CB2-DC43-DF39F2888CEE}"/>
                  </a:ext>
                </a:extLst>
              </p14:cNvPr>
              <p14:cNvContentPartPr/>
              <p14:nvPr/>
            </p14:nvContentPartPr>
            <p14:xfrm>
              <a:off x="12907356" y="8016740"/>
              <a:ext cx="1246320" cy="720"/>
            </p14:xfrm>
          </p:contentPart>
        </mc:Choice>
        <mc:Fallback xmlns="">
          <p:pic>
            <p:nvPicPr>
              <p:cNvPr id="19" name="Ink 18">
                <a:extLst>
                  <a:ext uri="{FF2B5EF4-FFF2-40B4-BE49-F238E27FC236}">
                    <a16:creationId xmlns:a16="http://schemas.microsoft.com/office/drawing/2014/main" id="{C4120A3B-4B80-3CB2-DC43-DF39F2888CEE}"/>
                  </a:ext>
                </a:extLst>
              </p:cNvPr>
              <p:cNvPicPr/>
              <p:nvPr/>
            </p:nvPicPr>
            <p:blipFill>
              <a:blip r:embed="rId6"/>
              <a:stretch>
                <a:fillRect/>
              </a:stretch>
            </p:blipFill>
            <p:spPr>
              <a:xfrm>
                <a:off x="12844716" y="7890740"/>
                <a:ext cx="13719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4" name="Ink 23">
                <a:extLst>
                  <a:ext uri="{FF2B5EF4-FFF2-40B4-BE49-F238E27FC236}">
                    <a16:creationId xmlns:a16="http://schemas.microsoft.com/office/drawing/2014/main" id="{6428EC2F-ADA9-FBAC-8F52-519548060325}"/>
                  </a:ext>
                </a:extLst>
              </p14:cNvPr>
              <p14:cNvContentPartPr/>
              <p14:nvPr/>
            </p14:nvContentPartPr>
            <p14:xfrm>
              <a:off x="13120476" y="8069660"/>
              <a:ext cx="1308600" cy="720"/>
            </p14:xfrm>
          </p:contentPart>
        </mc:Choice>
        <mc:Fallback xmlns="">
          <p:pic>
            <p:nvPicPr>
              <p:cNvPr id="24" name="Ink 23">
                <a:extLst>
                  <a:ext uri="{FF2B5EF4-FFF2-40B4-BE49-F238E27FC236}">
                    <a16:creationId xmlns:a16="http://schemas.microsoft.com/office/drawing/2014/main" id="{6428EC2F-ADA9-FBAC-8F52-519548060325}"/>
                  </a:ext>
                </a:extLst>
              </p:cNvPr>
              <p:cNvPicPr/>
              <p:nvPr/>
            </p:nvPicPr>
            <p:blipFill>
              <a:blip r:embed="rId8"/>
              <a:stretch>
                <a:fillRect/>
              </a:stretch>
            </p:blipFill>
            <p:spPr>
              <a:xfrm>
                <a:off x="13057476" y="7943660"/>
                <a:ext cx="1434240" cy="252000"/>
              </a:xfrm>
              <a:prstGeom prst="rect">
                <a:avLst/>
              </a:prstGeom>
            </p:spPr>
          </p:pic>
        </mc:Fallback>
      </mc:AlternateContent>
      <p:grpSp>
        <p:nvGrpSpPr>
          <p:cNvPr id="28" name="Group 27">
            <a:extLst>
              <a:ext uri="{FF2B5EF4-FFF2-40B4-BE49-F238E27FC236}">
                <a16:creationId xmlns:a16="http://schemas.microsoft.com/office/drawing/2014/main" id="{6D0A1DF0-3E79-EC67-BF10-76E36596572C}"/>
              </a:ext>
            </a:extLst>
          </p:cNvPr>
          <p:cNvGrpSpPr/>
          <p:nvPr/>
        </p:nvGrpSpPr>
        <p:grpSpPr>
          <a:xfrm>
            <a:off x="12854436" y="7792820"/>
            <a:ext cx="1605960" cy="234720"/>
            <a:chOff x="12854436" y="7792820"/>
            <a:chExt cx="1605960" cy="234720"/>
          </a:xfrm>
        </p:grpSpPr>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0D8A78C9-4F64-AB5B-CBC6-422EDD60E222}"/>
                    </a:ext>
                  </a:extLst>
                </p14:cNvPr>
                <p14:cNvContentPartPr/>
                <p14:nvPr/>
              </p14:nvContentPartPr>
              <p14:xfrm>
                <a:off x="12854436" y="7792820"/>
                <a:ext cx="1468440" cy="32760"/>
              </p14:xfrm>
            </p:contentPart>
          </mc:Choice>
          <mc:Fallback xmlns="">
            <p:pic>
              <p:nvPicPr>
                <p:cNvPr id="20" name="Ink 19">
                  <a:extLst>
                    <a:ext uri="{FF2B5EF4-FFF2-40B4-BE49-F238E27FC236}">
                      <a16:creationId xmlns:a16="http://schemas.microsoft.com/office/drawing/2014/main" id="{0D8A78C9-4F64-AB5B-CBC6-422EDD60E222}"/>
                    </a:ext>
                  </a:extLst>
                </p:cNvPr>
                <p:cNvPicPr/>
                <p:nvPr/>
              </p:nvPicPr>
              <p:blipFill>
                <a:blip r:embed="rId10"/>
                <a:stretch>
                  <a:fillRect/>
                </a:stretch>
              </p:blipFill>
              <p:spPr>
                <a:xfrm>
                  <a:off x="12791796" y="7729820"/>
                  <a:ext cx="159408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E0CFC87F-C8C6-EBBB-CB72-D9D20833B38C}"/>
                    </a:ext>
                  </a:extLst>
                </p14:cNvPr>
                <p14:cNvContentPartPr/>
                <p14:nvPr/>
              </p14:nvContentPartPr>
              <p14:xfrm>
                <a:off x="12992676" y="7900100"/>
                <a:ext cx="1426320" cy="43200"/>
              </p14:xfrm>
            </p:contentPart>
          </mc:Choice>
          <mc:Fallback xmlns="">
            <p:pic>
              <p:nvPicPr>
                <p:cNvPr id="21" name="Ink 20">
                  <a:extLst>
                    <a:ext uri="{FF2B5EF4-FFF2-40B4-BE49-F238E27FC236}">
                      <a16:creationId xmlns:a16="http://schemas.microsoft.com/office/drawing/2014/main" id="{E0CFC87F-C8C6-EBBB-CB72-D9D20833B38C}"/>
                    </a:ext>
                  </a:extLst>
                </p:cNvPr>
                <p:cNvPicPr/>
                <p:nvPr/>
              </p:nvPicPr>
              <p:blipFill>
                <a:blip r:embed="rId12"/>
                <a:stretch>
                  <a:fillRect/>
                </a:stretch>
              </p:blipFill>
              <p:spPr>
                <a:xfrm>
                  <a:off x="12929676" y="7837100"/>
                  <a:ext cx="155196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0F29F98-4EEC-7228-6956-694CCCF2E1EE}"/>
                    </a:ext>
                  </a:extLst>
                </p14:cNvPr>
                <p14:cNvContentPartPr/>
                <p14:nvPr/>
              </p14:nvContentPartPr>
              <p14:xfrm>
                <a:off x="14343036" y="7814780"/>
                <a:ext cx="30960" cy="120240"/>
              </p14:xfrm>
            </p:contentPart>
          </mc:Choice>
          <mc:Fallback xmlns="">
            <p:pic>
              <p:nvPicPr>
                <p:cNvPr id="25" name="Ink 24">
                  <a:extLst>
                    <a:ext uri="{FF2B5EF4-FFF2-40B4-BE49-F238E27FC236}">
                      <a16:creationId xmlns:a16="http://schemas.microsoft.com/office/drawing/2014/main" id="{10F29F98-4EEC-7228-6956-694CCCF2E1EE}"/>
                    </a:ext>
                  </a:extLst>
                </p:cNvPr>
                <p:cNvPicPr/>
                <p:nvPr/>
              </p:nvPicPr>
              <p:blipFill>
                <a:blip r:embed="rId14"/>
                <a:stretch>
                  <a:fillRect/>
                </a:stretch>
              </p:blipFill>
              <p:spPr>
                <a:xfrm>
                  <a:off x="14280036" y="7752140"/>
                  <a:ext cx="15660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7" name="Ink 26">
                  <a:extLst>
                    <a:ext uri="{FF2B5EF4-FFF2-40B4-BE49-F238E27FC236}">
                      <a16:creationId xmlns:a16="http://schemas.microsoft.com/office/drawing/2014/main" id="{D426807A-9FB1-1DB2-B517-94118ED39758}"/>
                    </a:ext>
                  </a:extLst>
                </p14:cNvPr>
                <p14:cNvContentPartPr/>
                <p14:nvPr/>
              </p14:nvContentPartPr>
              <p14:xfrm>
                <a:off x="14418996" y="7933940"/>
                <a:ext cx="41400" cy="93600"/>
              </p14:xfrm>
            </p:contentPart>
          </mc:Choice>
          <mc:Fallback xmlns="">
            <p:pic>
              <p:nvPicPr>
                <p:cNvPr id="27" name="Ink 26">
                  <a:extLst>
                    <a:ext uri="{FF2B5EF4-FFF2-40B4-BE49-F238E27FC236}">
                      <a16:creationId xmlns:a16="http://schemas.microsoft.com/office/drawing/2014/main" id="{D426807A-9FB1-1DB2-B517-94118ED39758}"/>
                    </a:ext>
                  </a:extLst>
                </p:cNvPr>
                <p:cNvPicPr/>
                <p:nvPr/>
              </p:nvPicPr>
              <p:blipFill>
                <a:blip r:embed="rId16"/>
                <a:stretch>
                  <a:fillRect/>
                </a:stretch>
              </p:blipFill>
              <p:spPr>
                <a:xfrm>
                  <a:off x="14355996" y="7870940"/>
                  <a:ext cx="167040" cy="219240"/>
                </a:xfrm>
                <a:prstGeom prst="rect">
                  <a:avLst/>
                </a:prstGeom>
              </p:spPr>
            </p:pic>
          </mc:Fallback>
        </mc:AlternateContent>
      </p:grpSp>
      <p:sp>
        <p:nvSpPr>
          <p:cNvPr id="29" name="TextBox 28">
            <a:extLst>
              <a:ext uri="{FF2B5EF4-FFF2-40B4-BE49-F238E27FC236}">
                <a16:creationId xmlns:a16="http://schemas.microsoft.com/office/drawing/2014/main" id="{E00EF55F-EEE9-F155-E7D3-FF547D572478}"/>
              </a:ext>
            </a:extLst>
          </p:cNvPr>
          <p:cNvSpPr txBox="1"/>
          <p:nvPr/>
        </p:nvSpPr>
        <p:spPr>
          <a:xfrm>
            <a:off x="12218706" y="7792820"/>
            <a:ext cx="273990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0925" y="574238"/>
            <a:ext cx="10554295" cy="652582"/>
          </a:xfrm>
          <a:prstGeom prst="rect">
            <a:avLst/>
          </a:prstGeom>
          <a:noFill/>
          <a:ln/>
        </p:spPr>
        <p:txBody>
          <a:bodyPr wrap="none" lIns="0" tIns="0" rIns="0" bIns="0" rtlCol="0" anchor="t"/>
          <a:lstStyle/>
          <a:p>
            <a:pPr marL="0" indent="0" algn="l">
              <a:lnSpc>
                <a:spcPts val="5100"/>
              </a:lnSpc>
              <a:buNone/>
            </a:pPr>
            <a:r>
              <a:rPr lang="en-US" sz="4100" b="1" dirty="0">
                <a:solidFill>
                  <a:srgbClr val="910D0D"/>
                </a:solidFill>
                <a:latin typeface="Libre Baskerville" pitchFamily="34" charset="0"/>
                <a:ea typeface="Libre Baskerville" pitchFamily="34" charset="-122"/>
                <a:cs typeface="Libre Baskerville" pitchFamily="34" charset="-120"/>
              </a:rPr>
              <a:t>Defining "Relative" for Tax Exemption</a:t>
            </a:r>
            <a:endParaRPr lang="en-US" sz="4100" dirty="0"/>
          </a:p>
        </p:txBody>
      </p:sp>
      <p:sp>
        <p:nvSpPr>
          <p:cNvPr id="3" name="Text 1"/>
          <p:cNvSpPr/>
          <p:nvPr/>
        </p:nvSpPr>
        <p:spPr>
          <a:xfrm>
            <a:off x="730925" y="1644491"/>
            <a:ext cx="13168551" cy="668179"/>
          </a:xfrm>
          <a:prstGeom prst="rect">
            <a:avLst/>
          </a:prstGeom>
          <a:noFill/>
          <a:ln/>
        </p:spPr>
        <p:txBody>
          <a:bodyPr wrap="square" lIns="0" tIns="0" rIns="0" bIns="0" rtlCol="0" anchor="t"/>
          <a:lstStyle/>
          <a:p>
            <a:pPr marL="0" indent="0" algn="l">
              <a:lnSpc>
                <a:spcPts val="2600"/>
              </a:lnSpc>
              <a:buNone/>
            </a:pPr>
            <a:r>
              <a:rPr lang="en-US" sz="1600" b="1" dirty="0">
                <a:solidFill>
                  <a:srgbClr val="454240"/>
                </a:solidFill>
                <a:latin typeface="DM Sans" pitchFamily="34" charset="0"/>
                <a:ea typeface="DM Sans" pitchFamily="34" charset="-122"/>
                <a:cs typeface="DM Sans" pitchFamily="34" charset="-120"/>
              </a:rPr>
              <a:t>Section 56(2)(x) provides an exhaustive definition of relatives whose gifts remain tax-free. Understanding these relationships is crucial for tax planning.</a:t>
            </a:r>
            <a:endParaRPr lang="en-US" sz="1600" dirty="0"/>
          </a:p>
        </p:txBody>
      </p:sp>
      <p:sp>
        <p:nvSpPr>
          <p:cNvPr id="4" name="Text 2"/>
          <p:cNvSpPr/>
          <p:nvPr/>
        </p:nvSpPr>
        <p:spPr>
          <a:xfrm>
            <a:off x="2400300" y="2936677"/>
            <a:ext cx="2610445" cy="326350"/>
          </a:xfrm>
          <a:prstGeom prst="rect">
            <a:avLst/>
          </a:prstGeom>
          <a:noFill/>
          <a:ln/>
        </p:spPr>
        <p:txBody>
          <a:bodyPr wrap="none" lIns="0" tIns="0" rIns="0" bIns="0" rtlCol="0" anchor="t"/>
          <a:lstStyle/>
          <a:p>
            <a:pPr marL="0" indent="0" algn="r">
              <a:lnSpc>
                <a:spcPts val="2550"/>
              </a:lnSpc>
              <a:buNone/>
            </a:pPr>
            <a:r>
              <a:rPr lang="en-US" sz="2050" b="1" dirty="0">
                <a:solidFill>
                  <a:srgbClr val="454240"/>
                </a:solidFill>
                <a:latin typeface="Libre Baskerville" pitchFamily="34" charset="0"/>
                <a:ea typeface="Libre Baskerville" pitchFamily="34" charset="-122"/>
                <a:cs typeface="Libre Baskerville" pitchFamily="34" charset="-120"/>
              </a:rPr>
              <a:t>Spouse</a:t>
            </a:r>
            <a:endParaRPr lang="en-US" sz="2050" dirty="0"/>
          </a:p>
        </p:txBody>
      </p:sp>
      <p:pic>
        <p:nvPicPr>
          <p:cNvPr id="5" name="Image 0" descr="preencoded.png"/>
          <p:cNvPicPr>
            <a:picLocks noChangeAspect="1"/>
          </p:cNvPicPr>
          <p:nvPr/>
        </p:nvPicPr>
        <p:blipFill>
          <a:blip r:embed="rId3"/>
          <a:stretch>
            <a:fillRect/>
          </a:stretch>
        </p:blipFill>
        <p:spPr>
          <a:xfrm>
            <a:off x="5010745" y="2547580"/>
            <a:ext cx="4608909" cy="4608909"/>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74929" y="3677305"/>
            <a:ext cx="293608" cy="293608"/>
          </a:xfrm>
          <a:prstGeom prst="rect">
            <a:avLst/>
          </a:prstGeom>
        </p:spPr>
      </p:pic>
      <p:sp>
        <p:nvSpPr>
          <p:cNvPr id="7" name="Text 3"/>
          <p:cNvSpPr/>
          <p:nvPr/>
        </p:nvSpPr>
        <p:spPr>
          <a:xfrm>
            <a:off x="9619655" y="2707005"/>
            <a:ext cx="2610445" cy="326350"/>
          </a:xfrm>
          <a:prstGeom prst="rect">
            <a:avLst/>
          </a:prstGeom>
          <a:noFill/>
          <a:ln/>
        </p:spPr>
        <p:txBody>
          <a:bodyPr wrap="none" lIns="0" tIns="0" rIns="0" bIns="0" rtlCol="0" anchor="t"/>
          <a:lstStyle/>
          <a:p>
            <a:pPr marL="0" indent="0" algn="l">
              <a:lnSpc>
                <a:spcPts val="2550"/>
              </a:lnSpc>
              <a:buNone/>
            </a:pPr>
            <a:r>
              <a:rPr lang="en-US" sz="2050" b="1" dirty="0">
                <a:solidFill>
                  <a:srgbClr val="454240"/>
                </a:solidFill>
                <a:latin typeface="Libre Baskerville" pitchFamily="34" charset="0"/>
                <a:ea typeface="Libre Baskerville" pitchFamily="34" charset="-122"/>
                <a:cs typeface="Libre Baskerville" pitchFamily="34" charset="-120"/>
              </a:rPr>
              <a:t>Siblings</a:t>
            </a:r>
            <a:endParaRPr lang="en-US" sz="2050" dirty="0"/>
          </a:p>
        </p:txBody>
      </p:sp>
      <p:sp>
        <p:nvSpPr>
          <p:cNvPr id="8" name="Text 4"/>
          <p:cNvSpPr/>
          <p:nvPr/>
        </p:nvSpPr>
        <p:spPr>
          <a:xfrm>
            <a:off x="9619655" y="3158609"/>
            <a:ext cx="4279821" cy="334089"/>
          </a:xfrm>
          <a:prstGeom prst="rect">
            <a:avLst/>
          </a:prstGeom>
          <a:noFill/>
          <a:ln/>
        </p:spPr>
        <p:txBody>
          <a:bodyPr wrap="none" lIns="0" tIns="0" rIns="0" bIns="0" rtlCol="0" anchor="t"/>
          <a:lstStyle/>
          <a:p>
            <a:pPr marL="0" indent="0" algn="l">
              <a:lnSpc>
                <a:spcPts val="2600"/>
              </a:lnSpc>
              <a:buNone/>
            </a:pPr>
            <a:r>
              <a:rPr lang="en-US" sz="1600" b="1" dirty="0">
                <a:solidFill>
                  <a:srgbClr val="454240"/>
                </a:solidFill>
                <a:latin typeface="DM Sans" pitchFamily="34" charset="0"/>
                <a:ea typeface="DM Sans" pitchFamily="34" charset="-122"/>
                <a:cs typeface="DM Sans" pitchFamily="34" charset="-120"/>
              </a:rPr>
              <a:t>Brothers and sisters of self or spouse</a:t>
            </a:r>
            <a:endParaRPr lang="en-US" sz="1600" dirty="0"/>
          </a:p>
        </p:txBody>
      </p:sp>
      <p:pic>
        <p:nvPicPr>
          <p:cNvPr id="9" name="Image 2" descr="preencoded.png"/>
          <p:cNvPicPr>
            <a:picLocks noChangeAspect="1"/>
          </p:cNvPicPr>
          <p:nvPr/>
        </p:nvPicPr>
        <p:blipFill>
          <a:blip r:embed="rId6"/>
          <a:stretch>
            <a:fillRect/>
          </a:stretch>
        </p:blipFill>
        <p:spPr>
          <a:xfrm>
            <a:off x="5010745" y="2547580"/>
            <a:ext cx="4608909" cy="4608909"/>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61625" y="3677305"/>
            <a:ext cx="293608" cy="293608"/>
          </a:xfrm>
          <a:prstGeom prst="rect">
            <a:avLst/>
          </a:prstGeom>
        </p:spPr>
      </p:pic>
      <p:sp>
        <p:nvSpPr>
          <p:cNvPr id="11" name="Text 5"/>
          <p:cNvSpPr/>
          <p:nvPr/>
        </p:nvSpPr>
        <p:spPr>
          <a:xfrm>
            <a:off x="10037326" y="4125039"/>
            <a:ext cx="2610445" cy="326350"/>
          </a:xfrm>
          <a:prstGeom prst="rect">
            <a:avLst/>
          </a:prstGeom>
          <a:noFill/>
          <a:ln/>
        </p:spPr>
        <p:txBody>
          <a:bodyPr wrap="none" lIns="0" tIns="0" rIns="0" bIns="0" rtlCol="0" anchor="t"/>
          <a:lstStyle/>
          <a:p>
            <a:pPr marL="0" indent="0" algn="l">
              <a:lnSpc>
                <a:spcPts val="2550"/>
              </a:lnSpc>
              <a:buNone/>
            </a:pPr>
            <a:r>
              <a:rPr lang="en-US" sz="2050" b="1" dirty="0">
                <a:solidFill>
                  <a:srgbClr val="454240"/>
                </a:solidFill>
                <a:latin typeface="Libre Baskerville" pitchFamily="34" charset="0"/>
                <a:ea typeface="Libre Baskerville" pitchFamily="34" charset="-122"/>
                <a:cs typeface="Libre Baskerville" pitchFamily="34" charset="-120"/>
              </a:rPr>
              <a:t>Lineal Ascendants</a:t>
            </a:r>
            <a:endParaRPr lang="en-US" sz="2050" dirty="0"/>
          </a:p>
        </p:txBody>
      </p:sp>
      <p:sp>
        <p:nvSpPr>
          <p:cNvPr id="12" name="Text 6"/>
          <p:cNvSpPr/>
          <p:nvPr/>
        </p:nvSpPr>
        <p:spPr>
          <a:xfrm>
            <a:off x="10037326" y="4576643"/>
            <a:ext cx="3862149" cy="668179"/>
          </a:xfrm>
          <a:prstGeom prst="rect">
            <a:avLst/>
          </a:prstGeom>
          <a:noFill/>
          <a:ln/>
        </p:spPr>
        <p:txBody>
          <a:bodyPr wrap="square" lIns="0" tIns="0" rIns="0" bIns="0" rtlCol="0" anchor="t"/>
          <a:lstStyle/>
          <a:p>
            <a:pPr marL="0" indent="0" algn="l">
              <a:lnSpc>
                <a:spcPts val="2600"/>
              </a:lnSpc>
              <a:buNone/>
            </a:pPr>
            <a:r>
              <a:rPr lang="en-US" sz="1600" b="1" dirty="0">
                <a:solidFill>
                  <a:srgbClr val="454240"/>
                </a:solidFill>
                <a:latin typeface="DM Sans" pitchFamily="34" charset="0"/>
                <a:ea typeface="DM Sans" pitchFamily="34" charset="-122"/>
                <a:cs typeface="DM Sans" pitchFamily="34" charset="-120"/>
              </a:rPr>
              <a:t>Parents, grandparents, great-grandparents</a:t>
            </a:r>
            <a:endParaRPr lang="en-US" sz="1600" dirty="0"/>
          </a:p>
        </p:txBody>
      </p:sp>
      <p:pic>
        <p:nvPicPr>
          <p:cNvPr id="13" name="Image 4" descr="preencoded.png"/>
          <p:cNvPicPr>
            <a:picLocks noChangeAspect="1"/>
          </p:cNvPicPr>
          <p:nvPr/>
        </p:nvPicPr>
        <p:blipFill>
          <a:blip r:embed="rId9"/>
          <a:stretch>
            <a:fillRect/>
          </a:stretch>
        </p:blipFill>
        <p:spPr>
          <a:xfrm>
            <a:off x="5010745" y="2547580"/>
            <a:ext cx="4608909" cy="4608909"/>
          </a:xfrm>
          <a:prstGeom prst="rect">
            <a:avLst/>
          </a:prstGeom>
        </p:spPr>
      </p:pic>
      <p:pic>
        <p:nvPicPr>
          <p:cNvPr id="14"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55032" y="4705171"/>
            <a:ext cx="293608" cy="293608"/>
          </a:xfrm>
          <a:prstGeom prst="rect">
            <a:avLst/>
          </a:prstGeom>
        </p:spPr>
      </p:pic>
      <p:sp>
        <p:nvSpPr>
          <p:cNvPr id="15" name="Text 7"/>
          <p:cNvSpPr/>
          <p:nvPr/>
        </p:nvSpPr>
        <p:spPr>
          <a:xfrm>
            <a:off x="9619655" y="5877163"/>
            <a:ext cx="2691289" cy="326350"/>
          </a:xfrm>
          <a:prstGeom prst="rect">
            <a:avLst/>
          </a:prstGeom>
          <a:noFill/>
          <a:ln/>
        </p:spPr>
        <p:txBody>
          <a:bodyPr wrap="none" lIns="0" tIns="0" rIns="0" bIns="0" rtlCol="0" anchor="t"/>
          <a:lstStyle/>
          <a:p>
            <a:pPr marL="0" indent="0" algn="l">
              <a:lnSpc>
                <a:spcPts val="2550"/>
              </a:lnSpc>
              <a:buNone/>
            </a:pPr>
            <a:r>
              <a:rPr lang="en-US" sz="2050" b="1" dirty="0">
                <a:solidFill>
                  <a:srgbClr val="454240"/>
                </a:solidFill>
                <a:latin typeface="Libre Baskerville" pitchFamily="34" charset="0"/>
                <a:ea typeface="Libre Baskerville" pitchFamily="34" charset="-122"/>
                <a:cs typeface="Libre Baskerville" pitchFamily="34" charset="-120"/>
              </a:rPr>
              <a:t>Lineal Descendants</a:t>
            </a:r>
            <a:endParaRPr lang="en-US" sz="2050" dirty="0"/>
          </a:p>
        </p:txBody>
      </p:sp>
      <p:sp>
        <p:nvSpPr>
          <p:cNvPr id="16" name="Text 8"/>
          <p:cNvSpPr/>
          <p:nvPr/>
        </p:nvSpPr>
        <p:spPr>
          <a:xfrm>
            <a:off x="9619655" y="6328767"/>
            <a:ext cx="4279821" cy="668179"/>
          </a:xfrm>
          <a:prstGeom prst="rect">
            <a:avLst/>
          </a:prstGeom>
          <a:noFill/>
          <a:ln/>
        </p:spPr>
        <p:txBody>
          <a:bodyPr wrap="square" lIns="0" tIns="0" rIns="0" bIns="0" rtlCol="0" anchor="t"/>
          <a:lstStyle/>
          <a:p>
            <a:pPr marL="0" indent="0" algn="l">
              <a:lnSpc>
                <a:spcPts val="2600"/>
              </a:lnSpc>
              <a:buNone/>
            </a:pPr>
            <a:r>
              <a:rPr lang="en-US" sz="1600" b="1" dirty="0">
                <a:solidFill>
                  <a:srgbClr val="454240"/>
                </a:solidFill>
                <a:latin typeface="DM Sans" pitchFamily="34" charset="0"/>
                <a:ea typeface="DM Sans" pitchFamily="34" charset="-122"/>
                <a:cs typeface="DM Sans" pitchFamily="34" charset="-120"/>
              </a:rPr>
              <a:t>Children, grandchildren, great-grandchildren</a:t>
            </a:r>
            <a:endParaRPr lang="en-US" sz="1600" dirty="0"/>
          </a:p>
        </p:txBody>
      </p:sp>
      <p:pic>
        <p:nvPicPr>
          <p:cNvPr id="17" name="Image 6" descr="preencoded.png"/>
          <p:cNvPicPr>
            <a:picLocks noChangeAspect="1"/>
          </p:cNvPicPr>
          <p:nvPr/>
        </p:nvPicPr>
        <p:blipFill>
          <a:blip r:embed="rId12"/>
          <a:stretch>
            <a:fillRect/>
          </a:stretch>
        </p:blipFill>
        <p:spPr>
          <a:xfrm>
            <a:off x="5010745" y="2547580"/>
            <a:ext cx="4608909" cy="4608909"/>
          </a:xfrm>
          <a:prstGeom prst="rect">
            <a:avLst/>
          </a:prstGeom>
        </p:spPr>
      </p:pic>
      <p:pic>
        <p:nvPicPr>
          <p:cNvPr id="18"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61625" y="5732919"/>
            <a:ext cx="293608" cy="293608"/>
          </a:xfrm>
          <a:prstGeom prst="rect">
            <a:avLst/>
          </a:prstGeom>
        </p:spPr>
      </p:pic>
      <p:sp>
        <p:nvSpPr>
          <p:cNvPr id="19" name="Text 9"/>
          <p:cNvSpPr/>
          <p:nvPr/>
        </p:nvSpPr>
        <p:spPr>
          <a:xfrm>
            <a:off x="2400300" y="6044208"/>
            <a:ext cx="2610445" cy="326350"/>
          </a:xfrm>
          <a:prstGeom prst="rect">
            <a:avLst/>
          </a:prstGeom>
          <a:noFill/>
          <a:ln/>
        </p:spPr>
        <p:txBody>
          <a:bodyPr wrap="none" lIns="0" tIns="0" rIns="0" bIns="0" rtlCol="0" anchor="t"/>
          <a:lstStyle/>
          <a:p>
            <a:pPr marL="0" indent="0" algn="r">
              <a:lnSpc>
                <a:spcPts val="2550"/>
              </a:lnSpc>
              <a:buNone/>
            </a:pPr>
            <a:r>
              <a:rPr lang="en-US" sz="2050" b="1" dirty="0">
                <a:solidFill>
                  <a:srgbClr val="454240"/>
                </a:solidFill>
                <a:latin typeface="Libre Baskerville" pitchFamily="34" charset="0"/>
                <a:ea typeface="Libre Baskerville" pitchFamily="34" charset="-122"/>
                <a:cs typeface="Libre Baskerville" pitchFamily="34" charset="-120"/>
              </a:rPr>
              <a:t>Parental Siblings</a:t>
            </a:r>
            <a:endParaRPr lang="en-US" sz="2050" dirty="0"/>
          </a:p>
        </p:txBody>
      </p:sp>
      <p:sp>
        <p:nvSpPr>
          <p:cNvPr id="20" name="Text 10"/>
          <p:cNvSpPr/>
          <p:nvPr/>
        </p:nvSpPr>
        <p:spPr>
          <a:xfrm>
            <a:off x="730925" y="6495812"/>
            <a:ext cx="4279821" cy="334089"/>
          </a:xfrm>
          <a:prstGeom prst="rect">
            <a:avLst/>
          </a:prstGeom>
          <a:noFill/>
          <a:ln/>
        </p:spPr>
        <p:txBody>
          <a:bodyPr wrap="none" lIns="0" tIns="0" rIns="0" bIns="0" rtlCol="0" anchor="t"/>
          <a:lstStyle/>
          <a:p>
            <a:pPr marL="0" indent="0" algn="r">
              <a:lnSpc>
                <a:spcPts val="2600"/>
              </a:lnSpc>
              <a:buNone/>
            </a:pPr>
            <a:r>
              <a:rPr lang="en-US" sz="1600" b="1" dirty="0">
                <a:solidFill>
                  <a:srgbClr val="454240"/>
                </a:solidFill>
                <a:latin typeface="DM Sans" pitchFamily="34" charset="0"/>
                <a:ea typeface="DM Sans" pitchFamily="34" charset="-122"/>
                <a:cs typeface="DM Sans" pitchFamily="34" charset="-120"/>
              </a:rPr>
              <a:t>Uncles and aunts (siblings of parents)</a:t>
            </a:r>
            <a:endParaRPr lang="en-US" sz="1600" dirty="0"/>
          </a:p>
        </p:txBody>
      </p:sp>
      <p:pic>
        <p:nvPicPr>
          <p:cNvPr id="21" name="Image 8" descr="preencoded.png"/>
          <p:cNvPicPr>
            <a:picLocks noChangeAspect="1"/>
          </p:cNvPicPr>
          <p:nvPr/>
        </p:nvPicPr>
        <p:blipFill>
          <a:blip r:embed="rId15"/>
          <a:stretch>
            <a:fillRect/>
          </a:stretch>
        </p:blipFill>
        <p:spPr>
          <a:xfrm>
            <a:off x="5010745" y="2547580"/>
            <a:ext cx="4608909" cy="4608909"/>
          </a:xfrm>
          <a:prstGeom prst="rect">
            <a:avLst/>
          </a:prstGeom>
        </p:spPr>
      </p:pic>
      <p:pic>
        <p:nvPicPr>
          <p:cNvPr id="22"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574929" y="5732919"/>
            <a:ext cx="293608" cy="293608"/>
          </a:xfrm>
          <a:prstGeom prst="rect">
            <a:avLst/>
          </a:prstGeom>
        </p:spPr>
      </p:pic>
      <p:sp>
        <p:nvSpPr>
          <p:cNvPr id="23" name="Text 11"/>
          <p:cNvSpPr/>
          <p:nvPr/>
        </p:nvSpPr>
        <p:spPr>
          <a:xfrm>
            <a:off x="1982629" y="4125039"/>
            <a:ext cx="2610445" cy="326350"/>
          </a:xfrm>
          <a:prstGeom prst="rect">
            <a:avLst/>
          </a:prstGeom>
          <a:noFill/>
          <a:ln/>
        </p:spPr>
        <p:txBody>
          <a:bodyPr wrap="none" lIns="0" tIns="0" rIns="0" bIns="0" rtlCol="0" anchor="t"/>
          <a:lstStyle/>
          <a:p>
            <a:pPr marL="0" indent="0" algn="r">
              <a:lnSpc>
                <a:spcPts val="2550"/>
              </a:lnSpc>
              <a:buNone/>
            </a:pPr>
            <a:r>
              <a:rPr lang="en-US" sz="2050" b="1" dirty="0">
                <a:solidFill>
                  <a:srgbClr val="454240"/>
                </a:solidFill>
                <a:latin typeface="Libre Baskerville" pitchFamily="34" charset="0"/>
                <a:ea typeface="Libre Baskerville" pitchFamily="34" charset="-122"/>
                <a:cs typeface="Libre Baskerville" pitchFamily="34" charset="-120"/>
              </a:rPr>
              <a:t>Spouses of Above</a:t>
            </a:r>
            <a:endParaRPr lang="en-US" sz="2050" dirty="0"/>
          </a:p>
        </p:txBody>
      </p:sp>
      <p:sp>
        <p:nvSpPr>
          <p:cNvPr id="24" name="Text 12"/>
          <p:cNvSpPr/>
          <p:nvPr/>
        </p:nvSpPr>
        <p:spPr>
          <a:xfrm>
            <a:off x="730925" y="4576643"/>
            <a:ext cx="3862149" cy="668179"/>
          </a:xfrm>
          <a:prstGeom prst="rect">
            <a:avLst/>
          </a:prstGeom>
          <a:noFill/>
          <a:ln/>
        </p:spPr>
        <p:txBody>
          <a:bodyPr wrap="square" lIns="0" tIns="0" rIns="0" bIns="0" rtlCol="0" anchor="t"/>
          <a:lstStyle/>
          <a:p>
            <a:pPr marL="0" indent="0" algn="r">
              <a:lnSpc>
                <a:spcPts val="2600"/>
              </a:lnSpc>
              <a:buNone/>
            </a:pPr>
            <a:r>
              <a:rPr lang="en-US" sz="1600" b="1" dirty="0">
                <a:solidFill>
                  <a:srgbClr val="454240"/>
                </a:solidFill>
                <a:latin typeface="DM Sans" pitchFamily="34" charset="0"/>
                <a:ea typeface="DM Sans" pitchFamily="34" charset="-122"/>
                <a:cs typeface="DM Sans" pitchFamily="34" charset="-120"/>
              </a:rPr>
              <a:t>All spouses of listed relatives included</a:t>
            </a:r>
            <a:endParaRPr lang="en-US" sz="1600" dirty="0"/>
          </a:p>
        </p:txBody>
      </p:sp>
      <p:pic>
        <p:nvPicPr>
          <p:cNvPr id="25" name="Image 10" descr="preencoded.png"/>
          <p:cNvPicPr>
            <a:picLocks noChangeAspect="1"/>
          </p:cNvPicPr>
          <p:nvPr/>
        </p:nvPicPr>
        <p:blipFill>
          <a:blip r:embed="rId18"/>
          <a:stretch>
            <a:fillRect/>
          </a:stretch>
        </p:blipFill>
        <p:spPr>
          <a:xfrm>
            <a:off x="5010745" y="2547580"/>
            <a:ext cx="4608909" cy="4608909"/>
          </a:xfrm>
          <a:prstGeom prst="rect">
            <a:avLst/>
          </a:prstGeom>
        </p:spPr>
      </p:pic>
      <p:pic>
        <p:nvPicPr>
          <p:cNvPr id="26" name="Image 11"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981521" y="4705171"/>
            <a:ext cx="293608" cy="293608"/>
          </a:xfrm>
          <a:prstGeom prst="rect">
            <a:avLst/>
          </a:prstGeom>
        </p:spPr>
      </p:pic>
      <p:sp>
        <p:nvSpPr>
          <p:cNvPr id="27" name="Text 13"/>
          <p:cNvSpPr/>
          <p:nvPr/>
        </p:nvSpPr>
        <p:spPr>
          <a:xfrm>
            <a:off x="730925" y="7391400"/>
            <a:ext cx="13168551" cy="668179"/>
          </a:xfrm>
          <a:prstGeom prst="rect">
            <a:avLst/>
          </a:prstGeom>
          <a:noFill/>
          <a:ln/>
        </p:spPr>
        <p:txBody>
          <a:bodyPr wrap="square" lIns="0" tIns="0" rIns="0" bIns="0" rtlCol="0" anchor="t"/>
          <a:lstStyle/>
          <a:p>
            <a:pPr marL="0" indent="0" algn="l">
              <a:lnSpc>
                <a:spcPts val="2600"/>
              </a:lnSpc>
              <a:buNone/>
            </a:pPr>
            <a:r>
              <a:rPr lang="en-US" sz="1600" dirty="0">
                <a:solidFill>
                  <a:srgbClr val="454240"/>
                </a:solidFill>
                <a:latin typeface="DM Sans" pitchFamily="34" charset="0"/>
                <a:ea typeface="DM Sans" pitchFamily="34" charset="-122"/>
                <a:cs typeface="DM Sans" pitchFamily="34" charset="-120"/>
              </a:rPr>
              <a:t>Important Note: Cousins, in-laws beyond spouses, and other extended relations are </a:t>
            </a:r>
            <a:r>
              <a:rPr lang="en-US" sz="1600" b="1" i="1" dirty="0">
                <a:solidFill>
                  <a:srgbClr val="454240"/>
                </a:solidFill>
                <a:latin typeface="DM Sans" pitchFamily="34" charset="0"/>
                <a:ea typeface="DM Sans" pitchFamily="34" charset="-122"/>
                <a:cs typeface="DM Sans" pitchFamily="34" charset="-120"/>
              </a:rPr>
              <a:t>not</a:t>
            </a:r>
            <a:r>
              <a:rPr lang="en-US" sz="1600" dirty="0">
                <a:solidFill>
                  <a:srgbClr val="454240"/>
                </a:solidFill>
                <a:latin typeface="DM Sans" pitchFamily="34" charset="0"/>
                <a:ea typeface="DM Sans" pitchFamily="34" charset="-122"/>
                <a:cs typeface="DM Sans" pitchFamily="34" charset="-120"/>
              </a:rPr>
              <a:t> included in the definition and gifts from them attract taxation above ₹50,000.</a:t>
            </a:r>
            <a:endParaRPr lang="en-US" sz="1600" dirty="0"/>
          </a:p>
        </p:txBody>
      </p:sp>
      <mc:AlternateContent xmlns:mc="http://schemas.openxmlformats.org/markup-compatibility/2006" xmlns:p14="http://schemas.microsoft.com/office/powerpoint/2010/main">
        <mc:Choice Requires="p14">
          <p:contentPart p14:bwMode="auto" r:id="rId21">
            <p14:nvContentPartPr>
              <p14:cNvPr id="33" name="Ink 32">
                <a:extLst>
                  <a:ext uri="{FF2B5EF4-FFF2-40B4-BE49-F238E27FC236}">
                    <a16:creationId xmlns:a16="http://schemas.microsoft.com/office/drawing/2014/main" id="{CEB22AB5-F1E0-F97D-34F1-6BD5BAC8D6B0}"/>
                  </a:ext>
                </a:extLst>
              </p14:cNvPr>
              <p14:cNvContentPartPr/>
              <p14:nvPr/>
            </p14:nvContentPartPr>
            <p14:xfrm>
              <a:off x="12560676" y="7842140"/>
              <a:ext cx="1843920" cy="218880"/>
            </p14:xfrm>
          </p:contentPart>
        </mc:Choice>
        <mc:Fallback xmlns="">
          <p:pic>
            <p:nvPicPr>
              <p:cNvPr id="33" name="Ink 32">
                <a:extLst>
                  <a:ext uri="{FF2B5EF4-FFF2-40B4-BE49-F238E27FC236}">
                    <a16:creationId xmlns:a16="http://schemas.microsoft.com/office/drawing/2014/main" id="{CEB22AB5-F1E0-F97D-34F1-6BD5BAC8D6B0}"/>
                  </a:ext>
                </a:extLst>
              </p:cNvPr>
              <p:cNvPicPr/>
              <p:nvPr/>
            </p:nvPicPr>
            <p:blipFill>
              <a:blip r:embed="rId22"/>
              <a:stretch>
                <a:fillRect/>
              </a:stretch>
            </p:blipFill>
            <p:spPr>
              <a:xfrm>
                <a:off x="12498036" y="7779140"/>
                <a:ext cx="1969560" cy="344520"/>
              </a:xfrm>
              <a:prstGeom prst="rect">
                <a:avLst/>
              </a:prstGeom>
            </p:spPr>
          </p:pic>
        </mc:Fallback>
      </mc:AlternateContent>
      <p:grpSp>
        <p:nvGrpSpPr>
          <p:cNvPr id="49" name="Group 48">
            <a:extLst>
              <a:ext uri="{FF2B5EF4-FFF2-40B4-BE49-F238E27FC236}">
                <a16:creationId xmlns:a16="http://schemas.microsoft.com/office/drawing/2014/main" id="{4F72770A-EF5C-0C03-9E49-F140F20B2A10}"/>
              </a:ext>
            </a:extLst>
          </p:cNvPr>
          <p:cNvGrpSpPr/>
          <p:nvPr/>
        </p:nvGrpSpPr>
        <p:grpSpPr>
          <a:xfrm>
            <a:off x="12748596" y="7740260"/>
            <a:ext cx="1772280" cy="394200"/>
            <a:chOff x="12748596" y="7740260"/>
            <a:chExt cx="1772280" cy="394200"/>
          </a:xfrm>
        </p:grpSpPr>
        <mc:AlternateContent xmlns:mc="http://schemas.openxmlformats.org/markup-compatibility/2006" xmlns:p14="http://schemas.microsoft.com/office/powerpoint/2010/main">
          <mc:Choice Requires="p14">
            <p:contentPart p14:bwMode="auto" r:id="rId23">
              <p14:nvContentPartPr>
                <p14:cNvPr id="28" name="Ink 27">
                  <a:extLst>
                    <a:ext uri="{FF2B5EF4-FFF2-40B4-BE49-F238E27FC236}">
                      <a16:creationId xmlns:a16="http://schemas.microsoft.com/office/drawing/2014/main" id="{E6608D0F-3010-F8E6-7EA3-25B89FF100E5}"/>
                    </a:ext>
                  </a:extLst>
                </p14:cNvPr>
                <p14:cNvContentPartPr/>
                <p14:nvPr/>
              </p14:nvContentPartPr>
              <p14:xfrm>
                <a:off x="12907716" y="7782380"/>
                <a:ext cx="1490040" cy="11880"/>
              </p14:xfrm>
            </p:contentPart>
          </mc:Choice>
          <mc:Fallback xmlns="">
            <p:pic>
              <p:nvPicPr>
                <p:cNvPr id="28" name="Ink 27">
                  <a:extLst>
                    <a:ext uri="{FF2B5EF4-FFF2-40B4-BE49-F238E27FC236}">
                      <a16:creationId xmlns:a16="http://schemas.microsoft.com/office/drawing/2014/main" id="{E6608D0F-3010-F8E6-7EA3-25B89FF100E5}"/>
                    </a:ext>
                  </a:extLst>
                </p:cNvPr>
                <p:cNvPicPr/>
                <p:nvPr/>
              </p:nvPicPr>
              <p:blipFill>
                <a:blip r:embed="rId24"/>
                <a:stretch>
                  <a:fillRect/>
                </a:stretch>
              </p:blipFill>
              <p:spPr>
                <a:xfrm>
                  <a:off x="12844716" y="7719380"/>
                  <a:ext cx="16156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9" name="Ink 28">
                  <a:extLst>
                    <a:ext uri="{FF2B5EF4-FFF2-40B4-BE49-F238E27FC236}">
                      <a16:creationId xmlns:a16="http://schemas.microsoft.com/office/drawing/2014/main" id="{18EF535A-F60B-198D-7985-61B045F74344}"/>
                    </a:ext>
                  </a:extLst>
                </p14:cNvPr>
                <p14:cNvContentPartPr/>
                <p14:nvPr/>
              </p14:nvContentPartPr>
              <p14:xfrm>
                <a:off x="12812316" y="7941860"/>
                <a:ext cx="1369440" cy="43920"/>
              </p14:xfrm>
            </p:contentPart>
          </mc:Choice>
          <mc:Fallback xmlns="">
            <p:pic>
              <p:nvPicPr>
                <p:cNvPr id="29" name="Ink 28">
                  <a:extLst>
                    <a:ext uri="{FF2B5EF4-FFF2-40B4-BE49-F238E27FC236}">
                      <a16:creationId xmlns:a16="http://schemas.microsoft.com/office/drawing/2014/main" id="{18EF535A-F60B-198D-7985-61B045F74344}"/>
                    </a:ext>
                  </a:extLst>
                </p:cNvPr>
                <p:cNvPicPr/>
                <p:nvPr/>
              </p:nvPicPr>
              <p:blipFill>
                <a:blip r:embed="rId26"/>
                <a:stretch>
                  <a:fillRect/>
                </a:stretch>
              </p:blipFill>
              <p:spPr>
                <a:xfrm>
                  <a:off x="12749676" y="7878860"/>
                  <a:ext cx="149508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0" name="Ink 29">
                  <a:extLst>
                    <a:ext uri="{FF2B5EF4-FFF2-40B4-BE49-F238E27FC236}">
                      <a16:creationId xmlns:a16="http://schemas.microsoft.com/office/drawing/2014/main" id="{3AEBF920-D142-9862-3AF1-80AE1DBD0C43}"/>
                    </a:ext>
                  </a:extLst>
                </p14:cNvPr>
                <p14:cNvContentPartPr/>
                <p14:nvPr/>
              </p14:nvContentPartPr>
              <p14:xfrm>
                <a:off x="12886476" y="7888940"/>
                <a:ext cx="1429920" cy="117360"/>
              </p14:xfrm>
            </p:contentPart>
          </mc:Choice>
          <mc:Fallback xmlns="">
            <p:pic>
              <p:nvPicPr>
                <p:cNvPr id="30" name="Ink 29">
                  <a:extLst>
                    <a:ext uri="{FF2B5EF4-FFF2-40B4-BE49-F238E27FC236}">
                      <a16:creationId xmlns:a16="http://schemas.microsoft.com/office/drawing/2014/main" id="{3AEBF920-D142-9862-3AF1-80AE1DBD0C43}"/>
                    </a:ext>
                  </a:extLst>
                </p:cNvPr>
                <p:cNvPicPr/>
                <p:nvPr/>
              </p:nvPicPr>
              <p:blipFill>
                <a:blip r:embed="rId28"/>
                <a:stretch>
                  <a:fillRect/>
                </a:stretch>
              </p:blipFill>
              <p:spPr>
                <a:xfrm>
                  <a:off x="12823836" y="7825940"/>
                  <a:ext cx="15555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1" name="Ink 30">
                  <a:extLst>
                    <a:ext uri="{FF2B5EF4-FFF2-40B4-BE49-F238E27FC236}">
                      <a16:creationId xmlns:a16="http://schemas.microsoft.com/office/drawing/2014/main" id="{EEB180DE-2792-6F3E-B21D-781C45718F03}"/>
                    </a:ext>
                  </a:extLst>
                </p14:cNvPr>
                <p14:cNvContentPartPr/>
                <p14:nvPr/>
              </p14:nvContentPartPr>
              <p14:xfrm>
                <a:off x="12748596" y="7903700"/>
                <a:ext cx="1064880" cy="28800"/>
              </p14:xfrm>
            </p:contentPart>
          </mc:Choice>
          <mc:Fallback xmlns="">
            <p:pic>
              <p:nvPicPr>
                <p:cNvPr id="31" name="Ink 30">
                  <a:extLst>
                    <a:ext uri="{FF2B5EF4-FFF2-40B4-BE49-F238E27FC236}">
                      <a16:creationId xmlns:a16="http://schemas.microsoft.com/office/drawing/2014/main" id="{EEB180DE-2792-6F3E-B21D-781C45718F03}"/>
                    </a:ext>
                  </a:extLst>
                </p:cNvPr>
                <p:cNvPicPr/>
                <p:nvPr/>
              </p:nvPicPr>
              <p:blipFill>
                <a:blip r:embed="rId30"/>
                <a:stretch>
                  <a:fillRect/>
                </a:stretch>
              </p:blipFill>
              <p:spPr>
                <a:xfrm>
                  <a:off x="12685596" y="7840700"/>
                  <a:ext cx="11905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5" name="Ink 44">
                  <a:extLst>
                    <a:ext uri="{FF2B5EF4-FFF2-40B4-BE49-F238E27FC236}">
                      <a16:creationId xmlns:a16="http://schemas.microsoft.com/office/drawing/2014/main" id="{157328A0-863C-4832-A581-0397F68CDDDC}"/>
                    </a:ext>
                  </a:extLst>
                </p14:cNvPr>
                <p14:cNvContentPartPr/>
                <p14:nvPr/>
              </p14:nvContentPartPr>
              <p14:xfrm>
                <a:off x="13014276" y="7740260"/>
                <a:ext cx="298080" cy="360"/>
              </p14:xfrm>
            </p:contentPart>
          </mc:Choice>
          <mc:Fallback xmlns="">
            <p:pic>
              <p:nvPicPr>
                <p:cNvPr id="45" name="Ink 44">
                  <a:extLst>
                    <a:ext uri="{FF2B5EF4-FFF2-40B4-BE49-F238E27FC236}">
                      <a16:creationId xmlns:a16="http://schemas.microsoft.com/office/drawing/2014/main" id="{157328A0-863C-4832-A581-0397F68CDDDC}"/>
                    </a:ext>
                  </a:extLst>
                </p:cNvPr>
                <p:cNvPicPr/>
                <p:nvPr/>
              </p:nvPicPr>
              <p:blipFill>
                <a:blip r:embed="rId32"/>
                <a:stretch>
                  <a:fillRect/>
                </a:stretch>
              </p:blipFill>
              <p:spPr>
                <a:xfrm>
                  <a:off x="12951636" y="7677260"/>
                  <a:ext cx="4237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6" name="Ink 45">
                  <a:extLst>
                    <a:ext uri="{FF2B5EF4-FFF2-40B4-BE49-F238E27FC236}">
                      <a16:creationId xmlns:a16="http://schemas.microsoft.com/office/drawing/2014/main" id="{5E529ADA-C07F-12D8-17CB-DB64A5DDB069}"/>
                    </a:ext>
                  </a:extLst>
                </p14:cNvPr>
                <p14:cNvContentPartPr/>
                <p14:nvPr/>
              </p14:nvContentPartPr>
              <p14:xfrm>
                <a:off x="13959996" y="8133740"/>
                <a:ext cx="360" cy="360"/>
              </p14:xfrm>
            </p:contentPart>
          </mc:Choice>
          <mc:Fallback xmlns="">
            <p:pic>
              <p:nvPicPr>
                <p:cNvPr id="46" name="Ink 45">
                  <a:extLst>
                    <a:ext uri="{FF2B5EF4-FFF2-40B4-BE49-F238E27FC236}">
                      <a16:creationId xmlns:a16="http://schemas.microsoft.com/office/drawing/2014/main" id="{5E529ADA-C07F-12D8-17CB-DB64A5DDB069}"/>
                    </a:ext>
                  </a:extLst>
                </p:cNvPr>
                <p:cNvPicPr/>
                <p:nvPr/>
              </p:nvPicPr>
              <p:blipFill>
                <a:blip r:embed="rId34"/>
                <a:stretch>
                  <a:fillRect/>
                </a:stretch>
              </p:blipFill>
              <p:spPr>
                <a:xfrm>
                  <a:off x="13897356" y="80711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7" name="Ink 46">
                  <a:extLst>
                    <a:ext uri="{FF2B5EF4-FFF2-40B4-BE49-F238E27FC236}">
                      <a16:creationId xmlns:a16="http://schemas.microsoft.com/office/drawing/2014/main" id="{1CB83AA3-BB3D-63F7-A8FB-DEF76C45362E}"/>
                    </a:ext>
                  </a:extLst>
                </p14:cNvPr>
                <p14:cNvContentPartPr/>
                <p14:nvPr/>
              </p14:nvContentPartPr>
              <p14:xfrm>
                <a:off x="13959996" y="7825220"/>
                <a:ext cx="560880" cy="309240"/>
              </p14:xfrm>
            </p:contentPart>
          </mc:Choice>
          <mc:Fallback xmlns="">
            <p:pic>
              <p:nvPicPr>
                <p:cNvPr id="47" name="Ink 46">
                  <a:extLst>
                    <a:ext uri="{FF2B5EF4-FFF2-40B4-BE49-F238E27FC236}">
                      <a16:creationId xmlns:a16="http://schemas.microsoft.com/office/drawing/2014/main" id="{1CB83AA3-BB3D-63F7-A8FB-DEF76C45362E}"/>
                    </a:ext>
                  </a:extLst>
                </p:cNvPr>
                <p:cNvPicPr/>
                <p:nvPr/>
              </p:nvPicPr>
              <p:blipFill>
                <a:blip r:embed="rId36"/>
                <a:stretch>
                  <a:fillRect/>
                </a:stretch>
              </p:blipFill>
              <p:spPr>
                <a:xfrm>
                  <a:off x="13897356" y="7762220"/>
                  <a:ext cx="686520" cy="4348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8" name="Ink 47">
                  <a:extLst>
                    <a:ext uri="{FF2B5EF4-FFF2-40B4-BE49-F238E27FC236}">
                      <a16:creationId xmlns:a16="http://schemas.microsoft.com/office/drawing/2014/main" id="{2D0B02DB-759B-4700-6C03-10006CAE9CCF}"/>
                    </a:ext>
                  </a:extLst>
                </p14:cNvPr>
                <p14:cNvContentPartPr/>
                <p14:nvPr/>
              </p14:nvContentPartPr>
              <p14:xfrm>
                <a:off x="12780276" y="8048780"/>
                <a:ext cx="588240" cy="21960"/>
              </p14:xfrm>
            </p:contentPart>
          </mc:Choice>
          <mc:Fallback xmlns="">
            <p:pic>
              <p:nvPicPr>
                <p:cNvPr id="48" name="Ink 47">
                  <a:extLst>
                    <a:ext uri="{FF2B5EF4-FFF2-40B4-BE49-F238E27FC236}">
                      <a16:creationId xmlns:a16="http://schemas.microsoft.com/office/drawing/2014/main" id="{2D0B02DB-759B-4700-6C03-10006CAE9CCF}"/>
                    </a:ext>
                  </a:extLst>
                </p:cNvPr>
                <p:cNvPicPr/>
                <p:nvPr/>
              </p:nvPicPr>
              <p:blipFill>
                <a:blip r:embed="rId38"/>
                <a:stretch>
                  <a:fillRect/>
                </a:stretch>
              </p:blipFill>
              <p:spPr>
                <a:xfrm>
                  <a:off x="12717636" y="7986140"/>
                  <a:ext cx="713880" cy="147600"/>
                </a:xfrm>
                <a:prstGeom prst="rect">
                  <a:avLst/>
                </a:prstGeom>
              </p:spPr>
            </p:pic>
          </mc:Fallback>
        </mc:AlternateContent>
      </p:grpSp>
      <p:sp>
        <p:nvSpPr>
          <p:cNvPr id="50" name="TextBox 49">
            <a:extLst>
              <a:ext uri="{FF2B5EF4-FFF2-40B4-BE49-F238E27FC236}">
                <a16:creationId xmlns:a16="http://schemas.microsoft.com/office/drawing/2014/main" id="{2BC6A69B-2012-6BAA-2BC8-65FE4137888C}"/>
              </a:ext>
            </a:extLst>
          </p:cNvPr>
          <p:cNvSpPr txBox="1"/>
          <p:nvPr/>
        </p:nvSpPr>
        <p:spPr>
          <a:xfrm>
            <a:off x="12187876" y="7766314"/>
            <a:ext cx="3014676"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547B4-D0B3-89EB-F6F2-7E88A81BB51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0B58208-5563-15F6-4526-775B67255085}"/>
              </a:ext>
            </a:extLst>
          </p:cNvPr>
          <p:cNvSpPr/>
          <p:nvPr/>
        </p:nvSpPr>
        <p:spPr>
          <a:xfrm>
            <a:off x="793790" y="646033"/>
            <a:ext cx="10143292" cy="708779"/>
          </a:xfrm>
          <a:prstGeom prst="rect">
            <a:avLst/>
          </a:prstGeom>
          <a:noFill/>
          <a:ln/>
        </p:spPr>
        <p:txBody>
          <a:bodyPr wrap="none" lIns="0" tIns="0" rIns="0" bIns="0" rtlCol="0" anchor="t"/>
          <a:lstStyle/>
          <a:p>
            <a:pPr>
              <a:lnSpc>
                <a:spcPts val="5550"/>
              </a:lnSpc>
            </a:pPr>
            <a:r>
              <a:rPr lang="en-IN" sz="4000" b="1" dirty="0">
                <a:solidFill>
                  <a:schemeClr val="accent2">
                    <a:lumMod val="75000"/>
                  </a:schemeClr>
                </a:solidFill>
                <a:effectLst>
                  <a:outerShdw blurRad="38100" dist="38100" dir="2700000" algn="tl">
                    <a:srgbClr val="000000">
                      <a:alpha val="43137"/>
                    </a:srgbClr>
                  </a:outerShdw>
                </a:effectLst>
              </a:rPr>
              <a:t>Sections 128 &amp; 129 – Transfer of Property Act, 1882</a:t>
            </a:r>
          </a:p>
          <a:p>
            <a:pPr marL="0" indent="0" algn="l">
              <a:lnSpc>
                <a:spcPts val="5550"/>
              </a:lnSpc>
              <a:buNone/>
            </a:pPr>
            <a:endParaRPr lang="en-US" sz="4450" dirty="0"/>
          </a:p>
        </p:txBody>
      </p:sp>
      <p:sp>
        <p:nvSpPr>
          <p:cNvPr id="3" name="Shape 1">
            <a:extLst>
              <a:ext uri="{FF2B5EF4-FFF2-40B4-BE49-F238E27FC236}">
                <a16:creationId xmlns:a16="http://schemas.microsoft.com/office/drawing/2014/main" id="{FB68D859-06CB-2609-4011-45A8BB190D32}"/>
              </a:ext>
            </a:extLst>
          </p:cNvPr>
          <p:cNvSpPr/>
          <p:nvPr/>
        </p:nvSpPr>
        <p:spPr>
          <a:xfrm>
            <a:off x="793790" y="1808439"/>
            <a:ext cx="6377464" cy="4013740"/>
          </a:xfrm>
          <a:prstGeom prst="roundRect">
            <a:avLst>
              <a:gd name="adj" fmla="val 3434"/>
            </a:avLst>
          </a:prstGeom>
          <a:solidFill>
            <a:srgbClr val="FFFDFA"/>
          </a:solidFill>
          <a:ln w="30480">
            <a:solidFill>
              <a:srgbClr val="DDD3BA"/>
            </a:solidFill>
            <a:prstDash val="solid"/>
          </a:ln>
        </p:spPr>
        <p:txBody>
          <a:bodyPr/>
          <a:lstStyle/>
          <a:p>
            <a:endParaRPr lang="en-IN" dirty="0"/>
          </a:p>
        </p:txBody>
      </p:sp>
      <p:sp>
        <p:nvSpPr>
          <p:cNvPr id="4" name="Shape 2">
            <a:extLst>
              <a:ext uri="{FF2B5EF4-FFF2-40B4-BE49-F238E27FC236}">
                <a16:creationId xmlns:a16="http://schemas.microsoft.com/office/drawing/2014/main" id="{8424D244-A666-F39A-CC4E-B28E25D8ED27}"/>
              </a:ext>
            </a:extLst>
          </p:cNvPr>
          <p:cNvSpPr/>
          <p:nvPr/>
        </p:nvSpPr>
        <p:spPr>
          <a:xfrm>
            <a:off x="824270" y="1838920"/>
            <a:ext cx="6346984" cy="680442"/>
          </a:xfrm>
          <a:prstGeom prst="roundRect">
            <a:avLst>
              <a:gd name="adj" fmla="val 8626"/>
            </a:avLst>
          </a:prstGeom>
          <a:solidFill>
            <a:srgbClr val="F7EDD4"/>
          </a:solidFill>
          <a:ln/>
        </p:spPr>
        <p:txBody>
          <a:bodyPr/>
          <a:lstStyle/>
          <a:p>
            <a:endParaRPr lang="en-IN"/>
          </a:p>
        </p:txBody>
      </p:sp>
      <p:grpSp>
        <p:nvGrpSpPr>
          <p:cNvPr id="26" name="Image 0" descr="preencoded.png">
            <a:extLst>
              <a:ext uri="{FF2B5EF4-FFF2-40B4-BE49-F238E27FC236}">
                <a16:creationId xmlns:a16="http://schemas.microsoft.com/office/drawing/2014/main" id="{7684C4E2-B293-38DF-67CC-1856BF3520C0}"/>
              </a:ext>
            </a:extLst>
          </p:cNvPr>
          <p:cNvGrpSpPr/>
          <p:nvPr/>
        </p:nvGrpSpPr>
        <p:grpSpPr>
          <a:xfrm>
            <a:off x="3827718" y="2004954"/>
            <a:ext cx="312536" cy="312769"/>
            <a:chOff x="3827718" y="2004954"/>
            <a:chExt cx="312536" cy="312769"/>
          </a:xfrm>
          <a:noFill/>
        </p:grpSpPr>
        <p:sp>
          <p:nvSpPr>
            <p:cNvPr id="28" name="Freeform: Shape 27">
              <a:extLst>
                <a:ext uri="{FF2B5EF4-FFF2-40B4-BE49-F238E27FC236}">
                  <a16:creationId xmlns:a16="http://schemas.microsoft.com/office/drawing/2014/main" id="{2FB5D86B-6969-9748-234E-B1A935575CC1}"/>
                </a:ext>
              </a:extLst>
            </p:cNvPr>
            <p:cNvSpPr/>
            <p:nvPr/>
          </p:nvSpPr>
          <p:spPr>
            <a:xfrm>
              <a:off x="4026676" y="2014979"/>
              <a:ext cx="43961" cy="24717"/>
            </a:xfrm>
            <a:custGeom>
              <a:avLst/>
              <a:gdLst>
                <a:gd name="connsiteX0" fmla="*/ 43962 w 43961"/>
                <a:gd name="connsiteY0" fmla="*/ 24489 h 24717"/>
                <a:gd name="connsiteX1" fmla="*/ 30596 w 43961"/>
                <a:gd name="connsiteY1" fmla="*/ 23301 h 24717"/>
                <a:gd name="connsiteX2" fmla="*/ 7762 w 43961"/>
                <a:gd name="connsiteY2" fmla="*/ 5783 h 24717"/>
                <a:gd name="connsiteX3" fmla="*/ 0 w 43961"/>
                <a:gd name="connsiteY3" fmla="*/ 0 h 24717"/>
              </a:gdLst>
              <a:ahLst/>
              <a:cxnLst>
                <a:cxn ang="0">
                  <a:pos x="connsiteX0" y="connsiteY0"/>
                </a:cxn>
                <a:cxn ang="0">
                  <a:pos x="connsiteX1" y="connsiteY1"/>
                </a:cxn>
                <a:cxn ang="0">
                  <a:pos x="connsiteX2" y="connsiteY2"/>
                </a:cxn>
                <a:cxn ang="0">
                  <a:pos x="connsiteX3" y="connsiteY3"/>
                </a:cxn>
              </a:cxnLst>
              <a:rect l="l" t="t" r="r" b="b"/>
              <a:pathLst>
                <a:path w="43961" h="24717">
                  <a:moveTo>
                    <a:pt x="43962" y="24489"/>
                  </a:moveTo>
                  <a:cubicBezTo>
                    <a:pt x="35915" y="25045"/>
                    <a:pt x="33769" y="24563"/>
                    <a:pt x="30596" y="23301"/>
                  </a:cubicBezTo>
                  <a:cubicBezTo>
                    <a:pt x="27509" y="21460"/>
                    <a:pt x="24471" y="19265"/>
                    <a:pt x="7762" y="5783"/>
                  </a:cubicBezTo>
                  <a:lnTo>
                    <a:pt x="0" y="0"/>
                  </a:lnTo>
                </a:path>
              </a:pathLst>
            </a:custGeom>
            <a:noFill/>
            <a:ln w="13467" cap="rnd">
              <a:solidFill>
                <a:srgbClr val="454240"/>
              </a:solidFill>
              <a:prstDash val="solid"/>
              <a:round/>
            </a:ln>
          </p:spPr>
          <p:txBody>
            <a:bodyPr rtlCol="0" anchor="ctr"/>
            <a:lstStyle/>
            <a:p>
              <a:endParaRPr lang="en-IN"/>
            </a:p>
          </p:txBody>
        </p:sp>
        <p:sp>
          <p:nvSpPr>
            <p:cNvPr id="32" name="Freeform: Shape 31">
              <a:extLst>
                <a:ext uri="{FF2B5EF4-FFF2-40B4-BE49-F238E27FC236}">
                  <a16:creationId xmlns:a16="http://schemas.microsoft.com/office/drawing/2014/main" id="{A560A8E8-36B7-3104-2C21-3943D4743ED3}"/>
                </a:ext>
              </a:extLst>
            </p:cNvPr>
            <p:cNvSpPr/>
            <p:nvPr/>
          </p:nvSpPr>
          <p:spPr>
            <a:xfrm>
              <a:off x="3870965" y="2017733"/>
              <a:ext cx="86545" cy="34883"/>
            </a:xfrm>
            <a:custGeom>
              <a:avLst/>
              <a:gdLst>
                <a:gd name="connsiteX0" fmla="*/ 86546 w 86545"/>
                <a:gd name="connsiteY0" fmla="*/ 0 h 34883"/>
                <a:gd name="connsiteX1" fmla="*/ 57232 w 86545"/>
                <a:gd name="connsiteY1" fmla="*/ 1212 h 34883"/>
                <a:gd name="connsiteX2" fmla="*/ 29644 w 86545"/>
                <a:gd name="connsiteY2" fmla="*/ 15494 h 34883"/>
                <a:gd name="connsiteX3" fmla="*/ 0 w 86545"/>
                <a:gd name="connsiteY3" fmla="*/ 34883 h 34883"/>
              </a:gdLst>
              <a:ahLst/>
              <a:cxnLst>
                <a:cxn ang="0">
                  <a:pos x="connsiteX0" y="connsiteY0"/>
                </a:cxn>
                <a:cxn ang="0">
                  <a:pos x="connsiteX1" y="connsiteY1"/>
                </a:cxn>
                <a:cxn ang="0">
                  <a:pos x="connsiteX2" y="connsiteY2"/>
                </a:cxn>
                <a:cxn ang="0">
                  <a:pos x="connsiteX3" y="connsiteY3"/>
                </a:cxn>
              </a:cxnLst>
              <a:rect l="l" t="t" r="r" b="b"/>
              <a:pathLst>
                <a:path w="86545" h="34883">
                  <a:moveTo>
                    <a:pt x="86546" y="0"/>
                  </a:moveTo>
                  <a:cubicBezTo>
                    <a:pt x="69996" y="67"/>
                    <a:pt x="62365" y="388"/>
                    <a:pt x="57232" y="1212"/>
                  </a:cubicBezTo>
                  <a:cubicBezTo>
                    <a:pt x="51504" y="3105"/>
                    <a:pt x="43629" y="7029"/>
                    <a:pt x="29644" y="15494"/>
                  </a:cubicBezTo>
                  <a:cubicBezTo>
                    <a:pt x="19878" y="21682"/>
                    <a:pt x="9997" y="28145"/>
                    <a:pt x="0" y="34883"/>
                  </a:cubicBezTo>
                </a:path>
              </a:pathLst>
            </a:custGeom>
            <a:noFill/>
            <a:ln w="13467" cap="rnd">
              <a:solidFill>
                <a:srgbClr val="454240"/>
              </a:solidFill>
              <a:prstDash val="solid"/>
              <a:round/>
            </a:ln>
          </p:spPr>
          <p:txBody>
            <a:bodyPr rtlCol="0" anchor="ctr"/>
            <a:lstStyle/>
            <a:p>
              <a:endParaRPr lang="en-IN"/>
            </a:p>
          </p:txBody>
        </p:sp>
        <p:sp>
          <p:nvSpPr>
            <p:cNvPr id="33" name="Freeform: Shape 32">
              <a:extLst>
                <a:ext uri="{FF2B5EF4-FFF2-40B4-BE49-F238E27FC236}">
                  <a16:creationId xmlns:a16="http://schemas.microsoft.com/office/drawing/2014/main" id="{9CBD1687-EB5E-58D7-3807-D28C335F0194}"/>
                </a:ext>
              </a:extLst>
            </p:cNvPr>
            <p:cNvSpPr/>
            <p:nvPr/>
          </p:nvSpPr>
          <p:spPr>
            <a:xfrm>
              <a:off x="4034628" y="2117278"/>
              <a:ext cx="16406" cy="24660"/>
            </a:xfrm>
            <a:custGeom>
              <a:avLst/>
              <a:gdLst>
                <a:gd name="connsiteX0" fmla="*/ 16407 w 16406"/>
                <a:gd name="connsiteY0" fmla="*/ 24660 h 24660"/>
                <a:gd name="connsiteX1" fmla="*/ 9967 w 16406"/>
                <a:gd name="connsiteY1" fmla="*/ 11478 h 24660"/>
                <a:gd name="connsiteX2" fmla="*/ 0 w 16406"/>
                <a:gd name="connsiteY2" fmla="*/ 0 h 24660"/>
              </a:gdLst>
              <a:ahLst/>
              <a:cxnLst>
                <a:cxn ang="0">
                  <a:pos x="connsiteX0" y="connsiteY0"/>
                </a:cxn>
                <a:cxn ang="0">
                  <a:pos x="connsiteX1" y="connsiteY1"/>
                </a:cxn>
                <a:cxn ang="0">
                  <a:pos x="connsiteX2" y="connsiteY2"/>
                </a:cxn>
              </a:cxnLst>
              <a:rect l="l" t="t" r="r" b="b"/>
              <a:pathLst>
                <a:path w="16406" h="24660">
                  <a:moveTo>
                    <a:pt x="16407" y="24660"/>
                  </a:moveTo>
                  <a:cubicBezTo>
                    <a:pt x="15542" y="20318"/>
                    <a:pt x="13918" y="16694"/>
                    <a:pt x="9967" y="11478"/>
                  </a:cubicBezTo>
                  <a:lnTo>
                    <a:pt x="0" y="0"/>
                  </a:lnTo>
                </a:path>
              </a:pathLst>
            </a:custGeom>
            <a:noFill/>
            <a:ln w="13467" cap="rnd">
              <a:solidFill>
                <a:srgbClr val="454240"/>
              </a:solidFill>
              <a:prstDash val="solid"/>
              <a:round/>
            </a:ln>
          </p:spPr>
          <p:txBody>
            <a:bodyPr rtlCol="0" anchor="ctr"/>
            <a:lstStyle/>
            <a:p>
              <a:endParaRPr lang="en-IN"/>
            </a:p>
          </p:txBody>
        </p:sp>
        <p:sp>
          <p:nvSpPr>
            <p:cNvPr id="34" name="Freeform: Shape 33">
              <a:extLst>
                <a:ext uri="{FF2B5EF4-FFF2-40B4-BE49-F238E27FC236}">
                  <a16:creationId xmlns:a16="http://schemas.microsoft.com/office/drawing/2014/main" id="{C7DC63BF-233A-C3B6-56C7-741157B2BC31}"/>
                </a:ext>
              </a:extLst>
            </p:cNvPr>
            <p:cNvSpPr/>
            <p:nvPr/>
          </p:nvSpPr>
          <p:spPr>
            <a:xfrm>
              <a:off x="3928860" y="2187121"/>
              <a:ext cx="38785" cy="18250"/>
            </a:xfrm>
            <a:custGeom>
              <a:avLst/>
              <a:gdLst>
                <a:gd name="connsiteX0" fmla="*/ 38786 w 38785"/>
                <a:gd name="connsiteY0" fmla="*/ 0 h 18250"/>
                <a:gd name="connsiteX1" fmla="*/ 33244 w 38785"/>
                <a:gd name="connsiteY1" fmla="*/ 12950 h 18250"/>
                <a:gd name="connsiteX2" fmla="*/ 25720 w 38785"/>
                <a:gd name="connsiteY2" fmla="*/ 17781 h 18250"/>
                <a:gd name="connsiteX3" fmla="*/ 16587 w 38785"/>
                <a:gd name="connsiteY3" fmla="*/ 17817 h 18250"/>
                <a:gd name="connsiteX4" fmla="*/ 7554 w 38785"/>
                <a:gd name="connsiteY4" fmla="*/ 12199 h 18250"/>
                <a:gd name="connsiteX5" fmla="*/ 0 w 38785"/>
                <a:gd name="connsiteY5" fmla="*/ 4913 h 1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85" h="18250">
                  <a:moveTo>
                    <a:pt x="38786" y="0"/>
                  </a:moveTo>
                  <a:cubicBezTo>
                    <a:pt x="36181" y="8284"/>
                    <a:pt x="35399" y="9933"/>
                    <a:pt x="33244" y="12950"/>
                  </a:cubicBezTo>
                  <a:cubicBezTo>
                    <a:pt x="30395" y="15475"/>
                    <a:pt x="28825" y="16455"/>
                    <a:pt x="25720" y="17781"/>
                  </a:cubicBezTo>
                  <a:cubicBezTo>
                    <a:pt x="22669" y="18391"/>
                    <a:pt x="19649" y="18410"/>
                    <a:pt x="16587" y="17817"/>
                  </a:cubicBezTo>
                  <a:cubicBezTo>
                    <a:pt x="15054" y="17289"/>
                    <a:pt x="12025" y="15716"/>
                    <a:pt x="7554" y="12199"/>
                  </a:cubicBezTo>
                  <a:lnTo>
                    <a:pt x="0" y="4913"/>
                  </a:lnTo>
                </a:path>
              </a:pathLst>
            </a:custGeom>
            <a:noFill/>
            <a:ln w="13467" cap="rnd">
              <a:solidFill>
                <a:srgbClr val="454240"/>
              </a:solidFill>
              <a:prstDash val="solid"/>
              <a:round/>
            </a:ln>
          </p:spPr>
          <p:txBody>
            <a:bodyPr rtlCol="0" anchor="ctr"/>
            <a:lstStyle/>
            <a:p>
              <a:endParaRPr lang="en-IN"/>
            </a:p>
          </p:txBody>
        </p:sp>
        <p:sp>
          <p:nvSpPr>
            <p:cNvPr id="35" name="Freeform: Shape 34">
              <a:extLst>
                <a:ext uri="{FF2B5EF4-FFF2-40B4-BE49-F238E27FC236}">
                  <a16:creationId xmlns:a16="http://schemas.microsoft.com/office/drawing/2014/main" id="{19D211EA-ACF3-5232-0306-D9640B6DB62E}"/>
                </a:ext>
              </a:extLst>
            </p:cNvPr>
            <p:cNvSpPr/>
            <p:nvPr/>
          </p:nvSpPr>
          <p:spPr>
            <a:xfrm>
              <a:off x="3996843" y="2294449"/>
              <a:ext cx="1105" cy="14904"/>
            </a:xfrm>
            <a:custGeom>
              <a:avLst/>
              <a:gdLst>
                <a:gd name="connsiteX0" fmla="*/ 1105 w 1105"/>
                <a:gd name="connsiteY0" fmla="*/ 14904 h 14904"/>
                <a:gd name="connsiteX1" fmla="*/ 0 w 1105"/>
                <a:gd name="connsiteY1" fmla="*/ 0 h 14904"/>
              </a:gdLst>
              <a:ahLst/>
              <a:cxnLst>
                <a:cxn ang="0">
                  <a:pos x="connsiteX0" y="connsiteY0"/>
                </a:cxn>
                <a:cxn ang="0">
                  <a:pos x="connsiteX1" y="connsiteY1"/>
                </a:cxn>
              </a:cxnLst>
              <a:rect l="l" t="t" r="r" b="b"/>
              <a:pathLst>
                <a:path w="1105" h="14904">
                  <a:moveTo>
                    <a:pt x="1105" y="14904"/>
                  </a:moveTo>
                  <a:cubicBezTo>
                    <a:pt x="394" y="12861"/>
                    <a:pt x="3" y="10611"/>
                    <a:pt x="0" y="0"/>
                  </a:cubicBezTo>
                </a:path>
              </a:pathLst>
            </a:custGeom>
            <a:noFill/>
            <a:ln w="13467" cap="rnd">
              <a:solidFill>
                <a:srgbClr val="454240"/>
              </a:solidFill>
              <a:prstDash val="solid"/>
              <a:round/>
            </a:ln>
          </p:spPr>
          <p:txBody>
            <a:bodyPr rtlCol="0" anchor="ctr"/>
            <a:lstStyle/>
            <a:p>
              <a:endParaRPr lang="en-IN"/>
            </a:p>
          </p:txBody>
        </p:sp>
        <p:sp>
          <p:nvSpPr>
            <p:cNvPr id="36" name="Freeform: Shape 35">
              <a:extLst>
                <a:ext uri="{FF2B5EF4-FFF2-40B4-BE49-F238E27FC236}">
                  <a16:creationId xmlns:a16="http://schemas.microsoft.com/office/drawing/2014/main" id="{EB31469F-688C-1EA4-4564-21F0842F9004}"/>
                </a:ext>
              </a:extLst>
            </p:cNvPr>
            <p:cNvSpPr/>
            <p:nvPr/>
          </p:nvSpPr>
          <p:spPr>
            <a:xfrm>
              <a:off x="3996889" y="2161710"/>
              <a:ext cx="12116" cy="12684"/>
            </a:xfrm>
            <a:custGeom>
              <a:avLst/>
              <a:gdLst>
                <a:gd name="connsiteX0" fmla="*/ 0 w 12116"/>
                <a:gd name="connsiteY0" fmla="*/ 12684 h 12684"/>
                <a:gd name="connsiteX1" fmla="*/ 2070 w 12116"/>
                <a:gd name="connsiteY1" fmla="*/ 6290 h 12684"/>
                <a:gd name="connsiteX2" fmla="*/ 7362 w 12116"/>
                <a:gd name="connsiteY2" fmla="*/ 1496 h 12684"/>
                <a:gd name="connsiteX3" fmla="*/ 12116 w 12116"/>
                <a:gd name="connsiteY3" fmla="*/ 0 h 12684"/>
              </a:gdLst>
              <a:ahLst/>
              <a:cxnLst>
                <a:cxn ang="0">
                  <a:pos x="connsiteX0" y="connsiteY0"/>
                </a:cxn>
                <a:cxn ang="0">
                  <a:pos x="connsiteX1" y="connsiteY1"/>
                </a:cxn>
                <a:cxn ang="0">
                  <a:pos x="connsiteX2" y="connsiteY2"/>
                </a:cxn>
                <a:cxn ang="0">
                  <a:pos x="connsiteX3" y="connsiteY3"/>
                </a:cxn>
              </a:cxnLst>
              <a:rect l="l" t="t" r="r" b="b"/>
              <a:pathLst>
                <a:path w="12116" h="12684">
                  <a:moveTo>
                    <a:pt x="0" y="12684"/>
                  </a:moveTo>
                  <a:cubicBezTo>
                    <a:pt x="308" y="10431"/>
                    <a:pt x="977" y="8345"/>
                    <a:pt x="2070" y="6290"/>
                  </a:cubicBezTo>
                  <a:cubicBezTo>
                    <a:pt x="3481" y="4480"/>
                    <a:pt x="5240" y="2861"/>
                    <a:pt x="7362" y="1496"/>
                  </a:cubicBezTo>
                  <a:cubicBezTo>
                    <a:pt x="8716" y="928"/>
                    <a:pt x="10300" y="430"/>
                    <a:pt x="12116" y="0"/>
                  </a:cubicBezTo>
                </a:path>
              </a:pathLst>
            </a:custGeom>
            <a:noFill/>
            <a:ln w="13467" cap="rnd">
              <a:solidFill>
                <a:srgbClr val="454240"/>
              </a:solidFill>
              <a:prstDash val="solid"/>
              <a:round/>
            </a:ln>
          </p:spPr>
          <p:txBody>
            <a:bodyPr rtlCol="0" anchor="ctr"/>
            <a:lstStyle/>
            <a:p>
              <a:endParaRPr lang="en-IN"/>
            </a:p>
          </p:txBody>
        </p:sp>
        <p:sp>
          <p:nvSpPr>
            <p:cNvPr id="37" name="Freeform: Shape 36">
              <a:extLst>
                <a:ext uri="{FF2B5EF4-FFF2-40B4-BE49-F238E27FC236}">
                  <a16:creationId xmlns:a16="http://schemas.microsoft.com/office/drawing/2014/main" id="{4A4A8314-BA7A-13AA-5221-925DC9542C0B}"/>
                </a:ext>
              </a:extLst>
            </p:cNvPr>
            <p:cNvSpPr/>
            <p:nvPr/>
          </p:nvSpPr>
          <p:spPr>
            <a:xfrm>
              <a:off x="4126056" y="2161517"/>
              <a:ext cx="14195" cy="12446"/>
            </a:xfrm>
            <a:custGeom>
              <a:avLst/>
              <a:gdLst>
                <a:gd name="connsiteX0" fmla="*/ 0 w 14195"/>
                <a:gd name="connsiteY0" fmla="*/ 0 h 12446"/>
                <a:gd name="connsiteX1" fmla="*/ 7576 w 14195"/>
                <a:gd name="connsiteY1" fmla="*/ 2226 h 12446"/>
                <a:gd name="connsiteX2" fmla="*/ 12922 w 14195"/>
                <a:gd name="connsiteY2" fmla="*/ 7951 h 12446"/>
                <a:gd name="connsiteX3" fmla="*/ 14196 w 14195"/>
                <a:gd name="connsiteY3" fmla="*/ 12446 h 12446"/>
              </a:gdLst>
              <a:ahLst/>
              <a:cxnLst>
                <a:cxn ang="0">
                  <a:pos x="connsiteX0" y="connsiteY0"/>
                </a:cxn>
                <a:cxn ang="0">
                  <a:pos x="connsiteX1" y="connsiteY1"/>
                </a:cxn>
                <a:cxn ang="0">
                  <a:pos x="connsiteX2" y="connsiteY2"/>
                </a:cxn>
                <a:cxn ang="0">
                  <a:pos x="connsiteX3" y="connsiteY3"/>
                </a:cxn>
              </a:cxnLst>
              <a:rect l="l" t="t" r="r" b="b"/>
              <a:pathLst>
                <a:path w="14195" h="12446">
                  <a:moveTo>
                    <a:pt x="0" y="0"/>
                  </a:moveTo>
                  <a:cubicBezTo>
                    <a:pt x="2800" y="315"/>
                    <a:pt x="5200" y="1029"/>
                    <a:pt x="7576" y="2226"/>
                  </a:cubicBezTo>
                  <a:cubicBezTo>
                    <a:pt x="9890" y="3973"/>
                    <a:pt x="11567" y="5762"/>
                    <a:pt x="12922" y="7951"/>
                  </a:cubicBezTo>
                  <a:cubicBezTo>
                    <a:pt x="13506" y="9445"/>
                    <a:pt x="13930" y="10944"/>
                    <a:pt x="14196" y="12446"/>
                  </a:cubicBezTo>
                </a:path>
              </a:pathLst>
            </a:custGeom>
            <a:noFill/>
            <a:ln w="13467" cap="rnd">
              <a:solidFill>
                <a:srgbClr val="454240"/>
              </a:solidFill>
              <a:prstDash val="solid"/>
              <a:round/>
            </a:ln>
          </p:spPr>
          <p:txBody>
            <a:bodyPr rtlCol="0" anchor="ctr"/>
            <a:lstStyle/>
            <a:p>
              <a:endParaRPr lang="en-IN"/>
            </a:p>
          </p:txBody>
        </p:sp>
        <p:sp>
          <p:nvSpPr>
            <p:cNvPr id="38" name="Freeform: Shape 37">
              <a:extLst>
                <a:ext uri="{FF2B5EF4-FFF2-40B4-BE49-F238E27FC236}">
                  <a16:creationId xmlns:a16="http://schemas.microsoft.com/office/drawing/2014/main" id="{95EEFE9B-B815-B67C-DB9E-6C2A89F53048}"/>
                </a:ext>
              </a:extLst>
            </p:cNvPr>
            <p:cNvSpPr/>
            <p:nvPr/>
          </p:nvSpPr>
          <p:spPr>
            <a:xfrm>
              <a:off x="4126252" y="2304960"/>
              <a:ext cx="14003" cy="12714"/>
            </a:xfrm>
            <a:custGeom>
              <a:avLst/>
              <a:gdLst>
                <a:gd name="connsiteX0" fmla="*/ 14003 w 14003"/>
                <a:gd name="connsiteY0" fmla="*/ 0 h 12714"/>
                <a:gd name="connsiteX1" fmla="*/ 11442 w 14003"/>
                <a:gd name="connsiteY1" fmla="*/ 6791 h 12714"/>
                <a:gd name="connsiteX2" fmla="*/ 4739 w 14003"/>
                <a:gd name="connsiteY2" fmla="*/ 11671 h 12714"/>
                <a:gd name="connsiteX3" fmla="*/ 0 w 14003"/>
                <a:gd name="connsiteY3" fmla="*/ 12715 h 12714"/>
              </a:gdLst>
              <a:ahLst/>
              <a:cxnLst>
                <a:cxn ang="0">
                  <a:pos x="connsiteX0" y="connsiteY0"/>
                </a:cxn>
                <a:cxn ang="0">
                  <a:pos x="connsiteX1" y="connsiteY1"/>
                </a:cxn>
                <a:cxn ang="0">
                  <a:pos x="connsiteX2" y="connsiteY2"/>
                </a:cxn>
                <a:cxn ang="0">
                  <a:pos x="connsiteX3" y="connsiteY3"/>
                </a:cxn>
              </a:cxnLst>
              <a:rect l="l" t="t" r="r" b="b"/>
              <a:pathLst>
                <a:path w="14003" h="12714">
                  <a:moveTo>
                    <a:pt x="14003" y="0"/>
                  </a:moveTo>
                  <a:cubicBezTo>
                    <a:pt x="13548" y="2638"/>
                    <a:pt x="12657" y="4883"/>
                    <a:pt x="11442" y="6791"/>
                  </a:cubicBezTo>
                  <a:cubicBezTo>
                    <a:pt x="9606" y="8736"/>
                    <a:pt x="7347" y="10382"/>
                    <a:pt x="4739" y="11671"/>
                  </a:cubicBezTo>
                  <a:cubicBezTo>
                    <a:pt x="3465" y="12077"/>
                    <a:pt x="1885" y="12425"/>
                    <a:pt x="0" y="12715"/>
                  </a:cubicBezTo>
                </a:path>
              </a:pathLst>
            </a:custGeom>
            <a:noFill/>
            <a:ln w="13467" cap="rnd">
              <a:solidFill>
                <a:srgbClr val="454240"/>
              </a:solidFill>
              <a:prstDash val="solid"/>
              <a:round/>
            </a:ln>
          </p:spPr>
          <p:txBody>
            <a:bodyPr rtlCol="0" anchor="ctr"/>
            <a:lstStyle/>
            <a:p>
              <a:endParaRPr lang="en-IN"/>
            </a:p>
          </p:txBody>
        </p:sp>
        <p:sp>
          <p:nvSpPr>
            <p:cNvPr id="39" name="Freeform: Shape 38">
              <a:extLst>
                <a:ext uri="{FF2B5EF4-FFF2-40B4-BE49-F238E27FC236}">
                  <a16:creationId xmlns:a16="http://schemas.microsoft.com/office/drawing/2014/main" id="{5A24C544-CE83-670D-4CF3-B230A9516A4D}"/>
                </a:ext>
              </a:extLst>
            </p:cNvPr>
            <p:cNvSpPr/>
            <p:nvPr/>
          </p:nvSpPr>
          <p:spPr>
            <a:xfrm>
              <a:off x="3997949" y="2309354"/>
              <a:ext cx="12427" cy="8369"/>
            </a:xfrm>
            <a:custGeom>
              <a:avLst/>
              <a:gdLst>
                <a:gd name="connsiteX0" fmla="*/ 12428 w 12427"/>
                <a:gd name="connsiteY0" fmla="*/ 8370 h 8369"/>
                <a:gd name="connsiteX1" fmla="*/ 2006 w 12427"/>
                <a:gd name="connsiteY1" fmla="*/ 3075 h 8369"/>
                <a:gd name="connsiteX2" fmla="*/ 0 w 12427"/>
                <a:gd name="connsiteY2" fmla="*/ 0 h 8369"/>
              </a:gdLst>
              <a:ahLst/>
              <a:cxnLst>
                <a:cxn ang="0">
                  <a:pos x="connsiteX0" y="connsiteY0"/>
                </a:cxn>
                <a:cxn ang="0">
                  <a:pos x="connsiteX1" y="connsiteY1"/>
                </a:cxn>
                <a:cxn ang="0">
                  <a:pos x="connsiteX2" y="connsiteY2"/>
                </a:cxn>
              </a:cxnLst>
              <a:rect l="l" t="t" r="r" b="b"/>
              <a:pathLst>
                <a:path w="12427" h="8369">
                  <a:moveTo>
                    <a:pt x="12428" y="8370"/>
                  </a:moveTo>
                  <a:cubicBezTo>
                    <a:pt x="8431" y="7417"/>
                    <a:pt x="4727" y="5481"/>
                    <a:pt x="2006" y="3075"/>
                  </a:cubicBezTo>
                  <a:cubicBezTo>
                    <a:pt x="941" y="1686"/>
                    <a:pt x="273" y="660"/>
                    <a:pt x="0" y="0"/>
                  </a:cubicBezTo>
                </a:path>
              </a:pathLst>
            </a:custGeom>
            <a:noFill/>
            <a:ln w="13467" cap="rnd">
              <a:solidFill>
                <a:srgbClr val="454240"/>
              </a:solidFill>
              <a:prstDash val="solid"/>
              <a:round/>
            </a:ln>
          </p:spPr>
          <p:txBody>
            <a:bodyPr rtlCol="0" anchor="ctr"/>
            <a:lstStyle/>
            <a:p>
              <a:endParaRPr lang="en-IN"/>
            </a:p>
          </p:txBody>
        </p:sp>
        <p:sp>
          <p:nvSpPr>
            <p:cNvPr id="40" name="Freeform: Shape 39">
              <a:extLst>
                <a:ext uri="{FF2B5EF4-FFF2-40B4-BE49-F238E27FC236}">
                  <a16:creationId xmlns:a16="http://schemas.microsoft.com/office/drawing/2014/main" id="{4F9194B4-398E-3189-B6DB-D87A156788C6}"/>
                </a:ext>
              </a:extLst>
            </p:cNvPr>
            <p:cNvSpPr/>
            <p:nvPr/>
          </p:nvSpPr>
          <p:spPr>
            <a:xfrm>
              <a:off x="3904763" y="2050058"/>
              <a:ext cx="31727" cy="43337"/>
            </a:xfrm>
            <a:custGeom>
              <a:avLst/>
              <a:gdLst>
                <a:gd name="connsiteX0" fmla="*/ 31727 w 31727"/>
                <a:gd name="connsiteY0" fmla="*/ 36633 h 43337"/>
                <a:gd name="connsiteX1" fmla="*/ 19583 w 31727"/>
                <a:gd name="connsiteY1" fmla="*/ 43250 h 43337"/>
                <a:gd name="connsiteX2" fmla="*/ 12295 w 31727"/>
                <a:gd name="connsiteY2" fmla="*/ 42682 h 43337"/>
                <a:gd name="connsiteX3" fmla="*/ 6252 w 31727"/>
                <a:gd name="connsiteY3" fmla="*/ 39161 h 43337"/>
                <a:gd name="connsiteX4" fmla="*/ 1216 w 31727"/>
                <a:gd name="connsiteY4" fmla="*/ 32190 h 43337"/>
                <a:gd name="connsiteX5" fmla="*/ 194 w 31727"/>
                <a:gd name="connsiteY5" fmla="*/ 21628 h 43337"/>
                <a:gd name="connsiteX6" fmla="*/ 5775 w 31727"/>
                <a:gd name="connsiteY6" fmla="*/ 11820 h 43337"/>
                <a:gd name="connsiteX7" fmla="*/ 17870 w 31727"/>
                <a:gd name="connsiteY7" fmla="*/ 0 h 43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27" h="43337">
                  <a:moveTo>
                    <a:pt x="31727" y="36633"/>
                  </a:moveTo>
                  <a:cubicBezTo>
                    <a:pt x="26542" y="40597"/>
                    <a:pt x="23687" y="42090"/>
                    <a:pt x="19583" y="43250"/>
                  </a:cubicBezTo>
                  <a:cubicBezTo>
                    <a:pt x="16909" y="43467"/>
                    <a:pt x="14634" y="43281"/>
                    <a:pt x="12295" y="42682"/>
                  </a:cubicBezTo>
                  <a:cubicBezTo>
                    <a:pt x="10405" y="41906"/>
                    <a:pt x="8325" y="40725"/>
                    <a:pt x="6252" y="39161"/>
                  </a:cubicBezTo>
                  <a:cubicBezTo>
                    <a:pt x="4557" y="37512"/>
                    <a:pt x="3046" y="35558"/>
                    <a:pt x="1216" y="32190"/>
                  </a:cubicBezTo>
                  <a:cubicBezTo>
                    <a:pt x="65" y="28465"/>
                    <a:pt x="-252" y="25210"/>
                    <a:pt x="194" y="21628"/>
                  </a:cubicBezTo>
                  <a:cubicBezTo>
                    <a:pt x="1699" y="17579"/>
                    <a:pt x="3644" y="14397"/>
                    <a:pt x="5775" y="11820"/>
                  </a:cubicBezTo>
                  <a:lnTo>
                    <a:pt x="17870" y="0"/>
                  </a:lnTo>
                </a:path>
              </a:pathLst>
            </a:custGeom>
            <a:noFill/>
            <a:ln w="13467" cap="rnd">
              <a:solidFill>
                <a:srgbClr val="454240"/>
              </a:solidFill>
              <a:prstDash val="solid"/>
              <a:round/>
            </a:ln>
          </p:spPr>
          <p:txBody>
            <a:bodyPr rtlCol="0" anchor="ctr"/>
            <a:lstStyle/>
            <a:p>
              <a:endParaRPr lang="en-IN"/>
            </a:p>
          </p:txBody>
        </p:sp>
        <p:sp>
          <p:nvSpPr>
            <p:cNvPr id="41" name="Freeform: Shape 40">
              <a:extLst>
                <a:ext uri="{FF2B5EF4-FFF2-40B4-BE49-F238E27FC236}">
                  <a16:creationId xmlns:a16="http://schemas.microsoft.com/office/drawing/2014/main" id="{DF3CB1CA-E839-8559-14D4-37D8B608E678}"/>
                </a:ext>
              </a:extLst>
            </p:cNvPr>
            <p:cNvSpPr/>
            <p:nvPr/>
          </p:nvSpPr>
          <p:spPr>
            <a:xfrm>
              <a:off x="4108676" y="2039523"/>
              <a:ext cx="351" cy="102433"/>
            </a:xfrm>
            <a:custGeom>
              <a:avLst/>
              <a:gdLst>
                <a:gd name="connsiteX0" fmla="*/ 351 w 351"/>
                <a:gd name="connsiteY0" fmla="*/ 102433 h 102433"/>
                <a:gd name="connsiteX1" fmla="*/ 0 w 351"/>
                <a:gd name="connsiteY1" fmla="*/ 0 h 102433"/>
              </a:gdLst>
              <a:ahLst/>
              <a:cxnLst>
                <a:cxn ang="0">
                  <a:pos x="connsiteX0" y="connsiteY0"/>
                </a:cxn>
                <a:cxn ang="0">
                  <a:pos x="connsiteX1" y="connsiteY1"/>
                </a:cxn>
              </a:cxnLst>
              <a:rect l="l" t="t" r="r" b="b"/>
              <a:pathLst>
                <a:path w="351" h="102433">
                  <a:moveTo>
                    <a:pt x="351" y="102433"/>
                  </a:moveTo>
                  <a:lnTo>
                    <a:pt x="0" y="0"/>
                  </a:lnTo>
                </a:path>
              </a:pathLst>
            </a:custGeom>
            <a:noFill/>
            <a:ln w="13467" cap="rnd">
              <a:solidFill>
                <a:srgbClr val="454240"/>
              </a:solidFill>
              <a:prstDash val="solid"/>
              <a:round/>
            </a:ln>
          </p:spPr>
          <p:txBody>
            <a:bodyPr rtlCol="0" anchor="ctr"/>
            <a:lstStyle/>
            <a:p>
              <a:endParaRPr lang="en-IN"/>
            </a:p>
          </p:txBody>
        </p:sp>
        <p:sp>
          <p:nvSpPr>
            <p:cNvPr id="42" name="Freeform: Shape 41">
              <a:extLst>
                <a:ext uri="{FF2B5EF4-FFF2-40B4-BE49-F238E27FC236}">
                  <a16:creationId xmlns:a16="http://schemas.microsoft.com/office/drawing/2014/main" id="{B6BCBD68-3699-DD00-E24B-AB88BBAE6073}"/>
                </a:ext>
              </a:extLst>
            </p:cNvPr>
            <p:cNvSpPr/>
            <p:nvPr/>
          </p:nvSpPr>
          <p:spPr>
            <a:xfrm>
              <a:off x="4066393" y="2039758"/>
              <a:ext cx="24" cy="101963"/>
            </a:xfrm>
            <a:custGeom>
              <a:avLst/>
              <a:gdLst>
                <a:gd name="connsiteX0" fmla="*/ 0 w 24"/>
                <a:gd name="connsiteY0" fmla="*/ 101963 h 101963"/>
                <a:gd name="connsiteX1" fmla="*/ 24 w 24"/>
                <a:gd name="connsiteY1" fmla="*/ 0 h 101963"/>
              </a:gdLst>
              <a:ahLst/>
              <a:cxnLst>
                <a:cxn ang="0">
                  <a:pos x="connsiteX0" y="connsiteY0"/>
                </a:cxn>
                <a:cxn ang="0">
                  <a:pos x="connsiteX1" y="connsiteY1"/>
                </a:cxn>
              </a:cxnLst>
              <a:rect l="l" t="t" r="r" b="b"/>
              <a:pathLst>
                <a:path w="24" h="101963">
                  <a:moveTo>
                    <a:pt x="0" y="101963"/>
                  </a:moveTo>
                  <a:lnTo>
                    <a:pt x="24" y="0"/>
                  </a:lnTo>
                </a:path>
              </a:pathLst>
            </a:custGeom>
            <a:noFill/>
            <a:ln w="13467" cap="rnd">
              <a:solidFill>
                <a:srgbClr val="454240"/>
              </a:solidFill>
              <a:prstDash val="solid"/>
              <a:round/>
            </a:ln>
          </p:spPr>
          <p:txBody>
            <a:bodyPr rtlCol="0" anchor="ctr"/>
            <a:lstStyle/>
            <a:p>
              <a:endParaRPr lang="en-IN"/>
            </a:p>
          </p:txBody>
        </p:sp>
        <p:sp>
          <p:nvSpPr>
            <p:cNvPr id="43" name="Freeform: Shape 42">
              <a:extLst>
                <a:ext uri="{FF2B5EF4-FFF2-40B4-BE49-F238E27FC236}">
                  <a16:creationId xmlns:a16="http://schemas.microsoft.com/office/drawing/2014/main" id="{EF435FB4-DB58-238E-CFD2-9E5A069A07E3}"/>
                </a:ext>
              </a:extLst>
            </p:cNvPr>
            <p:cNvSpPr/>
            <p:nvPr/>
          </p:nvSpPr>
          <p:spPr>
            <a:xfrm>
              <a:off x="3827788" y="2039248"/>
              <a:ext cx="43075" cy="109"/>
            </a:xfrm>
            <a:custGeom>
              <a:avLst/>
              <a:gdLst>
                <a:gd name="connsiteX0" fmla="*/ 43076 w 43075"/>
                <a:gd name="connsiteY0" fmla="*/ 0 h 109"/>
                <a:gd name="connsiteX1" fmla="*/ 0 w 43075"/>
                <a:gd name="connsiteY1" fmla="*/ 110 h 109"/>
              </a:gdLst>
              <a:ahLst/>
              <a:cxnLst>
                <a:cxn ang="0">
                  <a:pos x="connsiteX0" y="connsiteY0"/>
                </a:cxn>
                <a:cxn ang="0">
                  <a:pos x="connsiteX1" y="connsiteY1"/>
                </a:cxn>
              </a:cxnLst>
              <a:rect l="l" t="t" r="r" b="b"/>
              <a:pathLst>
                <a:path w="43075" h="109">
                  <a:moveTo>
                    <a:pt x="43076" y="0"/>
                  </a:moveTo>
                  <a:lnTo>
                    <a:pt x="0" y="110"/>
                  </a:lnTo>
                </a:path>
              </a:pathLst>
            </a:custGeom>
            <a:noFill/>
            <a:ln w="13467" cap="rnd">
              <a:solidFill>
                <a:srgbClr val="454240"/>
              </a:solidFill>
              <a:prstDash val="solid"/>
              <a:round/>
            </a:ln>
          </p:spPr>
          <p:txBody>
            <a:bodyPr rtlCol="0" anchor="ctr"/>
            <a:lstStyle/>
            <a:p>
              <a:endParaRPr lang="en-IN"/>
            </a:p>
          </p:txBody>
        </p:sp>
        <p:sp>
          <p:nvSpPr>
            <p:cNvPr id="44" name="Freeform: Shape 43">
              <a:extLst>
                <a:ext uri="{FF2B5EF4-FFF2-40B4-BE49-F238E27FC236}">
                  <a16:creationId xmlns:a16="http://schemas.microsoft.com/office/drawing/2014/main" id="{83B0A334-20EF-8AE2-036F-DD8287F6D61D}"/>
                </a:ext>
              </a:extLst>
            </p:cNvPr>
            <p:cNvSpPr/>
            <p:nvPr/>
          </p:nvSpPr>
          <p:spPr>
            <a:xfrm>
              <a:off x="3870825" y="2039248"/>
              <a:ext cx="39" cy="119420"/>
            </a:xfrm>
            <a:custGeom>
              <a:avLst/>
              <a:gdLst>
                <a:gd name="connsiteX0" fmla="*/ 0 w 39"/>
                <a:gd name="connsiteY0" fmla="*/ 119420 h 119420"/>
                <a:gd name="connsiteX1" fmla="*/ 40 w 39"/>
                <a:gd name="connsiteY1" fmla="*/ 0 h 119420"/>
              </a:gdLst>
              <a:ahLst/>
              <a:cxnLst>
                <a:cxn ang="0">
                  <a:pos x="connsiteX0" y="connsiteY0"/>
                </a:cxn>
                <a:cxn ang="0">
                  <a:pos x="connsiteX1" y="connsiteY1"/>
                </a:cxn>
              </a:cxnLst>
              <a:rect l="l" t="t" r="r" b="b"/>
              <a:pathLst>
                <a:path w="39" h="119420">
                  <a:moveTo>
                    <a:pt x="0" y="119420"/>
                  </a:moveTo>
                  <a:lnTo>
                    <a:pt x="40" y="0"/>
                  </a:lnTo>
                </a:path>
              </a:pathLst>
            </a:custGeom>
            <a:noFill/>
            <a:ln w="13467" cap="rnd">
              <a:solidFill>
                <a:srgbClr val="454240"/>
              </a:solidFill>
              <a:prstDash val="solid"/>
              <a:round/>
            </a:ln>
          </p:spPr>
          <p:txBody>
            <a:bodyPr rtlCol="0" anchor="ctr"/>
            <a:lstStyle/>
            <a:p>
              <a:endParaRPr lang="en-IN"/>
            </a:p>
          </p:txBody>
        </p:sp>
        <p:sp>
          <p:nvSpPr>
            <p:cNvPr id="45" name="Freeform: Shape 44">
              <a:extLst>
                <a:ext uri="{FF2B5EF4-FFF2-40B4-BE49-F238E27FC236}">
                  <a16:creationId xmlns:a16="http://schemas.microsoft.com/office/drawing/2014/main" id="{10C42BFB-7D08-C15B-A4BF-5FAC1264EC39}"/>
                </a:ext>
              </a:extLst>
            </p:cNvPr>
            <p:cNvSpPr/>
            <p:nvPr/>
          </p:nvSpPr>
          <p:spPr>
            <a:xfrm>
              <a:off x="3827718" y="2158400"/>
              <a:ext cx="43106" cy="268"/>
            </a:xfrm>
            <a:custGeom>
              <a:avLst/>
              <a:gdLst>
                <a:gd name="connsiteX0" fmla="*/ 43107 w 43106"/>
                <a:gd name="connsiteY0" fmla="*/ 269 h 268"/>
                <a:gd name="connsiteX1" fmla="*/ 0 w 43106"/>
                <a:gd name="connsiteY1" fmla="*/ 0 h 268"/>
              </a:gdLst>
              <a:ahLst/>
              <a:cxnLst>
                <a:cxn ang="0">
                  <a:pos x="connsiteX0" y="connsiteY0"/>
                </a:cxn>
                <a:cxn ang="0">
                  <a:pos x="connsiteX1" y="connsiteY1"/>
                </a:cxn>
              </a:cxnLst>
              <a:rect l="l" t="t" r="r" b="b"/>
              <a:pathLst>
                <a:path w="43106" h="268">
                  <a:moveTo>
                    <a:pt x="43107" y="269"/>
                  </a:moveTo>
                  <a:lnTo>
                    <a:pt x="0" y="0"/>
                  </a:lnTo>
                </a:path>
              </a:pathLst>
            </a:custGeom>
            <a:noFill/>
            <a:ln w="13467" cap="rnd">
              <a:solidFill>
                <a:srgbClr val="454240"/>
              </a:solidFill>
              <a:prstDash val="solid"/>
              <a:round/>
            </a:ln>
          </p:spPr>
          <p:txBody>
            <a:bodyPr rtlCol="0" anchor="ctr"/>
            <a:lstStyle/>
            <a:p>
              <a:endParaRPr lang="en-IN"/>
            </a:p>
          </p:txBody>
        </p:sp>
        <p:sp>
          <p:nvSpPr>
            <p:cNvPr id="46" name="Freeform: Shape 45">
              <a:extLst>
                <a:ext uri="{FF2B5EF4-FFF2-40B4-BE49-F238E27FC236}">
                  <a16:creationId xmlns:a16="http://schemas.microsoft.com/office/drawing/2014/main" id="{419A2C04-8EC4-475C-F559-B29538E2CB7C}"/>
                </a:ext>
              </a:extLst>
            </p:cNvPr>
            <p:cNvSpPr/>
            <p:nvPr/>
          </p:nvSpPr>
          <p:spPr>
            <a:xfrm>
              <a:off x="3827718" y="2039358"/>
              <a:ext cx="70" cy="119041"/>
            </a:xfrm>
            <a:custGeom>
              <a:avLst/>
              <a:gdLst>
                <a:gd name="connsiteX0" fmla="*/ 70 w 70"/>
                <a:gd name="connsiteY0" fmla="*/ 0 h 119041"/>
                <a:gd name="connsiteX1" fmla="*/ 0 w 70"/>
                <a:gd name="connsiteY1" fmla="*/ 119041 h 119041"/>
              </a:gdLst>
              <a:ahLst/>
              <a:cxnLst>
                <a:cxn ang="0">
                  <a:pos x="connsiteX0" y="connsiteY0"/>
                </a:cxn>
                <a:cxn ang="0">
                  <a:pos x="connsiteX1" y="connsiteY1"/>
                </a:cxn>
              </a:cxnLst>
              <a:rect l="l" t="t" r="r" b="b"/>
              <a:pathLst>
                <a:path w="70" h="119041">
                  <a:moveTo>
                    <a:pt x="70" y="0"/>
                  </a:moveTo>
                  <a:lnTo>
                    <a:pt x="0" y="119041"/>
                  </a:lnTo>
                </a:path>
              </a:pathLst>
            </a:custGeom>
            <a:noFill/>
            <a:ln w="13467" cap="rnd">
              <a:solidFill>
                <a:srgbClr val="454240"/>
              </a:solidFill>
              <a:prstDash val="solid"/>
              <a:round/>
            </a:ln>
          </p:spPr>
          <p:txBody>
            <a:bodyPr rtlCol="0" anchor="ctr"/>
            <a:lstStyle/>
            <a:p>
              <a:endParaRPr lang="en-IN"/>
            </a:p>
          </p:txBody>
        </p:sp>
        <p:sp>
          <p:nvSpPr>
            <p:cNvPr id="47" name="Freeform: Shape 46">
              <a:extLst>
                <a:ext uri="{FF2B5EF4-FFF2-40B4-BE49-F238E27FC236}">
                  <a16:creationId xmlns:a16="http://schemas.microsoft.com/office/drawing/2014/main" id="{D37390DF-EB1A-82BE-B3F4-ECEF3501465E}"/>
                </a:ext>
              </a:extLst>
            </p:cNvPr>
            <p:cNvSpPr/>
            <p:nvPr/>
          </p:nvSpPr>
          <p:spPr>
            <a:xfrm>
              <a:off x="3936491" y="2053008"/>
              <a:ext cx="41442" cy="33683"/>
            </a:xfrm>
            <a:custGeom>
              <a:avLst/>
              <a:gdLst>
                <a:gd name="connsiteX0" fmla="*/ 41442 w 41442"/>
                <a:gd name="connsiteY0" fmla="*/ 0 h 33683"/>
                <a:gd name="connsiteX1" fmla="*/ 0 w 41442"/>
                <a:gd name="connsiteY1" fmla="*/ 33683 h 33683"/>
              </a:gdLst>
              <a:ahLst/>
              <a:cxnLst>
                <a:cxn ang="0">
                  <a:pos x="connsiteX0" y="connsiteY0"/>
                </a:cxn>
                <a:cxn ang="0">
                  <a:pos x="connsiteX1" y="connsiteY1"/>
                </a:cxn>
              </a:cxnLst>
              <a:rect l="l" t="t" r="r" b="b"/>
              <a:pathLst>
                <a:path w="41442" h="33683">
                  <a:moveTo>
                    <a:pt x="41442" y="0"/>
                  </a:moveTo>
                  <a:lnTo>
                    <a:pt x="0" y="33683"/>
                  </a:lnTo>
                </a:path>
              </a:pathLst>
            </a:custGeom>
            <a:noFill/>
            <a:ln w="13467" cap="rnd">
              <a:solidFill>
                <a:srgbClr val="454240"/>
              </a:solidFill>
              <a:prstDash val="solid"/>
              <a:round/>
            </a:ln>
          </p:spPr>
          <p:txBody>
            <a:bodyPr rtlCol="0" anchor="ctr"/>
            <a:lstStyle/>
            <a:p>
              <a:endParaRPr lang="en-IN"/>
            </a:p>
          </p:txBody>
        </p:sp>
        <p:sp>
          <p:nvSpPr>
            <p:cNvPr id="48" name="Freeform: Shape 47">
              <a:extLst>
                <a:ext uri="{FF2B5EF4-FFF2-40B4-BE49-F238E27FC236}">
                  <a16:creationId xmlns:a16="http://schemas.microsoft.com/office/drawing/2014/main" id="{B285A671-8257-247F-E8F2-209C4305DF09}"/>
                </a:ext>
              </a:extLst>
            </p:cNvPr>
            <p:cNvSpPr/>
            <p:nvPr/>
          </p:nvSpPr>
          <p:spPr>
            <a:xfrm>
              <a:off x="3986645" y="2112734"/>
              <a:ext cx="26361" cy="29338"/>
            </a:xfrm>
            <a:custGeom>
              <a:avLst/>
              <a:gdLst>
                <a:gd name="connsiteX0" fmla="*/ 0 w 26361"/>
                <a:gd name="connsiteY0" fmla="*/ 0 h 29338"/>
                <a:gd name="connsiteX1" fmla="*/ 26361 w 26361"/>
                <a:gd name="connsiteY1" fmla="*/ 29338 h 29338"/>
              </a:gdLst>
              <a:ahLst/>
              <a:cxnLst>
                <a:cxn ang="0">
                  <a:pos x="connsiteX0" y="connsiteY0"/>
                </a:cxn>
                <a:cxn ang="0">
                  <a:pos x="connsiteX1" y="connsiteY1"/>
                </a:cxn>
              </a:cxnLst>
              <a:rect l="l" t="t" r="r" b="b"/>
              <a:pathLst>
                <a:path w="26361" h="29338">
                  <a:moveTo>
                    <a:pt x="0" y="0"/>
                  </a:moveTo>
                  <a:lnTo>
                    <a:pt x="26361" y="29338"/>
                  </a:lnTo>
                </a:path>
              </a:pathLst>
            </a:custGeom>
            <a:noFill/>
            <a:ln w="13467" cap="rnd">
              <a:solidFill>
                <a:srgbClr val="454240"/>
              </a:solidFill>
              <a:prstDash val="solid"/>
              <a:round/>
            </a:ln>
          </p:spPr>
          <p:txBody>
            <a:bodyPr rtlCol="0" anchor="ctr"/>
            <a:lstStyle/>
            <a:p>
              <a:endParaRPr lang="en-IN"/>
            </a:p>
          </p:txBody>
        </p:sp>
        <p:sp>
          <p:nvSpPr>
            <p:cNvPr id="49" name="Freeform: Shape 48">
              <a:extLst>
                <a:ext uri="{FF2B5EF4-FFF2-40B4-BE49-F238E27FC236}">
                  <a16:creationId xmlns:a16="http://schemas.microsoft.com/office/drawing/2014/main" id="{87BD0880-F78E-0085-5E10-1591B64665E5}"/>
                </a:ext>
              </a:extLst>
            </p:cNvPr>
            <p:cNvSpPr/>
            <p:nvPr/>
          </p:nvSpPr>
          <p:spPr>
            <a:xfrm>
              <a:off x="3962983" y="2134750"/>
              <a:ext cx="20076" cy="21881"/>
            </a:xfrm>
            <a:custGeom>
              <a:avLst/>
              <a:gdLst>
                <a:gd name="connsiteX0" fmla="*/ 0 w 20076"/>
                <a:gd name="connsiteY0" fmla="*/ 0 h 21881"/>
                <a:gd name="connsiteX1" fmla="*/ 20077 w 20076"/>
                <a:gd name="connsiteY1" fmla="*/ 21882 h 21881"/>
              </a:gdLst>
              <a:ahLst/>
              <a:cxnLst>
                <a:cxn ang="0">
                  <a:pos x="connsiteX0" y="connsiteY0"/>
                </a:cxn>
                <a:cxn ang="0">
                  <a:pos x="connsiteX1" y="connsiteY1"/>
                </a:cxn>
              </a:cxnLst>
              <a:rect l="l" t="t" r="r" b="b"/>
              <a:pathLst>
                <a:path w="20076" h="21881">
                  <a:moveTo>
                    <a:pt x="0" y="0"/>
                  </a:moveTo>
                  <a:lnTo>
                    <a:pt x="20077" y="21882"/>
                  </a:lnTo>
                </a:path>
              </a:pathLst>
            </a:custGeom>
            <a:noFill/>
            <a:ln w="13467" cap="rnd">
              <a:solidFill>
                <a:srgbClr val="454240"/>
              </a:solidFill>
              <a:prstDash val="solid"/>
              <a:round/>
            </a:ln>
          </p:spPr>
          <p:txBody>
            <a:bodyPr rtlCol="0" anchor="ctr"/>
            <a:lstStyle/>
            <a:p>
              <a:endParaRPr lang="en-IN"/>
            </a:p>
          </p:txBody>
        </p:sp>
        <p:sp>
          <p:nvSpPr>
            <p:cNvPr id="50" name="Freeform: Shape 49">
              <a:extLst>
                <a:ext uri="{FF2B5EF4-FFF2-40B4-BE49-F238E27FC236}">
                  <a16:creationId xmlns:a16="http://schemas.microsoft.com/office/drawing/2014/main" id="{0D5347F7-08AA-94EE-28EE-BD3D5CC9B4C6}"/>
                </a:ext>
              </a:extLst>
            </p:cNvPr>
            <p:cNvSpPr/>
            <p:nvPr/>
          </p:nvSpPr>
          <p:spPr>
            <a:xfrm>
              <a:off x="3969310" y="2188358"/>
              <a:ext cx="7765" cy="5218"/>
            </a:xfrm>
            <a:custGeom>
              <a:avLst/>
              <a:gdLst>
                <a:gd name="connsiteX0" fmla="*/ 7765 w 7765"/>
                <a:gd name="connsiteY0" fmla="*/ 5218 h 5218"/>
                <a:gd name="connsiteX1" fmla="*/ 0 w 7765"/>
                <a:gd name="connsiteY1" fmla="*/ 0 h 5218"/>
              </a:gdLst>
              <a:ahLst/>
              <a:cxnLst>
                <a:cxn ang="0">
                  <a:pos x="connsiteX0" y="connsiteY0"/>
                </a:cxn>
                <a:cxn ang="0">
                  <a:pos x="connsiteX1" y="connsiteY1"/>
                </a:cxn>
              </a:cxnLst>
              <a:rect l="l" t="t" r="r" b="b"/>
              <a:pathLst>
                <a:path w="7765" h="5218">
                  <a:moveTo>
                    <a:pt x="7765" y="5218"/>
                  </a:moveTo>
                  <a:lnTo>
                    <a:pt x="0" y="0"/>
                  </a:lnTo>
                </a:path>
              </a:pathLst>
            </a:custGeom>
            <a:noFill/>
            <a:ln w="13467" cap="rnd">
              <a:solidFill>
                <a:srgbClr val="454240"/>
              </a:solidFill>
              <a:prstDash val="solid"/>
              <a:round/>
            </a:ln>
          </p:spPr>
          <p:txBody>
            <a:bodyPr rtlCol="0" anchor="ctr"/>
            <a:lstStyle/>
            <a:p>
              <a:endParaRPr lang="en-IN"/>
            </a:p>
          </p:txBody>
        </p:sp>
        <p:sp>
          <p:nvSpPr>
            <p:cNvPr id="51" name="Freeform: Shape 50">
              <a:extLst>
                <a:ext uri="{FF2B5EF4-FFF2-40B4-BE49-F238E27FC236}">
                  <a16:creationId xmlns:a16="http://schemas.microsoft.com/office/drawing/2014/main" id="{B1C20A9D-533E-DCBF-CFE0-23EF8B5486C7}"/>
                </a:ext>
              </a:extLst>
            </p:cNvPr>
            <p:cNvSpPr/>
            <p:nvPr/>
          </p:nvSpPr>
          <p:spPr>
            <a:xfrm>
              <a:off x="3937966" y="2155111"/>
              <a:ext cx="29845" cy="31469"/>
            </a:xfrm>
            <a:custGeom>
              <a:avLst/>
              <a:gdLst>
                <a:gd name="connsiteX0" fmla="*/ 0 w 29845"/>
                <a:gd name="connsiteY0" fmla="*/ 0 h 31469"/>
                <a:gd name="connsiteX1" fmla="*/ 29845 w 29845"/>
                <a:gd name="connsiteY1" fmla="*/ 31470 h 31469"/>
              </a:gdLst>
              <a:ahLst/>
              <a:cxnLst>
                <a:cxn ang="0">
                  <a:pos x="connsiteX0" y="connsiteY0"/>
                </a:cxn>
                <a:cxn ang="0">
                  <a:pos x="connsiteX1" y="connsiteY1"/>
                </a:cxn>
              </a:cxnLst>
              <a:rect l="l" t="t" r="r" b="b"/>
              <a:pathLst>
                <a:path w="29845" h="31469">
                  <a:moveTo>
                    <a:pt x="0" y="0"/>
                  </a:moveTo>
                  <a:lnTo>
                    <a:pt x="29845" y="31470"/>
                  </a:lnTo>
                </a:path>
              </a:pathLst>
            </a:custGeom>
            <a:noFill/>
            <a:ln w="13467" cap="rnd">
              <a:solidFill>
                <a:srgbClr val="454240"/>
              </a:solidFill>
              <a:prstDash val="solid"/>
              <a:round/>
            </a:ln>
          </p:spPr>
          <p:txBody>
            <a:bodyPr rtlCol="0" anchor="ctr"/>
            <a:lstStyle/>
            <a:p>
              <a:endParaRPr lang="en-IN"/>
            </a:p>
          </p:txBody>
        </p:sp>
        <p:sp>
          <p:nvSpPr>
            <p:cNvPr id="52" name="Freeform: Shape 51">
              <a:extLst>
                <a:ext uri="{FF2B5EF4-FFF2-40B4-BE49-F238E27FC236}">
                  <a16:creationId xmlns:a16="http://schemas.microsoft.com/office/drawing/2014/main" id="{2D4ACABA-F9BE-5DF9-B38B-59445864C5DB}"/>
                </a:ext>
              </a:extLst>
            </p:cNvPr>
            <p:cNvSpPr/>
            <p:nvPr/>
          </p:nvSpPr>
          <p:spPr>
            <a:xfrm>
              <a:off x="4070638" y="2039468"/>
              <a:ext cx="38037" cy="54"/>
            </a:xfrm>
            <a:custGeom>
              <a:avLst/>
              <a:gdLst>
                <a:gd name="connsiteX0" fmla="*/ 38038 w 38037"/>
                <a:gd name="connsiteY0" fmla="*/ 55 h 54"/>
                <a:gd name="connsiteX1" fmla="*/ 0 w 38037"/>
                <a:gd name="connsiteY1" fmla="*/ 0 h 54"/>
              </a:gdLst>
              <a:ahLst/>
              <a:cxnLst>
                <a:cxn ang="0">
                  <a:pos x="connsiteX0" y="connsiteY0"/>
                </a:cxn>
                <a:cxn ang="0">
                  <a:pos x="connsiteX1" y="connsiteY1"/>
                </a:cxn>
              </a:cxnLst>
              <a:rect l="l" t="t" r="r" b="b"/>
              <a:pathLst>
                <a:path w="38037" h="54">
                  <a:moveTo>
                    <a:pt x="38038" y="55"/>
                  </a:moveTo>
                  <a:lnTo>
                    <a:pt x="0" y="0"/>
                  </a:lnTo>
                </a:path>
              </a:pathLst>
            </a:custGeom>
            <a:noFill/>
            <a:ln w="13467" cap="rnd">
              <a:solidFill>
                <a:srgbClr val="454240"/>
              </a:solidFill>
              <a:prstDash val="solid"/>
              <a:round/>
            </a:ln>
          </p:spPr>
          <p:txBody>
            <a:bodyPr rtlCol="0" anchor="ctr"/>
            <a:lstStyle/>
            <a:p>
              <a:endParaRPr lang="en-IN"/>
            </a:p>
          </p:txBody>
        </p:sp>
        <p:sp>
          <p:nvSpPr>
            <p:cNvPr id="53" name="Freeform: Shape 52">
              <a:extLst>
                <a:ext uri="{FF2B5EF4-FFF2-40B4-BE49-F238E27FC236}">
                  <a16:creationId xmlns:a16="http://schemas.microsoft.com/office/drawing/2014/main" id="{1DE63796-35EC-5A5F-6BF3-8922C371B8B3}"/>
                </a:ext>
              </a:extLst>
            </p:cNvPr>
            <p:cNvSpPr/>
            <p:nvPr/>
          </p:nvSpPr>
          <p:spPr>
            <a:xfrm>
              <a:off x="3977933" y="2053008"/>
              <a:ext cx="56694" cy="64270"/>
            </a:xfrm>
            <a:custGeom>
              <a:avLst/>
              <a:gdLst>
                <a:gd name="connsiteX0" fmla="*/ 56695 w 56694"/>
                <a:gd name="connsiteY0" fmla="*/ 64270 h 64270"/>
                <a:gd name="connsiteX1" fmla="*/ 0 w 56694"/>
                <a:gd name="connsiteY1" fmla="*/ 0 h 64270"/>
              </a:gdLst>
              <a:ahLst/>
              <a:cxnLst>
                <a:cxn ang="0">
                  <a:pos x="connsiteX0" y="connsiteY0"/>
                </a:cxn>
                <a:cxn ang="0">
                  <a:pos x="connsiteX1" y="connsiteY1"/>
                </a:cxn>
              </a:cxnLst>
              <a:rect l="l" t="t" r="r" b="b"/>
              <a:pathLst>
                <a:path w="56694" h="64270">
                  <a:moveTo>
                    <a:pt x="56695" y="64270"/>
                  </a:moveTo>
                  <a:lnTo>
                    <a:pt x="0" y="0"/>
                  </a:lnTo>
                </a:path>
              </a:pathLst>
            </a:custGeom>
            <a:noFill/>
            <a:ln w="13467" cap="rnd">
              <a:solidFill>
                <a:srgbClr val="454240"/>
              </a:solidFill>
              <a:prstDash val="solid"/>
              <a:round/>
            </a:ln>
          </p:spPr>
          <p:txBody>
            <a:bodyPr rtlCol="0" anchor="ctr"/>
            <a:lstStyle/>
            <a:p>
              <a:endParaRPr lang="en-IN"/>
            </a:p>
          </p:txBody>
        </p:sp>
        <p:sp>
          <p:nvSpPr>
            <p:cNvPr id="54" name="Freeform: Shape 53">
              <a:extLst>
                <a:ext uri="{FF2B5EF4-FFF2-40B4-BE49-F238E27FC236}">
                  <a16:creationId xmlns:a16="http://schemas.microsoft.com/office/drawing/2014/main" id="{6B9DB06D-19A2-48E4-FB04-B625CC82642F}"/>
                </a:ext>
              </a:extLst>
            </p:cNvPr>
            <p:cNvSpPr/>
            <p:nvPr/>
          </p:nvSpPr>
          <p:spPr>
            <a:xfrm>
              <a:off x="3996843" y="2174394"/>
              <a:ext cx="45" cy="120055"/>
            </a:xfrm>
            <a:custGeom>
              <a:avLst/>
              <a:gdLst>
                <a:gd name="connsiteX0" fmla="*/ 0 w 45"/>
                <a:gd name="connsiteY0" fmla="*/ 120055 h 120055"/>
                <a:gd name="connsiteX1" fmla="*/ 46 w 45"/>
                <a:gd name="connsiteY1" fmla="*/ 0 h 120055"/>
              </a:gdLst>
              <a:ahLst/>
              <a:cxnLst>
                <a:cxn ang="0">
                  <a:pos x="connsiteX0" y="connsiteY0"/>
                </a:cxn>
                <a:cxn ang="0">
                  <a:pos x="connsiteX1" y="connsiteY1"/>
                </a:cxn>
              </a:cxnLst>
              <a:rect l="l" t="t" r="r" b="b"/>
              <a:pathLst>
                <a:path w="45" h="120055">
                  <a:moveTo>
                    <a:pt x="0" y="120055"/>
                  </a:moveTo>
                  <a:lnTo>
                    <a:pt x="46" y="0"/>
                  </a:lnTo>
                </a:path>
              </a:pathLst>
            </a:custGeom>
            <a:noFill/>
            <a:ln w="13467" cap="rnd">
              <a:solidFill>
                <a:srgbClr val="454240"/>
              </a:solidFill>
              <a:prstDash val="solid"/>
              <a:round/>
            </a:ln>
          </p:spPr>
          <p:txBody>
            <a:bodyPr rtlCol="0" anchor="ctr"/>
            <a:lstStyle/>
            <a:p>
              <a:endParaRPr lang="en-IN"/>
            </a:p>
          </p:txBody>
        </p:sp>
        <p:sp>
          <p:nvSpPr>
            <p:cNvPr id="55" name="Freeform: Shape 54">
              <a:extLst>
                <a:ext uri="{FF2B5EF4-FFF2-40B4-BE49-F238E27FC236}">
                  <a16:creationId xmlns:a16="http://schemas.microsoft.com/office/drawing/2014/main" id="{936FF9D5-897A-907A-1359-349F3182E05D}"/>
                </a:ext>
              </a:extLst>
            </p:cNvPr>
            <p:cNvSpPr/>
            <p:nvPr/>
          </p:nvSpPr>
          <p:spPr>
            <a:xfrm>
              <a:off x="4009006" y="2161517"/>
              <a:ext cx="117050" cy="192"/>
            </a:xfrm>
            <a:custGeom>
              <a:avLst/>
              <a:gdLst>
                <a:gd name="connsiteX0" fmla="*/ 0 w 117050"/>
                <a:gd name="connsiteY0" fmla="*/ 192 h 192"/>
                <a:gd name="connsiteX1" fmla="*/ 117051 w 117050"/>
                <a:gd name="connsiteY1" fmla="*/ 0 h 192"/>
              </a:gdLst>
              <a:ahLst/>
              <a:cxnLst>
                <a:cxn ang="0">
                  <a:pos x="connsiteX0" y="connsiteY0"/>
                </a:cxn>
                <a:cxn ang="0">
                  <a:pos x="connsiteX1" y="connsiteY1"/>
                </a:cxn>
              </a:cxnLst>
              <a:rect l="l" t="t" r="r" b="b"/>
              <a:pathLst>
                <a:path w="117050" h="192">
                  <a:moveTo>
                    <a:pt x="0" y="192"/>
                  </a:moveTo>
                  <a:lnTo>
                    <a:pt x="117051" y="0"/>
                  </a:lnTo>
                </a:path>
              </a:pathLst>
            </a:custGeom>
            <a:noFill/>
            <a:ln w="13467" cap="rnd">
              <a:solidFill>
                <a:srgbClr val="454240"/>
              </a:solidFill>
              <a:prstDash val="solid"/>
              <a:round/>
            </a:ln>
          </p:spPr>
          <p:txBody>
            <a:bodyPr rtlCol="0" anchor="ctr"/>
            <a:lstStyle/>
            <a:p>
              <a:endParaRPr lang="en-IN"/>
            </a:p>
          </p:txBody>
        </p:sp>
        <p:sp>
          <p:nvSpPr>
            <p:cNvPr id="56" name="Freeform: Shape 55">
              <a:extLst>
                <a:ext uri="{FF2B5EF4-FFF2-40B4-BE49-F238E27FC236}">
                  <a16:creationId xmlns:a16="http://schemas.microsoft.com/office/drawing/2014/main" id="{182FFDDA-93F1-484A-0716-7CE69D864FB3}"/>
                </a:ext>
              </a:extLst>
            </p:cNvPr>
            <p:cNvSpPr/>
            <p:nvPr/>
          </p:nvSpPr>
          <p:spPr>
            <a:xfrm>
              <a:off x="4140252" y="2173964"/>
              <a:ext cx="3" cy="130995"/>
            </a:xfrm>
            <a:custGeom>
              <a:avLst/>
              <a:gdLst>
                <a:gd name="connsiteX0" fmla="*/ 0 w 3"/>
                <a:gd name="connsiteY0" fmla="*/ 0 h 130995"/>
                <a:gd name="connsiteX1" fmla="*/ 3 w 3"/>
                <a:gd name="connsiteY1" fmla="*/ 130996 h 130995"/>
              </a:gdLst>
              <a:ahLst/>
              <a:cxnLst>
                <a:cxn ang="0">
                  <a:pos x="connsiteX0" y="connsiteY0"/>
                </a:cxn>
                <a:cxn ang="0">
                  <a:pos x="connsiteX1" y="connsiteY1"/>
                </a:cxn>
              </a:cxnLst>
              <a:rect l="l" t="t" r="r" b="b"/>
              <a:pathLst>
                <a:path w="3" h="130995">
                  <a:moveTo>
                    <a:pt x="0" y="0"/>
                  </a:moveTo>
                  <a:lnTo>
                    <a:pt x="3" y="130996"/>
                  </a:lnTo>
                </a:path>
              </a:pathLst>
            </a:custGeom>
            <a:noFill/>
            <a:ln w="13467" cap="rnd">
              <a:solidFill>
                <a:srgbClr val="454240"/>
              </a:solidFill>
              <a:prstDash val="solid"/>
              <a:round/>
            </a:ln>
          </p:spPr>
          <p:txBody>
            <a:bodyPr rtlCol="0" anchor="ctr"/>
            <a:lstStyle/>
            <a:p>
              <a:endParaRPr lang="en-IN"/>
            </a:p>
          </p:txBody>
        </p:sp>
        <p:sp>
          <p:nvSpPr>
            <p:cNvPr id="57" name="Freeform: Shape 56">
              <a:extLst>
                <a:ext uri="{FF2B5EF4-FFF2-40B4-BE49-F238E27FC236}">
                  <a16:creationId xmlns:a16="http://schemas.microsoft.com/office/drawing/2014/main" id="{72F19FBB-9ABB-8152-54DB-11A72739EDC7}"/>
                </a:ext>
              </a:extLst>
            </p:cNvPr>
            <p:cNvSpPr/>
            <p:nvPr/>
          </p:nvSpPr>
          <p:spPr>
            <a:xfrm>
              <a:off x="4027617" y="2230240"/>
              <a:ext cx="60502" cy="103"/>
            </a:xfrm>
            <a:custGeom>
              <a:avLst/>
              <a:gdLst>
                <a:gd name="connsiteX0" fmla="*/ 0 w 60502"/>
                <a:gd name="connsiteY0" fmla="*/ 104 h 103"/>
                <a:gd name="connsiteX1" fmla="*/ 60502 w 60502"/>
                <a:gd name="connsiteY1" fmla="*/ 0 h 103"/>
              </a:gdLst>
              <a:ahLst/>
              <a:cxnLst>
                <a:cxn ang="0">
                  <a:pos x="connsiteX0" y="connsiteY0"/>
                </a:cxn>
                <a:cxn ang="0">
                  <a:pos x="connsiteX1" y="connsiteY1"/>
                </a:cxn>
              </a:cxnLst>
              <a:rect l="l" t="t" r="r" b="b"/>
              <a:pathLst>
                <a:path w="60502" h="103">
                  <a:moveTo>
                    <a:pt x="0" y="104"/>
                  </a:moveTo>
                  <a:lnTo>
                    <a:pt x="60502" y="0"/>
                  </a:lnTo>
                </a:path>
              </a:pathLst>
            </a:custGeom>
            <a:noFill/>
            <a:ln w="13467" cap="rnd">
              <a:solidFill>
                <a:srgbClr val="454240"/>
              </a:solidFill>
              <a:prstDash val="solid"/>
              <a:round/>
            </a:ln>
          </p:spPr>
          <p:txBody>
            <a:bodyPr rtlCol="0" anchor="ctr"/>
            <a:lstStyle/>
            <a:p>
              <a:endParaRPr lang="en-IN"/>
            </a:p>
          </p:txBody>
        </p:sp>
        <p:sp>
          <p:nvSpPr>
            <p:cNvPr id="58" name="Freeform: Shape 57">
              <a:extLst>
                <a:ext uri="{FF2B5EF4-FFF2-40B4-BE49-F238E27FC236}">
                  <a16:creationId xmlns:a16="http://schemas.microsoft.com/office/drawing/2014/main" id="{EB20EDE1-7222-886B-2606-263E0BBAB21C}"/>
                </a:ext>
              </a:extLst>
            </p:cNvPr>
            <p:cNvSpPr/>
            <p:nvPr/>
          </p:nvSpPr>
          <p:spPr>
            <a:xfrm>
              <a:off x="4010377" y="2317674"/>
              <a:ext cx="115874" cy="48"/>
            </a:xfrm>
            <a:custGeom>
              <a:avLst/>
              <a:gdLst>
                <a:gd name="connsiteX0" fmla="*/ 115875 w 115874"/>
                <a:gd name="connsiteY0" fmla="*/ 0 h 48"/>
                <a:gd name="connsiteX1" fmla="*/ 0 w 115874"/>
                <a:gd name="connsiteY1" fmla="*/ 49 h 48"/>
              </a:gdLst>
              <a:ahLst/>
              <a:cxnLst>
                <a:cxn ang="0">
                  <a:pos x="connsiteX0" y="connsiteY0"/>
                </a:cxn>
                <a:cxn ang="0">
                  <a:pos x="connsiteX1" y="connsiteY1"/>
                </a:cxn>
              </a:cxnLst>
              <a:rect l="l" t="t" r="r" b="b"/>
              <a:pathLst>
                <a:path w="115874" h="48">
                  <a:moveTo>
                    <a:pt x="115875" y="0"/>
                  </a:moveTo>
                  <a:lnTo>
                    <a:pt x="0" y="49"/>
                  </a:lnTo>
                </a:path>
              </a:pathLst>
            </a:custGeom>
            <a:noFill/>
            <a:ln w="13467" cap="rnd">
              <a:solidFill>
                <a:srgbClr val="454240"/>
              </a:solidFill>
              <a:prstDash val="solid"/>
              <a:round/>
            </a:ln>
          </p:spPr>
          <p:txBody>
            <a:bodyPr rtlCol="0" anchor="ctr"/>
            <a:lstStyle/>
            <a:p>
              <a:endParaRPr lang="en-IN"/>
            </a:p>
          </p:txBody>
        </p:sp>
        <p:sp>
          <p:nvSpPr>
            <p:cNvPr id="59" name="Freeform: Shape 58">
              <a:extLst>
                <a:ext uri="{FF2B5EF4-FFF2-40B4-BE49-F238E27FC236}">
                  <a16:creationId xmlns:a16="http://schemas.microsoft.com/office/drawing/2014/main" id="{2AF62F26-D170-BEF8-DBCD-5F1DE79053A9}"/>
                </a:ext>
              </a:extLst>
            </p:cNvPr>
            <p:cNvSpPr/>
            <p:nvPr/>
          </p:nvSpPr>
          <p:spPr>
            <a:xfrm>
              <a:off x="4027666" y="2261050"/>
              <a:ext cx="31237" cy="21"/>
            </a:xfrm>
            <a:custGeom>
              <a:avLst/>
              <a:gdLst>
                <a:gd name="connsiteX0" fmla="*/ 0 w 31237"/>
                <a:gd name="connsiteY0" fmla="*/ 21 h 21"/>
                <a:gd name="connsiteX1" fmla="*/ 31237 w 31237"/>
                <a:gd name="connsiteY1" fmla="*/ 0 h 21"/>
              </a:gdLst>
              <a:ahLst/>
              <a:cxnLst>
                <a:cxn ang="0">
                  <a:pos x="connsiteX0" y="connsiteY0"/>
                </a:cxn>
                <a:cxn ang="0">
                  <a:pos x="connsiteX1" y="connsiteY1"/>
                </a:cxn>
              </a:cxnLst>
              <a:rect l="l" t="t" r="r" b="b"/>
              <a:pathLst>
                <a:path w="31237" h="21">
                  <a:moveTo>
                    <a:pt x="0" y="21"/>
                  </a:moveTo>
                  <a:lnTo>
                    <a:pt x="31237" y="0"/>
                  </a:lnTo>
                </a:path>
              </a:pathLst>
            </a:custGeom>
            <a:noFill/>
            <a:ln w="13467" cap="rnd">
              <a:solidFill>
                <a:srgbClr val="454240"/>
              </a:solidFill>
              <a:prstDash val="solid"/>
              <a:round/>
            </a:ln>
          </p:spPr>
          <p:txBody>
            <a:bodyPr rtlCol="0" anchor="ctr"/>
            <a:lstStyle/>
            <a:p>
              <a:endParaRPr lang="en-IN"/>
            </a:p>
          </p:txBody>
        </p:sp>
        <p:sp>
          <p:nvSpPr>
            <p:cNvPr id="60" name="Freeform: Shape 59">
              <a:extLst>
                <a:ext uri="{FF2B5EF4-FFF2-40B4-BE49-F238E27FC236}">
                  <a16:creationId xmlns:a16="http://schemas.microsoft.com/office/drawing/2014/main" id="{2DAF892D-FD81-AEAA-CDD6-3BA9EC016CAB}"/>
                </a:ext>
              </a:extLst>
            </p:cNvPr>
            <p:cNvSpPr/>
            <p:nvPr/>
          </p:nvSpPr>
          <p:spPr>
            <a:xfrm>
              <a:off x="4027324" y="2196804"/>
              <a:ext cx="72530" cy="48"/>
            </a:xfrm>
            <a:custGeom>
              <a:avLst/>
              <a:gdLst>
                <a:gd name="connsiteX0" fmla="*/ 0 w 72530"/>
                <a:gd name="connsiteY0" fmla="*/ 49 h 48"/>
                <a:gd name="connsiteX1" fmla="*/ 72530 w 72530"/>
                <a:gd name="connsiteY1" fmla="*/ 0 h 48"/>
              </a:gdLst>
              <a:ahLst/>
              <a:cxnLst>
                <a:cxn ang="0">
                  <a:pos x="connsiteX0" y="connsiteY0"/>
                </a:cxn>
                <a:cxn ang="0">
                  <a:pos x="connsiteX1" y="connsiteY1"/>
                </a:cxn>
              </a:cxnLst>
              <a:rect l="l" t="t" r="r" b="b"/>
              <a:pathLst>
                <a:path w="72530" h="48">
                  <a:moveTo>
                    <a:pt x="0" y="49"/>
                  </a:moveTo>
                  <a:lnTo>
                    <a:pt x="72530" y="0"/>
                  </a:lnTo>
                </a:path>
              </a:pathLst>
            </a:custGeom>
            <a:noFill/>
            <a:ln w="13467" cap="rnd">
              <a:solidFill>
                <a:srgbClr val="454240"/>
              </a:solidFill>
              <a:prstDash val="solid"/>
              <a:round/>
            </a:ln>
          </p:spPr>
          <p:txBody>
            <a:bodyPr rtlCol="0" anchor="ctr"/>
            <a:lstStyle/>
            <a:p>
              <a:endParaRPr lang="en-IN"/>
            </a:p>
          </p:txBody>
        </p:sp>
        <p:sp>
          <p:nvSpPr>
            <p:cNvPr id="61" name="Freeform: Shape 60">
              <a:extLst>
                <a:ext uri="{FF2B5EF4-FFF2-40B4-BE49-F238E27FC236}">
                  <a16:creationId xmlns:a16="http://schemas.microsoft.com/office/drawing/2014/main" id="{EC6FF63F-9211-AADD-68AE-47266B93871C}"/>
                </a:ext>
              </a:extLst>
            </p:cNvPr>
            <p:cNvSpPr/>
            <p:nvPr/>
          </p:nvSpPr>
          <p:spPr>
            <a:xfrm>
              <a:off x="3958246" y="2004954"/>
              <a:ext cx="68517" cy="12939"/>
            </a:xfrm>
            <a:custGeom>
              <a:avLst/>
              <a:gdLst>
                <a:gd name="connsiteX0" fmla="*/ 68517 w 68517"/>
                <a:gd name="connsiteY0" fmla="*/ 9896 h 12939"/>
                <a:gd name="connsiteX1" fmla="*/ 0 w 68517"/>
                <a:gd name="connsiteY1" fmla="*/ 12940 h 12939"/>
              </a:gdLst>
              <a:ahLst/>
              <a:cxnLst>
                <a:cxn ang="0">
                  <a:pos x="connsiteX0" y="connsiteY0"/>
                </a:cxn>
                <a:cxn ang="0">
                  <a:pos x="connsiteX1" y="connsiteY1"/>
                </a:cxn>
              </a:cxnLst>
              <a:rect l="l" t="t" r="r" b="b"/>
              <a:pathLst>
                <a:path w="68517" h="12939">
                  <a:moveTo>
                    <a:pt x="68517" y="9896"/>
                  </a:moveTo>
                  <a:cubicBezTo>
                    <a:pt x="47517" y="-4349"/>
                    <a:pt x="19654" y="-3112"/>
                    <a:pt x="0" y="12940"/>
                  </a:cubicBezTo>
                </a:path>
              </a:pathLst>
            </a:custGeom>
            <a:noFill/>
            <a:ln w="13467" cap="rnd">
              <a:solidFill>
                <a:srgbClr val="454240"/>
              </a:solidFill>
              <a:prstDash val="solid"/>
              <a:round/>
            </a:ln>
          </p:spPr>
          <p:txBody>
            <a:bodyPr rtlCol="0" anchor="ctr"/>
            <a:lstStyle/>
            <a:p>
              <a:endParaRPr lang="en-IN"/>
            </a:p>
          </p:txBody>
        </p:sp>
        <p:sp>
          <p:nvSpPr>
            <p:cNvPr id="62" name="Freeform: Shape 61">
              <a:extLst>
                <a:ext uri="{FF2B5EF4-FFF2-40B4-BE49-F238E27FC236}">
                  <a16:creationId xmlns:a16="http://schemas.microsoft.com/office/drawing/2014/main" id="{5A412912-D283-9854-B7B5-A1BE68D10E8A}"/>
                </a:ext>
              </a:extLst>
            </p:cNvPr>
            <p:cNvSpPr/>
            <p:nvPr/>
          </p:nvSpPr>
          <p:spPr>
            <a:xfrm>
              <a:off x="3922634" y="2019294"/>
              <a:ext cx="33152" cy="30764"/>
            </a:xfrm>
            <a:custGeom>
              <a:avLst/>
              <a:gdLst>
                <a:gd name="connsiteX0" fmla="*/ 0 w 33152"/>
                <a:gd name="connsiteY0" fmla="*/ 30764 h 30764"/>
                <a:gd name="connsiteX1" fmla="*/ 33152 w 33152"/>
                <a:gd name="connsiteY1" fmla="*/ 0 h 30764"/>
              </a:gdLst>
              <a:ahLst/>
              <a:cxnLst>
                <a:cxn ang="0">
                  <a:pos x="connsiteX0" y="connsiteY0"/>
                </a:cxn>
                <a:cxn ang="0">
                  <a:pos x="connsiteX1" y="connsiteY1"/>
                </a:cxn>
              </a:cxnLst>
              <a:rect l="l" t="t" r="r" b="b"/>
              <a:pathLst>
                <a:path w="33152" h="30764">
                  <a:moveTo>
                    <a:pt x="0" y="30764"/>
                  </a:moveTo>
                  <a:lnTo>
                    <a:pt x="33152" y="0"/>
                  </a:lnTo>
                </a:path>
              </a:pathLst>
            </a:custGeom>
            <a:noFill/>
            <a:ln w="13467" cap="rnd">
              <a:solidFill>
                <a:srgbClr val="454240"/>
              </a:solidFill>
              <a:prstDash val="solid"/>
              <a:round/>
            </a:ln>
          </p:spPr>
          <p:txBody>
            <a:bodyPr rtlCol="0" anchor="ctr"/>
            <a:lstStyle/>
            <a:p>
              <a:endParaRPr lang="en-IN"/>
            </a:p>
          </p:txBody>
        </p:sp>
        <p:sp>
          <p:nvSpPr>
            <p:cNvPr id="63" name="Freeform: Shape 62">
              <a:extLst>
                <a:ext uri="{FF2B5EF4-FFF2-40B4-BE49-F238E27FC236}">
                  <a16:creationId xmlns:a16="http://schemas.microsoft.com/office/drawing/2014/main" id="{1B4EBC33-98A9-678D-0796-DAE567D4899E}"/>
                </a:ext>
              </a:extLst>
            </p:cNvPr>
            <p:cNvSpPr/>
            <p:nvPr/>
          </p:nvSpPr>
          <p:spPr>
            <a:xfrm>
              <a:off x="3870996" y="2134833"/>
              <a:ext cx="57864" cy="57201"/>
            </a:xfrm>
            <a:custGeom>
              <a:avLst/>
              <a:gdLst>
                <a:gd name="connsiteX0" fmla="*/ 57864 w 57864"/>
                <a:gd name="connsiteY0" fmla="*/ 57202 h 57201"/>
                <a:gd name="connsiteX1" fmla="*/ 0 w 57864"/>
                <a:gd name="connsiteY1" fmla="*/ 0 h 57201"/>
              </a:gdLst>
              <a:ahLst/>
              <a:cxnLst>
                <a:cxn ang="0">
                  <a:pos x="connsiteX0" y="connsiteY0"/>
                </a:cxn>
                <a:cxn ang="0">
                  <a:pos x="connsiteX1" y="connsiteY1"/>
                </a:cxn>
              </a:cxnLst>
              <a:rect l="l" t="t" r="r" b="b"/>
              <a:pathLst>
                <a:path w="57864" h="57201">
                  <a:moveTo>
                    <a:pt x="57864" y="57202"/>
                  </a:moveTo>
                  <a:lnTo>
                    <a:pt x="0" y="0"/>
                  </a:lnTo>
                </a:path>
              </a:pathLst>
            </a:custGeom>
            <a:noFill/>
            <a:ln w="13467" cap="rnd">
              <a:solidFill>
                <a:srgbClr val="454240"/>
              </a:solidFill>
              <a:prstDash val="solid"/>
              <a:round/>
            </a:ln>
          </p:spPr>
          <p:txBody>
            <a:bodyPr rtlCol="0" anchor="ctr"/>
            <a:lstStyle/>
            <a:p>
              <a:endParaRPr lang="en-IN"/>
            </a:p>
          </p:txBody>
        </p:sp>
      </p:grpSp>
      <p:sp>
        <p:nvSpPr>
          <p:cNvPr id="6" name="Text 3">
            <a:extLst>
              <a:ext uri="{FF2B5EF4-FFF2-40B4-BE49-F238E27FC236}">
                <a16:creationId xmlns:a16="http://schemas.microsoft.com/office/drawing/2014/main" id="{60C6D063-BB1D-CCA7-4E7C-F4D935A7FC38}"/>
              </a:ext>
            </a:extLst>
          </p:cNvPr>
          <p:cNvSpPr/>
          <p:nvPr/>
        </p:nvSpPr>
        <p:spPr>
          <a:xfrm>
            <a:off x="1121245" y="2766373"/>
            <a:ext cx="3639086" cy="354330"/>
          </a:xfrm>
          <a:prstGeom prst="rect">
            <a:avLst/>
          </a:prstGeom>
          <a:noFill/>
          <a:ln/>
        </p:spPr>
        <p:txBody>
          <a:bodyPr wrap="none" lIns="0" tIns="0" rIns="0" bIns="0" rtlCol="0" anchor="t"/>
          <a:lstStyle/>
          <a:p>
            <a:pPr>
              <a:lnSpc>
                <a:spcPts val="2750"/>
              </a:lnSpc>
            </a:pPr>
            <a:r>
              <a:rPr lang="en-IN" sz="2800" b="1" dirty="0">
                <a:solidFill>
                  <a:schemeClr val="accent2">
                    <a:lumMod val="75000"/>
                  </a:schemeClr>
                </a:solidFill>
                <a:effectLst>
                  <a:outerShdw blurRad="38100" dist="38100" dir="2700000" algn="tl">
                    <a:srgbClr val="000000">
                      <a:alpha val="43137"/>
                    </a:srgbClr>
                  </a:outerShdw>
                </a:effectLst>
                <a:latin typeface="Libre Baskerville" panose="02000000000000000000" pitchFamily="2" charset="0"/>
              </a:rPr>
              <a:t>Section</a:t>
            </a:r>
            <a:r>
              <a:rPr lang="en-IN" sz="2800" b="1" dirty="0">
                <a:solidFill>
                  <a:schemeClr val="accent2">
                    <a:lumMod val="75000"/>
                  </a:schemeClr>
                </a:solidFill>
                <a:effectLst>
                  <a:outerShdw blurRad="38100" dist="38100" dir="2700000" algn="tl">
                    <a:srgbClr val="000000">
                      <a:alpha val="43137"/>
                    </a:srgbClr>
                  </a:outerShdw>
                </a:effectLst>
              </a:rPr>
              <a:t> 128 – Universal </a:t>
            </a:r>
            <a:r>
              <a:rPr lang="en-IN" sz="2800" b="1" dirty="0" err="1">
                <a:solidFill>
                  <a:schemeClr val="accent2">
                    <a:lumMod val="75000"/>
                  </a:schemeClr>
                </a:solidFill>
                <a:effectLst>
                  <a:outerShdw blurRad="38100" dist="38100" dir="2700000" algn="tl">
                    <a:srgbClr val="000000">
                      <a:alpha val="43137"/>
                    </a:srgbClr>
                  </a:outerShdw>
                </a:effectLst>
              </a:rPr>
              <a:t>Donee</a:t>
            </a:r>
            <a:endParaRPr lang="en-IN" sz="2800" b="1" dirty="0">
              <a:solidFill>
                <a:schemeClr val="accent2">
                  <a:lumMod val="75000"/>
                </a:schemeClr>
              </a:solidFill>
              <a:effectLst>
                <a:outerShdw blurRad="38100" dist="38100" dir="2700000" algn="tl">
                  <a:srgbClr val="000000">
                    <a:alpha val="43137"/>
                  </a:srgbClr>
                </a:outerShdw>
              </a:effectLst>
            </a:endParaRPr>
          </a:p>
          <a:p>
            <a:pPr marL="0" indent="0" algn="l">
              <a:lnSpc>
                <a:spcPts val="2750"/>
              </a:lnSpc>
              <a:buNone/>
            </a:pPr>
            <a:endParaRPr lang="en-US" sz="2200" dirty="0"/>
          </a:p>
        </p:txBody>
      </p:sp>
      <p:sp>
        <p:nvSpPr>
          <p:cNvPr id="7" name="Text 4">
            <a:extLst>
              <a:ext uri="{FF2B5EF4-FFF2-40B4-BE49-F238E27FC236}">
                <a16:creationId xmlns:a16="http://schemas.microsoft.com/office/drawing/2014/main" id="{CDA75723-FE54-9E09-07C9-A94592D7D27F}"/>
              </a:ext>
            </a:extLst>
          </p:cNvPr>
          <p:cNvSpPr/>
          <p:nvPr/>
        </p:nvSpPr>
        <p:spPr>
          <a:xfrm>
            <a:off x="823351" y="3352359"/>
            <a:ext cx="6346984" cy="2737249"/>
          </a:xfrm>
          <a:prstGeom prst="rect">
            <a:avLst/>
          </a:prstGeom>
          <a:noFill/>
          <a:ln/>
        </p:spPr>
        <p:txBody>
          <a:bodyPr wrap="square" lIns="0" tIns="0" rIns="0" bIns="0" rtlCol="0" anchor="t"/>
          <a:lstStyle/>
          <a:p>
            <a:pPr marL="342900" lvl="0" indent="-342900">
              <a:buFont typeface="Arial" panose="020B0604020202020204" pitchFamily="34" charset="0"/>
              <a:buChar char="•"/>
            </a:pPr>
            <a:r>
              <a:rPr lang="en-IN" sz="2000" b="1" dirty="0">
                <a:latin typeface="Libre Baskerville" panose="02000000000000000000" pitchFamily="2" charset="0"/>
              </a:rPr>
              <a:t>When the donor gifts all property, the </a:t>
            </a:r>
            <a:r>
              <a:rPr lang="en-IN" sz="2000" b="1" dirty="0" err="1">
                <a:latin typeface="Libre Baskerville" panose="02000000000000000000" pitchFamily="2" charset="0"/>
              </a:rPr>
              <a:t>donee</a:t>
            </a:r>
            <a:r>
              <a:rPr lang="en-IN" sz="2000" b="1" dirty="0">
                <a:latin typeface="Libre Baskerville" panose="02000000000000000000" pitchFamily="2" charset="0"/>
              </a:rPr>
              <a:t> becomes a Universal </a:t>
            </a:r>
            <a:r>
              <a:rPr lang="en-IN" sz="2000" b="1" dirty="0" err="1">
                <a:latin typeface="Libre Baskerville" panose="02000000000000000000" pitchFamily="2" charset="0"/>
              </a:rPr>
              <a:t>Donee</a:t>
            </a:r>
            <a:r>
              <a:rPr lang="en-IN" sz="2000" b="1" dirty="0">
                <a:latin typeface="Libre Baskerville" panose="02000000000000000000" pitchFamily="2" charset="0"/>
              </a:rPr>
              <a:t>.</a:t>
            </a:r>
          </a:p>
          <a:p>
            <a:pPr marL="342900" lvl="0" indent="-342900">
              <a:buFont typeface="Arial" panose="020B0604020202020204" pitchFamily="34" charset="0"/>
              <a:buChar char="•"/>
            </a:pPr>
            <a:r>
              <a:rPr lang="en-IN" sz="2000" b="1" dirty="0" err="1">
                <a:latin typeface="Libre Baskerville" panose="02000000000000000000" pitchFamily="2" charset="0"/>
              </a:rPr>
              <a:t>Donee</a:t>
            </a:r>
            <a:r>
              <a:rPr lang="en-IN" sz="2000" b="1" dirty="0">
                <a:latin typeface="Libre Baskerville" panose="02000000000000000000" pitchFamily="2" charset="0"/>
              </a:rPr>
              <a:t> is personally liable for the donor’s existing debts, limited to the value of the property received.</a:t>
            </a:r>
          </a:p>
          <a:p>
            <a:pPr marL="342900" lvl="0" indent="-342900">
              <a:buFont typeface="Arial" panose="020B0604020202020204" pitchFamily="34" charset="0"/>
              <a:buChar char="•"/>
            </a:pPr>
            <a:r>
              <a:rPr lang="en-IN" sz="2000" b="1" i="1" dirty="0">
                <a:latin typeface="Libre Baskerville" panose="02000000000000000000" pitchFamily="2" charset="0"/>
              </a:rPr>
              <a:t>Example:</a:t>
            </a:r>
            <a:r>
              <a:rPr lang="en-IN" sz="2000" b="1" dirty="0">
                <a:latin typeface="Libre Baskerville" panose="02000000000000000000" pitchFamily="2" charset="0"/>
              </a:rPr>
              <a:t> Debt ₹5 lakh; Gift value ₹3 lakh → Liability ₹3 lakh.</a:t>
            </a:r>
          </a:p>
          <a:p>
            <a:pPr marL="0" indent="0" algn="l">
              <a:lnSpc>
                <a:spcPts val="2850"/>
              </a:lnSpc>
              <a:buNone/>
            </a:pPr>
            <a:endParaRPr lang="en-US" sz="1750" dirty="0"/>
          </a:p>
        </p:txBody>
      </p:sp>
      <p:sp>
        <p:nvSpPr>
          <p:cNvPr id="8" name="Shape 5">
            <a:extLst>
              <a:ext uri="{FF2B5EF4-FFF2-40B4-BE49-F238E27FC236}">
                <a16:creationId xmlns:a16="http://schemas.microsoft.com/office/drawing/2014/main" id="{252E8C6A-71A8-5371-3AC4-9D9CFCEAAB0A}"/>
              </a:ext>
            </a:extLst>
          </p:cNvPr>
          <p:cNvSpPr/>
          <p:nvPr/>
        </p:nvSpPr>
        <p:spPr>
          <a:xfrm>
            <a:off x="7485864" y="3572523"/>
            <a:ext cx="6408063" cy="4034662"/>
          </a:xfrm>
          <a:prstGeom prst="roundRect">
            <a:avLst>
              <a:gd name="adj" fmla="val 3434"/>
            </a:avLst>
          </a:prstGeom>
          <a:solidFill>
            <a:srgbClr val="FFFDFA"/>
          </a:solidFill>
          <a:ln w="30480">
            <a:solidFill>
              <a:srgbClr val="DDD3BA"/>
            </a:solidFill>
            <a:prstDash val="solid"/>
          </a:ln>
        </p:spPr>
        <p:txBody>
          <a:bodyPr/>
          <a:lstStyle/>
          <a:p>
            <a:endParaRPr lang="en-IN" dirty="0"/>
          </a:p>
        </p:txBody>
      </p:sp>
      <p:sp>
        <p:nvSpPr>
          <p:cNvPr id="9" name="Shape 6">
            <a:extLst>
              <a:ext uri="{FF2B5EF4-FFF2-40B4-BE49-F238E27FC236}">
                <a16:creationId xmlns:a16="http://schemas.microsoft.com/office/drawing/2014/main" id="{0C01875E-E0FC-0BC0-DDA6-90A10411FA15}"/>
              </a:ext>
            </a:extLst>
          </p:cNvPr>
          <p:cNvSpPr/>
          <p:nvPr/>
        </p:nvSpPr>
        <p:spPr>
          <a:xfrm>
            <a:off x="7472194" y="3603056"/>
            <a:ext cx="6408063" cy="710920"/>
          </a:xfrm>
          <a:prstGeom prst="roundRect">
            <a:avLst>
              <a:gd name="adj" fmla="val 8626"/>
            </a:avLst>
          </a:prstGeom>
          <a:solidFill>
            <a:srgbClr val="F7EDD4"/>
          </a:solidFill>
          <a:ln/>
        </p:spPr>
        <p:txBody>
          <a:bodyPr/>
          <a:lstStyle/>
          <a:p>
            <a:endParaRPr lang="en-IN" dirty="0"/>
          </a:p>
        </p:txBody>
      </p:sp>
      <mc:AlternateContent xmlns:mc="http://schemas.openxmlformats.org/markup-compatibility/2006" xmlns:p14="http://schemas.microsoft.com/office/powerpoint/2010/main">
        <mc:Choice Requires="p14">
          <p:contentPart p14:bwMode="auto" r:id="rId3">
            <p14:nvContentPartPr>
              <p14:cNvPr id="25" name="Ink 24">
                <a:extLst>
                  <a:ext uri="{FF2B5EF4-FFF2-40B4-BE49-F238E27FC236}">
                    <a16:creationId xmlns:a16="http://schemas.microsoft.com/office/drawing/2014/main" id="{6372FFAE-F7F6-0DD9-89F7-4D8A1C8B6013}"/>
                  </a:ext>
                </a:extLst>
              </p14:cNvPr>
              <p14:cNvContentPartPr/>
              <p14:nvPr/>
            </p14:nvContentPartPr>
            <p14:xfrm>
              <a:off x="12537095" y="7840724"/>
              <a:ext cx="1920960" cy="124200"/>
            </p14:xfrm>
          </p:contentPart>
        </mc:Choice>
        <mc:Fallback xmlns="">
          <p:pic>
            <p:nvPicPr>
              <p:cNvPr id="25" name="Ink 24">
                <a:extLst>
                  <a:ext uri="{FF2B5EF4-FFF2-40B4-BE49-F238E27FC236}">
                    <a16:creationId xmlns:a16="http://schemas.microsoft.com/office/drawing/2014/main" id="{6372FFAE-F7F6-0DD9-89F7-4D8A1C8B6013}"/>
                  </a:ext>
                </a:extLst>
              </p:cNvPr>
              <p:cNvPicPr/>
              <p:nvPr/>
            </p:nvPicPr>
            <p:blipFill>
              <a:blip r:embed="rId4"/>
              <a:stretch>
                <a:fillRect/>
              </a:stretch>
            </p:blipFill>
            <p:spPr>
              <a:xfrm>
                <a:off x="12474107" y="7777541"/>
                <a:ext cx="2046576" cy="250205"/>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7" name="Ink 26">
                <a:extLst>
                  <a:ext uri="{FF2B5EF4-FFF2-40B4-BE49-F238E27FC236}">
                    <a16:creationId xmlns:a16="http://schemas.microsoft.com/office/drawing/2014/main" id="{F08BDA7D-BB03-7E08-3368-8A3F05F7D116}"/>
                  </a:ext>
                </a:extLst>
              </p14:cNvPr>
              <p14:cNvContentPartPr/>
              <p14:nvPr/>
            </p14:nvContentPartPr>
            <p14:xfrm>
              <a:off x="12909335" y="7866284"/>
              <a:ext cx="1479600" cy="178920"/>
            </p14:xfrm>
          </p:contentPart>
        </mc:Choice>
        <mc:Fallback xmlns="">
          <p:pic>
            <p:nvPicPr>
              <p:cNvPr id="27" name="Ink 26">
                <a:extLst>
                  <a:ext uri="{FF2B5EF4-FFF2-40B4-BE49-F238E27FC236}">
                    <a16:creationId xmlns:a16="http://schemas.microsoft.com/office/drawing/2014/main" id="{F08BDA7D-BB03-7E08-3368-8A3F05F7D116}"/>
                  </a:ext>
                </a:extLst>
              </p:cNvPr>
              <p:cNvPicPr/>
              <p:nvPr/>
            </p:nvPicPr>
            <p:blipFill>
              <a:blip r:embed="rId6"/>
              <a:stretch>
                <a:fillRect/>
              </a:stretch>
            </p:blipFill>
            <p:spPr>
              <a:xfrm>
                <a:off x="12846335" y="7803284"/>
                <a:ext cx="1605240" cy="304560"/>
              </a:xfrm>
              <a:prstGeom prst="rect">
                <a:avLst/>
              </a:prstGeom>
            </p:spPr>
          </p:pic>
        </mc:Fallback>
      </mc:AlternateContent>
      <p:grpSp>
        <p:nvGrpSpPr>
          <p:cNvPr id="30" name="Group 29">
            <a:extLst>
              <a:ext uri="{FF2B5EF4-FFF2-40B4-BE49-F238E27FC236}">
                <a16:creationId xmlns:a16="http://schemas.microsoft.com/office/drawing/2014/main" id="{D18BDB1B-E00F-59D9-9390-68AFC9FB5179}"/>
              </a:ext>
            </a:extLst>
          </p:cNvPr>
          <p:cNvGrpSpPr/>
          <p:nvPr/>
        </p:nvGrpSpPr>
        <p:grpSpPr>
          <a:xfrm>
            <a:off x="12786215" y="7831364"/>
            <a:ext cx="1585080" cy="230400"/>
            <a:chOff x="12786215" y="7831364"/>
            <a:chExt cx="1585080" cy="230400"/>
          </a:xfrm>
        </p:grpSpPr>
        <mc:AlternateContent xmlns:mc="http://schemas.openxmlformats.org/markup-compatibility/2006" xmlns:p14="http://schemas.microsoft.com/office/powerpoint/2010/main">
          <mc:Choice Requires="p14">
            <p:contentPart p14:bwMode="auto" r:id="rId7">
              <p14:nvContentPartPr>
                <p14:cNvPr id="23" name="Ink 22">
                  <a:extLst>
                    <a:ext uri="{FF2B5EF4-FFF2-40B4-BE49-F238E27FC236}">
                      <a16:creationId xmlns:a16="http://schemas.microsoft.com/office/drawing/2014/main" id="{215EEADC-D9C5-0F2F-4BF4-8F191F864CB8}"/>
                    </a:ext>
                  </a:extLst>
                </p14:cNvPr>
                <p14:cNvContentPartPr/>
                <p14:nvPr/>
              </p14:nvContentPartPr>
              <p14:xfrm>
                <a:off x="12970175" y="7831364"/>
                <a:ext cx="1381680" cy="13320"/>
              </p14:xfrm>
            </p:contentPart>
          </mc:Choice>
          <mc:Fallback xmlns="">
            <p:pic>
              <p:nvPicPr>
                <p:cNvPr id="23" name="Ink 22">
                  <a:extLst>
                    <a:ext uri="{FF2B5EF4-FFF2-40B4-BE49-F238E27FC236}">
                      <a16:creationId xmlns:a16="http://schemas.microsoft.com/office/drawing/2014/main" id="{215EEADC-D9C5-0F2F-4BF4-8F191F864CB8}"/>
                    </a:ext>
                  </a:extLst>
                </p:cNvPr>
                <p:cNvPicPr/>
                <p:nvPr/>
              </p:nvPicPr>
              <p:blipFill>
                <a:blip r:embed="rId8"/>
                <a:stretch>
                  <a:fillRect/>
                </a:stretch>
              </p:blipFill>
              <p:spPr>
                <a:xfrm>
                  <a:off x="12907159" y="7768364"/>
                  <a:ext cx="1507353"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4" name="Ink 23">
                  <a:extLst>
                    <a:ext uri="{FF2B5EF4-FFF2-40B4-BE49-F238E27FC236}">
                      <a16:creationId xmlns:a16="http://schemas.microsoft.com/office/drawing/2014/main" id="{7651DB85-32C6-EE16-1A91-47D45FB3907C}"/>
                    </a:ext>
                  </a:extLst>
                </p14:cNvPr>
                <p14:cNvContentPartPr/>
                <p14:nvPr/>
              </p14:nvContentPartPr>
              <p14:xfrm>
                <a:off x="12885575" y="7891124"/>
                <a:ext cx="1485720" cy="25920"/>
              </p14:xfrm>
            </p:contentPart>
          </mc:Choice>
          <mc:Fallback xmlns="">
            <p:pic>
              <p:nvPicPr>
                <p:cNvPr id="24" name="Ink 23">
                  <a:extLst>
                    <a:ext uri="{FF2B5EF4-FFF2-40B4-BE49-F238E27FC236}">
                      <a16:creationId xmlns:a16="http://schemas.microsoft.com/office/drawing/2014/main" id="{7651DB85-32C6-EE16-1A91-47D45FB3907C}"/>
                    </a:ext>
                  </a:extLst>
                </p:cNvPr>
                <p:cNvPicPr/>
                <p:nvPr/>
              </p:nvPicPr>
              <p:blipFill>
                <a:blip r:embed="rId10"/>
                <a:stretch>
                  <a:fillRect/>
                </a:stretch>
              </p:blipFill>
              <p:spPr>
                <a:xfrm>
                  <a:off x="12822575" y="7828124"/>
                  <a:ext cx="16113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9" name="Ink 28">
                  <a:extLst>
                    <a:ext uri="{FF2B5EF4-FFF2-40B4-BE49-F238E27FC236}">
                      <a16:creationId xmlns:a16="http://schemas.microsoft.com/office/drawing/2014/main" id="{C82635EF-D99A-089C-02B6-DC019CCFB5AA}"/>
                    </a:ext>
                  </a:extLst>
                </p14:cNvPr>
                <p14:cNvContentPartPr/>
                <p14:nvPr/>
              </p14:nvContentPartPr>
              <p14:xfrm>
                <a:off x="12786215" y="7927124"/>
                <a:ext cx="1527840" cy="134640"/>
              </p14:xfrm>
            </p:contentPart>
          </mc:Choice>
          <mc:Fallback xmlns="">
            <p:pic>
              <p:nvPicPr>
                <p:cNvPr id="29" name="Ink 28">
                  <a:extLst>
                    <a:ext uri="{FF2B5EF4-FFF2-40B4-BE49-F238E27FC236}">
                      <a16:creationId xmlns:a16="http://schemas.microsoft.com/office/drawing/2014/main" id="{C82635EF-D99A-089C-02B6-DC019CCFB5AA}"/>
                    </a:ext>
                  </a:extLst>
                </p:cNvPr>
                <p:cNvPicPr/>
                <p:nvPr/>
              </p:nvPicPr>
              <p:blipFill>
                <a:blip r:embed="rId12"/>
                <a:stretch>
                  <a:fillRect/>
                </a:stretch>
              </p:blipFill>
              <p:spPr>
                <a:xfrm>
                  <a:off x="12723215" y="7864124"/>
                  <a:ext cx="1653480" cy="260280"/>
                </a:xfrm>
                <a:prstGeom prst="rect">
                  <a:avLst/>
                </a:prstGeom>
              </p:spPr>
            </p:pic>
          </mc:Fallback>
        </mc:AlternateContent>
      </p:grpSp>
      <p:sp>
        <p:nvSpPr>
          <p:cNvPr id="31" name="TextBox 30">
            <a:extLst>
              <a:ext uri="{FF2B5EF4-FFF2-40B4-BE49-F238E27FC236}">
                <a16:creationId xmlns:a16="http://schemas.microsoft.com/office/drawing/2014/main" id="{E5649E58-614A-A0E8-F6E3-76E659A09835}"/>
              </a:ext>
            </a:extLst>
          </p:cNvPr>
          <p:cNvSpPr txBox="1"/>
          <p:nvPr/>
        </p:nvSpPr>
        <p:spPr>
          <a:xfrm>
            <a:off x="11950700" y="7831364"/>
            <a:ext cx="2679700" cy="646331"/>
          </a:xfrm>
          <a:prstGeom prst="rect">
            <a:avLst/>
          </a:prstGeom>
          <a:noFill/>
        </p:spPr>
        <p:txBody>
          <a:bodyPr wrap="square" rtlCol="0">
            <a:spAutoFit/>
          </a:bodyPr>
          <a:lstStyle/>
          <a:p>
            <a:r>
              <a:rPr lang="en-IN" b="1" dirty="0"/>
              <a:t>© Pereira &amp; Associates </a:t>
            </a:r>
          </a:p>
          <a:p>
            <a:endParaRPr lang="en-IN" dirty="0"/>
          </a:p>
        </p:txBody>
      </p:sp>
      <p:grpSp>
        <p:nvGrpSpPr>
          <p:cNvPr id="64" name="Image 0" descr="preencoded.png">
            <a:extLst>
              <a:ext uri="{FF2B5EF4-FFF2-40B4-BE49-F238E27FC236}">
                <a16:creationId xmlns:a16="http://schemas.microsoft.com/office/drawing/2014/main" id="{1B49C9EC-A1F1-FF50-1BA4-FB7D13C281DD}"/>
              </a:ext>
            </a:extLst>
          </p:cNvPr>
          <p:cNvGrpSpPr/>
          <p:nvPr/>
        </p:nvGrpSpPr>
        <p:grpSpPr>
          <a:xfrm>
            <a:off x="10321905" y="3820173"/>
            <a:ext cx="312536" cy="312769"/>
            <a:chOff x="3827718" y="2004954"/>
            <a:chExt cx="312536" cy="312769"/>
          </a:xfrm>
          <a:noFill/>
        </p:grpSpPr>
        <p:sp>
          <p:nvSpPr>
            <p:cNvPr id="65" name="Freeform: Shape 64">
              <a:extLst>
                <a:ext uri="{FF2B5EF4-FFF2-40B4-BE49-F238E27FC236}">
                  <a16:creationId xmlns:a16="http://schemas.microsoft.com/office/drawing/2014/main" id="{E099E192-E0E3-A86C-5DB0-CB724ABAFED4}"/>
                </a:ext>
              </a:extLst>
            </p:cNvPr>
            <p:cNvSpPr/>
            <p:nvPr/>
          </p:nvSpPr>
          <p:spPr>
            <a:xfrm>
              <a:off x="4026676" y="2014979"/>
              <a:ext cx="43961" cy="24717"/>
            </a:xfrm>
            <a:custGeom>
              <a:avLst/>
              <a:gdLst>
                <a:gd name="connsiteX0" fmla="*/ 43962 w 43961"/>
                <a:gd name="connsiteY0" fmla="*/ 24489 h 24717"/>
                <a:gd name="connsiteX1" fmla="*/ 30596 w 43961"/>
                <a:gd name="connsiteY1" fmla="*/ 23301 h 24717"/>
                <a:gd name="connsiteX2" fmla="*/ 7762 w 43961"/>
                <a:gd name="connsiteY2" fmla="*/ 5783 h 24717"/>
                <a:gd name="connsiteX3" fmla="*/ 0 w 43961"/>
                <a:gd name="connsiteY3" fmla="*/ 0 h 24717"/>
              </a:gdLst>
              <a:ahLst/>
              <a:cxnLst>
                <a:cxn ang="0">
                  <a:pos x="connsiteX0" y="connsiteY0"/>
                </a:cxn>
                <a:cxn ang="0">
                  <a:pos x="connsiteX1" y="connsiteY1"/>
                </a:cxn>
                <a:cxn ang="0">
                  <a:pos x="connsiteX2" y="connsiteY2"/>
                </a:cxn>
                <a:cxn ang="0">
                  <a:pos x="connsiteX3" y="connsiteY3"/>
                </a:cxn>
              </a:cxnLst>
              <a:rect l="l" t="t" r="r" b="b"/>
              <a:pathLst>
                <a:path w="43961" h="24717">
                  <a:moveTo>
                    <a:pt x="43962" y="24489"/>
                  </a:moveTo>
                  <a:cubicBezTo>
                    <a:pt x="35915" y="25045"/>
                    <a:pt x="33769" y="24563"/>
                    <a:pt x="30596" y="23301"/>
                  </a:cubicBezTo>
                  <a:cubicBezTo>
                    <a:pt x="27509" y="21460"/>
                    <a:pt x="24471" y="19265"/>
                    <a:pt x="7762" y="5783"/>
                  </a:cubicBezTo>
                  <a:lnTo>
                    <a:pt x="0" y="0"/>
                  </a:lnTo>
                </a:path>
              </a:pathLst>
            </a:custGeom>
            <a:noFill/>
            <a:ln w="13467" cap="rnd">
              <a:solidFill>
                <a:srgbClr val="454240"/>
              </a:solidFill>
              <a:prstDash val="solid"/>
              <a:round/>
            </a:ln>
          </p:spPr>
          <p:txBody>
            <a:bodyPr rtlCol="0" anchor="ctr"/>
            <a:lstStyle/>
            <a:p>
              <a:endParaRPr lang="en-IN"/>
            </a:p>
          </p:txBody>
        </p:sp>
        <p:sp>
          <p:nvSpPr>
            <p:cNvPr id="66" name="Freeform: Shape 65">
              <a:extLst>
                <a:ext uri="{FF2B5EF4-FFF2-40B4-BE49-F238E27FC236}">
                  <a16:creationId xmlns:a16="http://schemas.microsoft.com/office/drawing/2014/main" id="{91A9ACED-E27B-1E4F-7C03-DD141F1647F4}"/>
                </a:ext>
              </a:extLst>
            </p:cNvPr>
            <p:cNvSpPr/>
            <p:nvPr/>
          </p:nvSpPr>
          <p:spPr>
            <a:xfrm>
              <a:off x="3870965" y="2017733"/>
              <a:ext cx="86545" cy="34883"/>
            </a:xfrm>
            <a:custGeom>
              <a:avLst/>
              <a:gdLst>
                <a:gd name="connsiteX0" fmla="*/ 86546 w 86545"/>
                <a:gd name="connsiteY0" fmla="*/ 0 h 34883"/>
                <a:gd name="connsiteX1" fmla="*/ 57232 w 86545"/>
                <a:gd name="connsiteY1" fmla="*/ 1212 h 34883"/>
                <a:gd name="connsiteX2" fmla="*/ 29644 w 86545"/>
                <a:gd name="connsiteY2" fmla="*/ 15494 h 34883"/>
                <a:gd name="connsiteX3" fmla="*/ 0 w 86545"/>
                <a:gd name="connsiteY3" fmla="*/ 34883 h 34883"/>
              </a:gdLst>
              <a:ahLst/>
              <a:cxnLst>
                <a:cxn ang="0">
                  <a:pos x="connsiteX0" y="connsiteY0"/>
                </a:cxn>
                <a:cxn ang="0">
                  <a:pos x="connsiteX1" y="connsiteY1"/>
                </a:cxn>
                <a:cxn ang="0">
                  <a:pos x="connsiteX2" y="connsiteY2"/>
                </a:cxn>
                <a:cxn ang="0">
                  <a:pos x="connsiteX3" y="connsiteY3"/>
                </a:cxn>
              </a:cxnLst>
              <a:rect l="l" t="t" r="r" b="b"/>
              <a:pathLst>
                <a:path w="86545" h="34883">
                  <a:moveTo>
                    <a:pt x="86546" y="0"/>
                  </a:moveTo>
                  <a:cubicBezTo>
                    <a:pt x="69996" y="67"/>
                    <a:pt x="62365" y="388"/>
                    <a:pt x="57232" y="1212"/>
                  </a:cubicBezTo>
                  <a:cubicBezTo>
                    <a:pt x="51504" y="3105"/>
                    <a:pt x="43629" y="7029"/>
                    <a:pt x="29644" y="15494"/>
                  </a:cubicBezTo>
                  <a:cubicBezTo>
                    <a:pt x="19878" y="21682"/>
                    <a:pt x="9997" y="28145"/>
                    <a:pt x="0" y="34883"/>
                  </a:cubicBezTo>
                </a:path>
              </a:pathLst>
            </a:custGeom>
            <a:noFill/>
            <a:ln w="13467" cap="rnd">
              <a:solidFill>
                <a:srgbClr val="454240"/>
              </a:solidFill>
              <a:prstDash val="solid"/>
              <a:round/>
            </a:ln>
          </p:spPr>
          <p:txBody>
            <a:bodyPr rtlCol="0" anchor="ctr"/>
            <a:lstStyle/>
            <a:p>
              <a:endParaRPr lang="en-IN"/>
            </a:p>
          </p:txBody>
        </p:sp>
        <p:sp>
          <p:nvSpPr>
            <p:cNvPr id="67" name="Freeform: Shape 66">
              <a:extLst>
                <a:ext uri="{FF2B5EF4-FFF2-40B4-BE49-F238E27FC236}">
                  <a16:creationId xmlns:a16="http://schemas.microsoft.com/office/drawing/2014/main" id="{9075AF58-6291-1A44-9A11-55E23CA91861}"/>
                </a:ext>
              </a:extLst>
            </p:cNvPr>
            <p:cNvSpPr/>
            <p:nvPr/>
          </p:nvSpPr>
          <p:spPr>
            <a:xfrm>
              <a:off x="4034628" y="2117278"/>
              <a:ext cx="16406" cy="24660"/>
            </a:xfrm>
            <a:custGeom>
              <a:avLst/>
              <a:gdLst>
                <a:gd name="connsiteX0" fmla="*/ 16407 w 16406"/>
                <a:gd name="connsiteY0" fmla="*/ 24660 h 24660"/>
                <a:gd name="connsiteX1" fmla="*/ 9967 w 16406"/>
                <a:gd name="connsiteY1" fmla="*/ 11478 h 24660"/>
                <a:gd name="connsiteX2" fmla="*/ 0 w 16406"/>
                <a:gd name="connsiteY2" fmla="*/ 0 h 24660"/>
              </a:gdLst>
              <a:ahLst/>
              <a:cxnLst>
                <a:cxn ang="0">
                  <a:pos x="connsiteX0" y="connsiteY0"/>
                </a:cxn>
                <a:cxn ang="0">
                  <a:pos x="connsiteX1" y="connsiteY1"/>
                </a:cxn>
                <a:cxn ang="0">
                  <a:pos x="connsiteX2" y="connsiteY2"/>
                </a:cxn>
              </a:cxnLst>
              <a:rect l="l" t="t" r="r" b="b"/>
              <a:pathLst>
                <a:path w="16406" h="24660">
                  <a:moveTo>
                    <a:pt x="16407" y="24660"/>
                  </a:moveTo>
                  <a:cubicBezTo>
                    <a:pt x="15542" y="20318"/>
                    <a:pt x="13918" y="16694"/>
                    <a:pt x="9967" y="11478"/>
                  </a:cubicBezTo>
                  <a:lnTo>
                    <a:pt x="0" y="0"/>
                  </a:lnTo>
                </a:path>
              </a:pathLst>
            </a:custGeom>
            <a:noFill/>
            <a:ln w="13467" cap="rnd">
              <a:solidFill>
                <a:srgbClr val="454240"/>
              </a:solidFill>
              <a:prstDash val="solid"/>
              <a:round/>
            </a:ln>
          </p:spPr>
          <p:txBody>
            <a:bodyPr rtlCol="0" anchor="ctr"/>
            <a:lstStyle/>
            <a:p>
              <a:endParaRPr lang="en-IN"/>
            </a:p>
          </p:txBody>
        </p:sp>
        <p:sp>
          <p:nvSpPr>
            <p:cNvPr id="68" name="Freeform: Shape 67">
              <a:extLst>
                <a:ext uri="{FF2B5EF4-FFF2-40B4-BE49-F238E27FC236}">
                  <a16:creationId xmlns:a16="http://schemas.microsoft.com/office/drawing/2014/main" id="{09DFF10F-0AFF-D325-99FF-7910079E56DC}"/>
                </a:ext>
              </a:extLst>
            </p:cNvPr>
            <p:cNvSpPr/>
            <p:nvPr/>
          </p:nvSpPr>
          <p:spPr>
            <a:xfrm>
              <a:off x="3928860" y="2187121"/>
              <a:ext cx="38785" cy="18250"/>
            </a:xfrm>
            <a:custGeom>
              <a:avLst/>
              <a:gdLst>
                <a:gd name="connsiteX0" fmla="*/ 38786 w 38785"/>
                <a:gd name="connsiteY0" fmla="*/ 0 h 18250"/>
                <a:gd name="connsiteX1" fmla="*/ 33244 w 38785"/>
                <a:gd name="connsiteY1" fmla="*/ 12950 h 18250"/>
                <a:gd name="connsiteX2" fmla="*/ 25720 w 38785"/>
                <a:gd name="connsiteY2" fmla="*/ 17781 h 18250"/>
                <a:gd name="connsiteX3" fmla="*/ 16587 w 38785"/>
                <a:gd name="connsiteY3" fmla="*/ 17817 h 18250"/>
                <a:gd name="connsiteX4" fmla="*/ 7554 w 38785"/>
                <a:gd name="connsiteY4" fmla="*/ 12199 h 18250"/>
                <a:gd name="connsiteX5" fmla="*/ 0 w 38785"/>
                <a:gd name="connsiteY5" fmla="*/ 4913 h 1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85" h="18250">
                  <a:moveTo>
                    <a:pt x="38786" y="0"/>
                  </a:moveTo>
                  <a:cubicBezTo>
                    <a:pt x="36181" y="8284"/>
                    <a:pt x="35399" y="9933"/>
                    <a:pt x="33244" y="12950"/>
                  </a:cubicBezTo>
                  <a:cubicBezTo>
                    <a:pt x="30395" y="15475"/>
                    <a:pt x="28825" y="16455"/>
                    <a:pt x="25720" y="17781"/>
                  </a:cubicBezTo>
                  <a:cubicBezTo>
                    <a:pt x="22669" y="18391"/>
                    <a:pt x="19649" y="18410"/>
                    <a:pt x="16587" y="17817"/>
                  </a:cubicBezTo>
                  <a:cubicBezTo>
                    <a:pt x="15054" y="17289"/>
                    <a:pt x="12025" y="15716"/>
                    <a:pt x="7554" y="12199"/>
                  </a:cubicBezTo>
                  <a:lnTo>
                    <a:pt x="0" y="4913"/>
                  </a:lnTo>
                </a:path>
              </a:pathLst>
            </a:custGeom>
            <a:noFill/>
            <a:ln w="13467" cap="rnd">
              <a:solidFill>
                <a:srgbClr val="454240"/>
              </a:solidFill>
              <a:prstDash val="solid"/>
              <a:round/>
            </a:ln>
          </p:spPr>
          <p:txBody>
            <a:bodyPr rtlCol="0" anchor="ctr"/>
            <a:lstStyle/>
            <a:p>
              <a:endParaRPr lang="en-IN"/>
            </a:p>
          </p:txBody>
        </p:sp>
        <p:sp>
          <p:nvSpPr>
            <p:cNvPr id="69" name="Freeform: Shape 68">
              <a:extLst>
                <a:ext uri="{FF2B5EF4-FFF2-40B4-BE49-F238E27FC236}">
                  <a16:creationId xmlns:a16="http://schemas.microsoft.com/office/drawing/2014/main" id="{57A342A7-25B4-6FC4-BA02-A961510F6AA8}"/>
                </a:ext>
              </a:extLst>
            </p:cNvPr>
            <p:cNvSpPr/>
            <p:nvPr/>
          </p:nvSpPr>
          <p:spPr>
            <a:xfrm>
              <a:off x="3996843" y="2294449"/>
              <a:ext cx="1105" cy="14904"/>
            </a:xfrm>
            <a:custGeom>
              <a:avLst/>
              <a:gdLst>
                <a:gd name="connsiteX0" fmla="*/ 1105 w 1105"/>
                <a:gd name="connsiteY0" fmla="*/ 14904 h 14904"/>
                <a:gd name="connsiteX1" fmla="*/ 0 w 1105"/>
                <a:gd name="connsiteY1" fmla="*/ 0 h 14904"/>
              </a:gdLst>
              <a:ahLst/>
              <a:cxnLst>
                <a:cxn ang="0">
                  <a:pos x="connsiteX0" y="connsiteY0"/>
                </a:cxn>
                <a:cxn ang="0">
                  <a:pos x="connsiteX1" y="connsiteY1"/>
                </a:cxn>
              </a:cxnLst>
              <a:rect l="l" t="t" r="r" b="b"/>
              <a:pathLst>
                <a:path w="1105" h="14904">
                  <a:moveTo>
                    <a:pt x="1105" y="14904"/>
                  </a:moveTo>
                  <a:cubicBezTo>
                    <a:pt x="394" y="12861"/>
                    <a:pt x="3" y="10611"/>
                    <a:pt x="0" y="0"/>
                  </a:cubicBezTo>
                </a:path>
              </a:pathLst>
            </a:custGeom>
            <a:noFill/>
            <a:ln w="13467" cap="rnd">
              <a:solidFill>
                <a:srgbClr val="454240"/>
              </a:solidFill>
              <a:prstDash val="solid"/>
              <a:round/>
            </a:ln>
          </p:spPr>
          <p:txBody>
            <a:bodyPr rtlCol="0" anchor="ctr"/>
            <a:lstStyle/>
            <a:p>
              <a:endParaRPr lang="en-IN"/>
            </a:p>
          </p:txBody>
        </p:sp>
        <p:sp>
          <p:nvSpPr>
            <p:cNvPr id="70" name="Freeform: Shape 69">
              <a:extLst>
                <a:ext uri="{FF2B5EF4-FFF2-40B4-BE49-F238E27FC236}">
                  <a16:creationId xmlns:a16="http://schemas.microsoft.com/office/drawing/2014/main" id="{6FB94BD0-9DF4-0E1E-8AB5-FFD9B092655E}"/>
                </a:ext>
              </a:extLst>
            </p:cNvPr>
            <p:cNvSpPr/>
            <p:nvPr/>
          </p:nvSpPr>
          <p:spPr>
            <a:xfrm>
              <a:off x="3996889" y="2161710"/>
              <a:ext cx="12116" cy="12684"/>
            </a:xfrm>
            <a:custGeom>
              <a:avLst/>
              <a:gdLst>
                <a:gd name="connsiteX0" fmla="*/ 0 w 12116"/>
                <a:gd name="connsiteY0" fmla="*/ 12684 h 12684"/>
                <a:gd name="connsiteX1" fmla="*/ 2070 w 12116"/>
                <a:gd name="connsiteY1" fmla="*/ 6290 h 12684"/>
                <a:gd name="connsiteX2" fmla="*/ 7362 w 12116"/>
                <a:gd name="connsiteY2" fmla="*/ 1496 h 12684"/>
                <a:gd name="connsiteX3" fmla="*/ 12116 w 12116"/>
                <a:gd name="connsiteY3" fmla="*/ 0 h 12684"/>
              </a:gdLst>
              <a:ahLst/>
              <a:cxnLst>
                <a:cxn ang="0">
                  <a:pos x="connsiteX0" y="connsiteY0"/>
                </a:cxn>
                <a:cxn ang="0">
                  <a:pos x="connsiteX1" y="connsiteY1"/>
                </a:cxn>
                <a:cxn ang="0">
                  <a:pos x="connsiteX2" y="connsiteY2"/>
                </a:cxn>
                <a:cxn ang="0">
                  <a:pos x="connsiteX3" y="connsiteY3"/>
                </a:cxn>
              </a:cxnLst>
              <a:rect l="l" t="t" r="r" b="b"/>
              <a:pathLst>
                <a:path w="12116" h="12684">
                  <a:moveTo>
                    <a:pt x="0" y="12684"/>
                  </a:moveTo>
                  <a:cubicBezTo>
                    <a:pt x="308" y="10431"/>
                    <a:pt x="977" y="8345"/>
                    <a:pt x="2070" y="6290"/>
                  </a:cubicBezTo>
                  <a:cubicBezTo>
                    <a:pt x="3481" y="4480"/>
                    <a:pt x="5240" y="2861"/>
                    <a:pt x="7362" y="1496"/>
                  </a:cubicBezTo>
                  <a:cubicBezTo>
                    <a:pt x="8716" y="928"/>
                    <a:pt x="10300" y="430"/>
                    <a:pt x="12116" y="0"/>
                  </a:cubicBezTo>
                </a:path>
              </a:pathLst>
            </a:custGeom>
            <a:noFill/>
            <a:ln w="13467" cap="rnd">
              <a:solidFill>
                <a:srgbClr val="454240"/>
              </a:solidFill>
              <a:prstDash val="solid"/>
              <a:round/>
            </a:ln>
          </p:spPr>
          <p:txBody>
            <a:bodyPr rtlCol="0" anchor="ctr"/>
            <a:lstStyle/>
            <a:p>
              <a:endParaRPr lang="en-IN"/>
            </a:p>
          </p:txBody>
        </p:sp>
        <p:sp>
          <p:nvSpPr>
            <p:cNvPr id="71" name="Freeform: Shape 70">
              <a:extLst>
                <a:ext uri="{FF2B5EF4-FFF2-40B4-BE49-F238E27FC236}">
                  <a16:creationId xmlns:a16="http://schemas.microsoft.com/office/drawing/2014/main" id="{154D4078-737D-86F2-6643-68C2ED2617A7}"/>
                </a:ext>
              </a:extLst>
            </p:cNvPr>
            <p:cNvSpPr/>
            <p:nvPr/>
          </p:nvSpPr>
          <p:spPr>
            <a:xfrm>
              <a:off x="4126056" y="2161517"/>
              <a:ext cx="14195" cy="12446"/>
            </a:xfrm>
            <a:custGeom>
              <a:avLst/>
              <a:gdLst>
                <a:gd name="connsiteX0" fmla="*/ 0 w 14195"/>
                <a:gd name="connsiteY0" fmla="*/ 0 h 12446"/>
                <a:gd name="connsiteX1" fmla="*/ 7576 w 14195"/>
                <a:gd name="connsiteY1" fmla="*/ 2226 h 12446"/>
                <a:gd name="connsiteX2" fmla="*/ 12922 w 14195"/>
                <a:gd name="connsiteY2" fmla="*/ 7951 h 12446"/>
                <a:gd name="connsiteX3" fmla="*/ 14196 w 14195"/>
                <a:gd name="connsiteY3" fmla="*/ 12446 h 12446"/>
              </a:gdLst>
              <a:ahLst/>
              <a:cxnLst>
                <a:cxn ang="0">
                  <a:pos x="connsiteX0" y="connsiteY0"/>
                </a:cxn>
                <a:cxn ang="0">
                  <a:pos x="connsiteX1" y="connsiteY1"/>
                </a:cxn>
                <a:cxn ang="0">
                  <a:pos x="connsiteX2" y="connsiteY2"/>
                </a:cxn>
                <a:cxn ang="0">
                  <a:pos x="connsiteX3" y="connsiteY3"/>
                </a:cxn>
              </a:cxnLst>
              <a:rect l="l" t="t" r="r" b="b"/>
              <a:pathLst>
                <a:path w="14195" h="12446">
                  <a:moveTo>
                    <a:pt x="0" y="0"/>
                  </a:moveTo>
                  <a:cubicBezTo>
                    <a:pt x="2800" y="315"/>
                    <a:pt x="5200" y="1029"/>
                    <a:pt x="7576" y="2226"/>
                  </a:cubicBezTo>
                  <a:cubicBezTo>
                    <a:pt x="9890" y="3973"/>
                    <a:pt x="11567" y="5762"/>
                    <a:pt x="12922" y="7951"/>
                  </a:cubicBezTo>
                  <a:cubicBezTo>
                    <a:pt x="13506" y="9445"/>
                    <a:pt x="13930" y="10944"/>
                    <a:pt x="14196" y="12446"/>
                  </a:cubicBezTo>
                </a:path>
              </a:pathLst>
            </a:custGeom>
            <a:noFill/>
            <a:ln w="13467" cap="rnd">
              <a:solidFill>
                <a:srgbClr val="454240"/>
              </a:solidFill>
              <a:prstDash val="solid"/>
              <a:round/>
            </a:ln>
          </p:spPr>
          <p:txBody>
            <a:bodyPr rtlCol="0" anchor="ctr"/>
            <a:lstStyle/>
            <a:p>
              <a:endParaRPr lang="en-IN"/>
            </a:p>
          </p:txBody>
        </p:sp>
        <p:sp>
          <p:nvSpPr>
            <p:cNvPr id="72" name="Freeform: Shape 71">
              <a:extLst>
                <a:ext uri="{FF2B5EF4-FFF2-40B4-BE49-F238E27FC236}">
                  <a16:creationId xmlns:a16="http://schemas.microsoft.com/office/drawing/2014/main" id="{93ED27F1-FDD2-423E-9397-A613340A8965}"/>
                </a:ext>
              </a:extLst>
            </p:cNvPr>
            <p:cNvSpPr/>
            <p:nvPr/>
          </p:nvSpPr>
          <p:spPr>
            <a:xfrm>
              <a:off x="4126252" y="2304960"/>
              <a:ext cx="14003" cy="12714"/>
            </a:xfrm>
            <a:custGeom>
              <a:avLst/>
              <a:gdLst>
                <a:gd name="connsiteX0" fmla="*/ 14003 w 14003"/>
                <a:gd name="connsiteY0" fmla="*/ 0 h 12714"/>
                <a:gd name="connsiteX1" fmla="*/ 11442 w 14003"/>
                <a:gd name="connsiteY1" fmla="*/ 6791 h 12714"/>
                <a:gd name="connsiteX2" fmla="*/ 4739 w 14003"/>
                <a:gd name="connsiteY2" fmla="*/ 11671 h 12714"/>
                <a:gd name="connsiteX3" fmla="*/ 0 w 14003"/>
                <a:gd name="connsiteY3" fmla="*/ 12715 h 12714"/>
              </a:gdLst>
              <a:ahLst/>
              <a:cxnLst>
                <a:cxn ang="0">
                  <a:pos x="connsiteX0" y="connsiteY0"/>
                </a:cxn>
                <a:cxn ang="0">
                  <a:pos x="connsiteX1" y="connsiteY1"/>
                </a:cxn>
                <a:cxn ang="0">
                  <a:pos x="connsiteX2" y="connsiteY2"/>
                </a:cxn>
                <a:cxn ang="0">
                  <a:pos x="connsiteX3" y="connsiteY3"/>
                </a:cxn>
              </a:cxnLst>
              <a:rect l="l" t="t" r="r" b="b"/>
              <a:pathLst>
                <a:path w="14003" h="12714">
                  <a:moveTo>
                    <a:pt x="14003" y="0"/>
                  </a:moveTo>
                  <a:cubicBezTo>
                    <a:pt x="13548" y="2638"/>
                    <a:pt x="12657" y="4883"/>
                    <a:pt x="11442" y="6791"/>
                  </a:cubicBezTo>
                  <a:cubicBezTo>
                    <a:pt x="9606" y="8736"/>
                    <a:pt x="7347" y="10382"/>
                    <a:pt x="4739" y="11671"/>
                  </a:cubicBezTo>
                  <a:cubicBezTo>
                    <a:pt x="3465" y="12077"/>
                    <a:pt x="1885" y="12425"/>
                    <a:pt x="0" y="12715"/>
                  </a:cubicBezTo>
                </a:path>
              </a:pathLst>
            </a:custGeom>
            <a:noFill/>
            <a:ln w="13467" cap="rnd">
              <a:solidFill>
                <a:srgbClr val="454240"/>
              </a:solidFill>
              <a:prstDash val="solid"/>
              <a:round/>
            </a:ln>
          </p:spPr>
          <p:txBody>
            <a:bodyPr rtlCol="0" anchor="ctr"/>
            <a:lstStyle/>
            <a:p>
              <a:endParaRPr lang="en-IN"/>
            </a:p>
          </p:txBody>
        </p:sp>
        <p:sp>
          <p:nvSpPr>
            <p:cNvPr id="73" name="Freeform: Shape 72">
              <a:extLst>
                <a:ext uri="{FF2B5EF4-FFF2-40B4-BE49-F238E27FC236}">
                  <a16:creationId xmlns:a16="http://schemas.microsoft.com/office/drawing/2014/main" id="{B9566E08-14EC-881A-346D-BB41DE94D370}"/>
                </a:ext>
              </a:extLst>
            </p:cNvPr>
            <p:cNvSpPr/>
            <p:nvPr/>
          </p:nvSpPr>
          <p:spPr>
            <a:xfrm>
              <a:off x="3997949" y="2309354"/>
              <a:ext cx="12427" cy="8369"/>
            </a:xfrm>
            <a:custGeom>
              <a:avLst/>
              <a:gdLst>
                <a:gd name="connsiteX0" fmla="*/ 12428 w 12427"/>
                <a:gd name="connsiteY0" fmla="*/ 8370 h 8369"/>
                <a:gd name="connsiteX1" fmla="*/ 2006 w 12427"/>
                <a:gd name="connsiteY1" fmla="*/ 3075 h 8369"/>
                <a:gd name="connsiteX2" fmla="*/ 0 w 12427"/>
                <a:gd name="connsiteY2" fmla="*/ 0 h 8369"/>
              </a:gdLst>
              <a:ahLst/>
              <a:cxnLst>
                <a:cxn ang="0">
                  <a:pos x="connsiteX0" y="connsiteY0"/>
                </a:cxn>
                <a:cxn ang="0">
                  <a:pos x="connsiteX1" y="connsiteY1"/>
                </a:cxn>
                <a:cxn ang="0">
                  <a:pos x="connsiteX2" y="connsiteY2"/>
                </a:cxn>
              </a:cxnLst>
              <a:rect l="l" t="t" r="r" b="b"/>
              <a:pathLst>
                <a:path w="12427" h="8369">
                  <a:moveTo>
                    <a:pt x="12428" y="8370"/>
                  </a:moveTo>
                  <a:cubicBezTo>
                    <a:pt x="8431" y="7417"/>
                    <a:pt x="4727" y="5481"/>
                    <a:pt x="2006" y="3075"/>
                  </a:cubicBezTo>
                  <a:cubicBezTo>
                    <a:pt x="941" y="1686"/>
                    <a:pt x="273" y="660"/>
                    <a:pt x="0" y="0"/>
                  </a:cubicBezTo>
                </a:path>
              </a:pathLst>
            </a:custGeom>
            <a:noFill/>
            <a:ln w="13467" cap="rnd">
              <a:solidFill>
                <a:srgbClr val="454240"/>
              </a:solidFill>
              <a:prstDash val="solid"/>
              <a:round/>
            </a:ln>
          </p:spPr>
          <p:txBody>
            <a:bodyPr rtlCol="0" anchor="ctr"/>
            <a:lstStyle/>
            <a:p>
              <a:endParaRPr lang="en-IN"/>
            </a:p>
          </p:txBody>
        </p:sp>
        <p:sp>
          <p:nvSpPr>
            <p:cNvPr id="74" name="Freeform: Shape 73">
              <a:extLst>
                <a:ext uri="{FF2B5EF4-FFF2-40B4-BE49-F238E27FC236}">
                  <a16:creationId xmlns:a16="http://schemas.microsoft.com/office/drawing/2014/main" id="{E0436CE6-1256-0F13-CE9D-9831945CB915}"/>
                </a:ext>
              </a:extLst>
            </p:cNvPr>
            <p:cNvSpPr/>
            <p:nvPr/>
          </p:nvSpPr>
          <p:spPr>
            <a:xfrm>
              <a:off x="3904763" y="2050058"/>
              <a:ext cx="31727" cy="43337"/>
            </a:xfrm>
            <a:custGeom>
              <a:avLst/>
              <a:gdLst>
                <a:gd name="connsiteX0" fmla="*/ 31727 w 31727"/>
                <a:gd name="connsiteY0" fmla="*/ 36633 h 43337"/>
                <a:gd name="connsiteX1" fmla="*/ 19583 w 31727"/>
                <a:gd name="connsiteY1" fmla="*/ 43250 h 43337"/>
                <a:gd name="connsiteX2" fmla="*/ 12295 w 31727"/>
                <a:gd name="connsiteY2" fmla="*/ 42682 h 43337"/>
                <a:gd name="connsiteX3" fmla="*/ 6252 w 31727"/>
                <a:gd name="connsiteY3" fmla="*/ 39161 h 43337"/>
                <a:gd name="connsiteX4" fmla="*/ 1216 w 31727"/>
                <a:gd name="connsiteY4" fmla="*/ 32190 h 43337"/>
                <a:gd name="connsiteX5" fmla="*/ 194 w 31727"/>
                <a:gd name="connsiteY5" fmla="*/ 21628 h 43337"/>
                <a:gd name="connsiteX6" fmla="*/ 5775 w 31727"/>
                <a:gd name="connsiteY6" fmla="*/ 11820 h 43337"/>
                <a:gd name="connsiteX7" fmla="*/ 17870 w 31727"/>
                <a:gd name="connsiteY7" fmla="*/ 0 h 43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27" h="43337">
                  <a:moveTo>
                    <a:pt x="31727" y="36633"/>
                  </a:moveTo>
                  <a:cubicBezTo>
                    <a:pt x="26542" y="40597"/>
                    <a:pt x="23687" y="42090"/>
                    <a:pt x="19583" y="43250"/>
                  </a:cubicBezTo>
                  <a:cubicBezTo>
                    <a:pt x="16909" y="43467"/>
                    <a:pt x="14634" y="43281"/>
                    <a:pt x="12295" y="42682"/>
                  </a:cubicBezTo>
                  <a:cubicBezTo>
                    <a:pt x="10405" y="41906"/>
                    <a:pt x="8325" y="40725"/>
                    <a:pt x="6252" y="39161"/>
                  </a:cubicBezTo>
                  <a:cubicBezTo>
                    <a:pt x="4557" y="37512"/>
                    <a:pt x="3046" y="35558"/>
                    <a:pt x="1216" y="32190"/>
                  </a:cubicBezTo>
                  <a:cubicBezTo>
                    <a:pt x="65" y="28465"/>
                    <a:pt x="-252" y="25210"/>
                    <a:pt x="194" y="21628"/>
                  </a:cubicBezTo>
                  <a:cubicBezTo>
                    <a:pt x="1699" y="17579"/>
                    <a:pt x="3644" y="14397"/>
                    <a:pt x="5775" y="11820"/>
                  </a:cubicBezTo>
                  <a:lnTo>
                    <a:pt x="17870" y="0"/>
                  </a:lnTo>
                </a:path>
              </a:pathLst>
            </a:custGeom>
            <a:noFill/>
            <a:ln w="13467" cap="rnd">
              <a:solidFill>
                <a:srgbClr val="454240"/>
              </a:solidFill>
              <a:prstDash val="solid"/>
              <a:round/>
            </a:ln>
          </p:spPr>
          <p:txBody>
            <a:bodyPr rtlCol="0" anchor="ctr"/>
            <a:lstStyle/>
            <a:p>
              <a:endParaRPr lang="en-IN"/>
            </a:p>
          </p:txBody>
        </p:sp>
        <p:sp>
          <p:nvSpPr>
            <p:cNvPr id="75" name="Freeform: Shape 74">
              <a:extLst>
                <a:ext uri="{FF2B5EF4-FFF2-40B4-BE49-F238E27FC236}">
                  <a16:creationId xmlns:a16="http://schemas.microsoft.com/office/drawing/2014/main" id="{6DC9962C-A8FB-D566-778F-39F29B2E082D}"/>
                </a:ext>
              </a:extLst>
            </p:cNvPr>
            <p:cNvSpPr/>
            <p:nvPr/>
          </p:nvSpPr>
          <p:spPr>
            <a:xfrm>
              <a:off x="4108676" y="2039523"/>
              <a:ext cx="351" cy="102433"/>
            </a:xfrm>
            <a:custGeom>
              <a:avLst/>
              <a:gdLst>
                <a:gd name="connsiteX0" fmla="*/ 351 w 351"/>
                <a:gd name="connsiteY0" fmla="*/ 102433 h 102433"/>
                <a:gd name="connsiteX1" fmla="*/ 0 w 351"/>
                <a:gd name="connsiteY1" fmla="*/ 0 h 102433"/>
              </a:gdLst>
              <a:ahLst/>
              <a:cxnLst>
                <a:cxn ang="0">
                  <a:pos x="connsiteX0" y="connsiteY0"/>
                </a:cxn>
                <a:cxn ang="0">
                  <a:pos x="connsiteX1" y="connsiteY1"/>
                </a:cxn>
              </a:cxnLst>
              <a:rect l="l" t="t" r="r" b="b"/>
              <a:pathLst>
                <a:path w="351" h="102433">
                  <a:moveTo>
                    <a:pt x="351" y="102433"/>
                  </a:moveTo>
                  <a:lnTo>
                    <a:pt x="0" y="0"/>
                  </a:lnTo>
                </a:path>
              </a:pathLst>
            </a:custGeom>
            <a:noFill/>
            <a:ln w="13467" cap="rnd">
              <a:solidFill>
                <a:srgbClr val="454240"/>
              </a:solidFill>
              <a:prstDash val="solid"/>
              <a:round/>
            </a:ln>
          </p:spPr>
          <p:txBody>
            <a:bodyPr rtlCol="0" anchor="ctr"/>
            <a:lstStyle/>
            <a:p>
              <a:endParaRPr lang="en-IN"/>
            </a:p>
          </p:txBody>
        </p:sp>
        <p:sp>
          <p:nvSpPr>
            <p:cNvPr id="76" name="Freeform: Shape 75">
              <a:extLst>
                <a:ext uri="{FF2B5EF4-FFF2-40B4-BE49-F238E27FC236}">
                  <a16:creationId xmlns:a16="http://schemas.microsoft.com/office/drawing/2014/main" id="{0295A99F-A177-F546-738D-6F118F480922}"/>
                </a:ext>
              </a:extLst>
            </p:cNvPr>
            <p:cNvSpPr/>
            <p:nvPr/>
          </p:nvSpPr>
          <p:spPr>
            <a:xfrm>
              <a:off x="4066393" y="2039758"/>
              <a:ext cx="24" cy="101963"/>
            </a:xfrm>
            <a:custGeom>
              <a:avLst/>
              <a:gdLst>
                <a:gd name="connsiteX0" fmla="*/ 0 w 24"/>
                <a:gd name="connsiteY0" fmla="*/ 101963 h 101963"/>
                <a:gd name="connsiteX1" fmla="*/ 24 w 24"/>
                <a:gd name="connsiteY1" fmla="*/ 0 h 101963"/>
              </a:gdLst>
              <a:ahLst/>
              <a:cxnLst>
                <a:cxn ang="0">
                  <a:pos x="connsiteX0" y="connsiteY0"/>
                </a:cxn>
                <a:cxn ang="0">
                  <a:pos x="connsiteX1" y="connsiteY1"/>
                </a:cxn>
              </a:cxnLst>
              <a:rect l="l" t="t" r="r" b="b"/>
              <a:pathLst>
                <a:path w="24" h="101963">
                  <a:moveTo>
                    <a:pt x="0" y="101963"/>
                  </a:moveTo>
                  <a:lnTo>
                    <a:pt x="24" y="0"/>
                  </a:lnTo>
                </a:path>
              </a:pathLst>
            </a:custGeom>
            <a:noFill/>
            <a:ln w="13467" cap="rnd">
              <a:solidFill>
                <a:srgbClr val="454240"/>
              </a:solidFill>
              <a:prstDash val="solid"/>
              <a:round/>
            </a:ln>
          </p:spPr>
          <p:txBody>
            <a:bodyPr rtlCol="0" anchor="ctr"/>
            <a:lstStyle/>
            <a:p>
              <a:endParaRPr lang="en-IN"/>
            </a:p>
          </p:txBody>
        </p:sp>
        <p:sp>
          <p:nvSpPr>
            <p:cNvPr id="77" name="Freeform: Shape 76">
              <a:extLst>
                <a:ext uri="{FF2B5EF4-FFF2-40B4-BE49-F238E27FC236}">
                  <a16:creationId xmlns:a16="http://schemas.microsoft.com/office/drawing/2014/main" id="{478BBEE3-1F24-B25D-B9A7-457A89DE7D7E}"/>
                </a:ext>
              </a:extLst>
            </p:cNvPr>
            <p:cNvSpPr/>
            <p:nvPr/>
          </p:nvSpPr>
          <p:spPr>
            <a:xfrm>
              <a:off x="3827788" y="2039248"/>
              <a:ext cx="43075" cy="109"/>
            </a:xfrm>
            <a:custGeom>
              <a:avLst/>
              <a:gdLst>
                <a:gd name="connsiteX0" fmla="*/ 43076 w 43075"/>
                <a:gd name="connsiteY0" fmla="*/ 0 h 109"/>
                <a:gd name="connsiteX1" fmla="*/ 0 w 43075"/>
                <a:gd name="connsiteY1" fmla="*/ 110 h 109"/>
              </a:gdLst>
              <a:ahLst/>
              <a:cxnLst>
                <a:cxn ang="0">
                  <a:pos x="connsiteX0" y="connsiteY0"/>
                </a:cxn>
                <a:cxn ang="0">
                  <a:pos x="connsiteX1" y="connsiteY1"/>
                </a:cxn>
              </a:cxnLst>
              <a:rect l="l" t="t" r="r" b="b"/>
              <a:pathLst>
                <a:path w="43075" h="109">
                  <a:moveTo>
                    <a:pt x="43076" y="0"/>
                  </a:moveTo>
                  <a:lnTo>
                    <a:pt x="0" y="110"/>
                  </a:lnTo>
                </a:path>
              </a:pathLst>
            </a:custGeom>
            <a:noFill/>
            <a:ln w="13467" cap="rnd">
              <a:solidFill>
                <a:srgbClr val="454240"/>
              </a:solidFill>
              <a:prstDash val="solid"/>
              <a:round/>
            </a:ln>
          </p:spPr>
          <p:txBody>
            <a:bodyPr rtlCol="0" anchor="ctr"/>
            <a:lstStyle/>
            <a:p>
              <a:endParaRPr lang="en-IN"/>
            </a:p>
          </p:txBody>
        </p:sp>
        <p:sp>
          <p:nvSpPr>
            <p:cNvPr id="78" name="Freeform: Shape 77">
              <a:extLst>
                <a:ext uri="{FF2B5EF4-FFF2-40B4-BE49-F238E27FC236}">
                  <a16:creationId xmlns:a16="http://schemas.microsoft.com/office/drawing/2014/main" id="{1C2B4AF5-344A-F6A8-4D81-C89D549ABAC6}"/>
                </a:ext>
              </a:extLst>
            </p:cNvPr>
            <p:cNvSpPr/>
            <p:nvPr/>
          </p:nvSpPr>
          <p:spPr>
            <a:xfrm>
              <a:off x="3870825" y="2039248"/>
              <a:ext cx="39" cy="119420"/>
            </a:xfrm>
            <a:custGeom>
              <a:avLst/>
              <a:gdLst>
                <a:gd name="connsiteX0" fmla="*/ 0 w 39"/>
                <a:gd name="connsiteY0" fmla="*/ 119420 h 119420"/>
                <a:gd name="connsiteX1" fmla="*/ 40 w 39"/>
                <a:gd name="connsiteY1" fmla="*/ 0 h 119420"/>
              </a:gdLst>
              <a:ahLst/>
              <a:cxnLst>
                <a:cxn ang="0">
                  <a:pos x="connsiteX0" y="connsiteY0"/>
                </a:cxn>
                <a:cxn ang="0">
                  <a:pos x="connsiteX1" y="connsiteY1"/>
                </a:cxn>
              </a:cxnLst>
              <a:rect l="l" t="t" r="r" b="b"/>
              <a:pathLst>
                <a:path w="39" h="119420">
                  <a:moveTo>
                    <a:pt x="0" y="119420"/>
                  </a:moveTo>
                  <a:lnTo>
                    <a:pt x="40" y="0"/>
                  </a:lnTo>
                </a:path>
              </a:pathLst>
            </a:custGeom>
            <a:noFill/>
            <a:ln w="13467" cap="rnd">
              <a:solidFill>
                <a:srgbClr val="454240"/>
              </a:solidFill>
              <a:prstDash val="solid"/>
              <a:round/>
            </a:ln>
          </p:spPr>
          <p:txBody>
            <a:bodyPr rtlCol="0" anchor="ctr"/>
            <a:lstStyle/>
            <a:p>
              <a:endParaRPr lang="en-IN"/>
            </a:p>
          </p:txBody>
        </p:sp>
        <p:sp>
          <p:nvSpPr>
            <p:cNvPr id="79" name="Freeform: Shape 78">
              <a:extLst>
                <a:ext uri="{FF2B5EF4-FFF2-40B4-BE49-F238E27FC236}">
                  <a16:creationId xmlns:a16="http://schemas.microsoft.com/office/drawing/2014/main" id="{157E6713-1A4F-D864-4765-AA9FDE297820}"/>
                </a:ext>
              </a:extLst>
            </p:cNvPr>
            <p:cNvSpPr/>
            <p:nvPr/>
          </p:nvSpPr>
          <p:spPr>
            <a:xfrm>
              <a:off x="3827718" y="2158400"/>
              <a:ext cx="43106" cy="268"/>
            </a:xfrm>
            <a:custGeom>
              <a:avLst/>
              <a:gdLst>
                <a:gd name="connsiteX0" fmla="*/ 43107 w 43106"/>
                <a:gd name="connsiteY0" fmla="*/ 269 h 268"/>
                <a:gd name="connsiteX1" fmla="*/ 0 w 43106"/>
                <a:gd name="connsiteY1" fmla="*/ 0 h 268"/>
              </a:gdLst>
              <a:ahLst/>
              <a:cxnLst>
                <a:cxn ang="0">
                  <a:pos x="connsiteX0" y="connsiteY0"/>
                </a:cxn>
                <a:cxn ang="0">
                  <a:pos x="connsiteX1" y="connsiteY1"/>
                </a:cxn>
              </a:cxnLst>
              <a:rect l="l" t="t" r="r" b="b"/>
              <a:pathLst>
                <a:path w="43106" h="268">
                  <a:moveTo>
                    <a:pt x="43107" y="269"/>
                  </a:moveTo>
                  <a:lnTo>
                    <a:pt x="0" y="0"/>
                  </a:lnTo>
                </a:path>
              </a:pathLst>
            </a:custGeom>
            <a:noFill/>
            <a:ln w="13467" cap="rnd">
              <a:solidFill>
                <a:srgbClr val="454240"/>
              </a:solidFill>
              <a:prstDash val="solid"/>
              <a:round/>
            </a:ln>
          </p:spPr>
          <p:txBody>
            <a:bodyPr rtlCol="0" anchor="ctr"/>
            <a:lstStyle/>
            <a:p>
              <a:endParaRPr lang="en-IN"/>
            </a:p>
          </p:txBody>
        </p:sp>
        <p:sp>
          <p:nvSpPr>
            <p:cNvPr id="80" name="Freeform: Shape 79">
              <a:extLst>
                <a:ext uri="{FF2B5EF4-FFF2-40B4-BE49-F238E27FC236}">
                  <a16:creationId xmlns:a16="http://schemas.microsoft.com/office/drawing/2014/main" id="{68030F2E-44FB-D822-7F92-D4D3D6A1D23D}"/>
                </a:ext>
              </a:extLst>
            </p:cNvPr>
            <p:cNvSpPr/>
            <p:nvPr/>
          </p:nvSpPr>
          <p:spPr>
            <a:xfrm>
              <a:off x="3827718" y="2039358"/>
              <a:ext cx="70" cy="119041"/>
            </a:xfrm>
            <a:custGeom>
              <a:avLst/>
              <a:gdLst>
                <a:gd name="connsiteX0" fmla="*/ 70 w 70"/>
                <a:gd name="connsiteY0" fmla="*/ 0 h 119041"/>
                <a:gd name="connsiteX1" fmla="*/ 0 w 70"/>
                <a:gd name="connsiteY1" fmla="*/ 119041 h 119041"/>
              </a:gdLst>
              <a:ahLst/>
              <a:cxnLst>
                <a:cxn ang="0">
                  <a:pos x="connsiteX0" y="connsiteY0"/>
                </a:cxn>
                <a:cxn ang="0">
                  <a:pos x="connsiteX1" y="connsiteY1"/>
                </a:cxn>
              </a:cxnLst>
              <a:rect l="l" t="t" r="r" b="b"/>
              <a:pathLst>
                <a:path w="70" h="119041">
                  <a:moveTo>
                    <a:pt x="70" y="0"/>
                  </a:moveTo>
                  <a:lnTo>
                    <a:pt x="0" y="119041"/>
                  </a:lnTo>
                </a:path>
              </a:pathLst>
            </a:custGeom>
            <a:noFill/>
            <a:ln w="13467" cap="rnd">
              <a:solidFill>
                <a:srgbClr val="454240"/>
              </a:solidFill>
              <a:prstDash val="solid"/>
              <a:round/>
            </a:ln>
          </p:spPr>
          <p:txBody>
            <a:bodyPr rtlCol="0" anchor="ctr"/>
            <a:lstStyle/>
            <a:p>
              <a:endParaRPr lang="en-IN"/>
            </a:p>
          </p:txBody>
        </p:sp>
        <p:sp>
          <p:nvSpPr>
            <p:cNvPr id="81" name="Freeform: Shape 80">
              <a:extLst>
                <a:ext uri="{FF2B5EF4-FFF2-40B4-BE49-F238E27FC236}">
                  <a16:creationId xmlns:a16="http://schemas.microsoft.com/office/drawing/2014/main" id="{AF836121-F342-2598-D25B-481AED49DE72}"/>
                </a:ext>
              </a:extLst>
            </p:cNvPr>
            <p:cNvSpPr/>
            <p:nvPr/>
          </p:nvSpPr>
          <p:spPr>
            <a:xfrm>
              <a:off x="3936491" y="2053008"/>
              <a:ext cx="41442" cy="33683"/>
            </a:xfrm>
            <a:custGeom>
              <a:avLst/>
              <a:gdLst>
                <a:gd name="connsiteX0" fmla="*/ 41442 w 41442"/>
                <a:gd name="connsiteY0" fmla="*/ 0 h 33683"/>
                <a:gd name="connsiteX1" fmla="*/ 0 w 41442"/>
                <a:gd name="connsiteY1" fmla="*/ 33683 h 33683"/>
              </a:gdLst>
              <a:ahLst/>
              <a:cxnLst>
                <a:cxn ang="0">
                  <a:pos x="connsiteX0" y="connsiteY0"/>
                </a:cxn>
                <a:cxn ang="0">
                  <a:pos x="connsiteX1" y="connsiteY1"/>
                </a:cxn>
              </a:cxnLst>
              <a:rect l="l" t="t" r="r" b="b"/>
              <a:pathLst>
                <a:path w="41442" h="33683">
                  <a:moveTo>
                    <a:pt x="41442" y="0"/>
                  </a:moveTo>
                  <a:lnTo>
                    <a:pt x="0" y="33683"/>
                  </a:lnTo>
                </a:path>
              </a:pathLst>
            </a:custGeom>
            <a:noFill/>
            <a:ln w="13467" cap="rnd">
              <a:solidFill>
                <a:srgbClr val="454240"/>
              </a:solidFill>
              <a:prstDash val="solid"/>
              <a:round/>
            </a:ln>
          </p:spPr>
          <p:txBody>
            <a:bodyPr rtlCol="0" anchor="ctr"/>
            <a:lstStyle/>
            <a:p>
              <a:endParaRPr lang="en-IN"/>
            </a:p>
          </p:txBody>
        </p:sp>
        <p:sp>
          <p:nvSpPr>
            <p:cNvPr id="82" name="Freeform: Shape 81">
              <a:extLst>
                <a:ext uri="{FF2B5EF4-FFF2-40B4-BE49-F238E27FC236}">
                  <a16:creationId xmlns:a16="http://schemas.microsoft.com/office/drawing/2014/main" id="{55C8F8B1-B751-1DCF-04E9-A8E75390DDD8}"/>
                </a:ext>
              </a:extLst>
            </p:cNvPr>
            <p:cNvSpPr/>
            <p:nvPr/>
          </p:nvSpPr>
          <p:spPr>
            <a:xfrm>
              <a:off x="3986645" y="2112734"/>
              <a:ext cx="26361" cy="29338"/>
            </a:xfrm>
            <a:custGeom>
              <a:avLst/>
              <a:gdLst>
                <a:gd name="connsiteX0" fmla="*/ 0 w 26361"/>
                <a:gd name="connsiteY0" fmla="*/ 0 h 29338"/>
                <a:gd name="connsiteX1" fmla="*/ 26361 w 26361"/>
                <a:gd name="connsiteY1" fmla="*/ 29338 h 29338"/>
              </a:gdLst>
              <a:ahLst/>
              <a:cxnLst>
                <a:cxn ang="0">
                  <a:pos x="connsiteX0" y="connsiteY0"/>
                </a:cxn>
                <a:cxn ang="0">
                  <a:pos x="connsiteX1" y="connsiteY1"/>
                </a:cxn>
              </a:cxnLst>
              <a:rect l="l" t="t" r="r" b="b"/>
              <a:pathLst>
                <a:path w="26361" h="29338">
                  <a:moveTo>
                    <a:pt x="0" y="0"/>
                  </a:moveTo>
                  <a:lnTo>
                    <a:pt x="26361" y="29338"/>
                  </a:lnTo>
                </a:path>
              </a:pathLst>
            </a:custGeom>
            <a:noFill/>
            <a:ln w="13467" cap="rnd">
              <a:solidFill>
                <a:srgbClr val="454240"/>
              </a:solidFill>
              <a:prstDash val="solid"/>
              <a:round/>
            </a:ln>
          </p:spPr>
          <p:txBody>
            <a:bodyPr rtlCol="0" anchor="ctr"/>
            <a:lstStyle/>
            <a:p>
              <a:endParaRPr lang="en-IN"/>
            </a:p>
          </p:txBody>
        </p:sp>
        <p:sp>
          <p:nvSpPr>
            <p:cNvPr id="83" name="Freeform: Shape 82">
              <a:extLst>
                <a:ext uri="{FF2B5EF4-FFF2-40B4-BE49-F238E27FC236}">
                  <a16:creationId xmlns:a16="http://schemas.microsoft.com/office/drawing/2014/main" id="{4BB808CC-ED83-A80C-05A2-2576B6BF945E}"/>
                </a:ext>
              </a:extLst>
            </p:cNvPr>
            <p:cNvSpPr/>
            <p:nvPr/>
          </p:nvSpPr>
          <p:spPr>
            <a:xfrm>
              <a:off x="3962983" y="2134750"/>
              <a:ext cx="20076" cy="21881"/>
            </a:xfrm>
            <a:custGeom>
              <a:avLst/>
              <a:gdLst>
                <a:gd name="connsiteX0" fmla="*/ 0 w 20076"/>
                <a:gd name="connsiteY0" fmla="*/ 0 h 21881"/>
                <a:gd name="connsiteX1" fmla="*/ 20077 w 20076"/>
                <a:gd name="connsiteY1" fmla="*/ 21882 h 21881"/>
              </a:gdLst>
              <a:ahLst/>
              <a:cxnLst>
                <a:cxn ang="0">
                  <a:pos x="connsiteX0" y="connsiteY0"/>
                </a:cxn>
                <a:cxn ang="0">
                  <a:pos x="connsiteX1" y="connsiteY1"/>
                </a:cxn>
              </a:cxnLst>
              <a:rect l="l" t="t" r="r" b="b"/>
              <a:pathLst>
                <a:path w="20076" h="21881">
                  <a:moveTo>
                    <a:pt x="0" y="0"/>
                  </a:moveTo>
                  <a:lnTo>
                    <a:pt x="20077" y="21882"/>
                  </a:lnTo>
                </a:path>
              </a:pathLst>
            </a:custGeom>
            <a:noFill/>
            <a:ln w="13467" cap="rnd">
              <a:solidFill>
                <a:srgbClr val="454240"/>
              </a:solidFill>
              <a:prstDash val="solid"/>
              <a:round/>
            </a:ln>
          </p:spPr>
          <p:txBody>
            <a:bodyPr rtlCol="0" anchor="ctr"/>
            <a:lstStyle/>
            <a:p>
              <a:endParaRPr lang="en-IN"/>
            </a:p>
          </p:txBody>
        </p:sp>
        <p:sp>
          <p:nvSpPr>
            <p:cNvPr id="84" name="Freeform: Shape 83">
              <a:extLst>
                <a:ext uri="{FF2B5EF4-FFF2-40B4-BE49-F238E27FC236}">
                  <a16:creationId xmlns:a16="http://schemas.microsoft.com/office/drawing/2014/main" id="{5C4CA9EC-AE32-C929-E292-E8CF13E72020}"/>
                </a:ext>
              </a:extLst>
            </p:cNvPr>
            <p:cNvSpPr/>
            <p:nvPr/>
          </p:nvSpPr>
          <p:spPr>
            <a:xfrm>
              <a:off x="3969310" y="2188358"/>
              <a:ext cx="7765" cy="5218"/>
            </a:xfrm>
            <a:custGeom>
              <a:avLst/>
              <a:gdLst>
                <a:gd name="connsiteX0" fmla="*/ 7765 w 7765"/>
                <a:gd name="connsiteY0" fmla="*/ 5218 h 5218"/>
                <a:gd name="connsiteX1" fmla="*/ 0 w 7765"/>
                <a:gd name="connsiteY1" fmla="*/ 0 h 5218"/>
              </a:gdLst>
              <a:ahLst/>
              <a:cxnLst>
                <a:cxn ang="0">
                  <a:pos x="connsiteX0" y="connsiteY0"/>
                </a:cxn>
                <a:cxn ang="0">
                  <a:pos x="connsiteX1" y="connsiteY1"/>
                </a:cxn>
              </a:cxnLst>
              <a:rect l="l" t="t" r="r" b="b"/>
              <a:pathLst>
                <a:path w="7765" h="5218">
                  <a:moveTo>
                    <a:pt x="7765" y="5218"/>
                  </a:moveTo>
                  <a:lnTo>
                    <a:pt x="0" y="0"/>
                  </a:lnTo>
                </a:path>
              </a:pathLst>
            </a:custGeom>
            <a:noFill/>
            <a:ln w="13467" cap="rnd">
              <a:solidFill>
                <a:srgbClr val="454240"/>
              </a:solidFill>
              <a:prstDash val="solid"/>
              <a:round/>
            </a:ln>
          </p:spPr>
          <p:txBody>
            <a:bodyPr rtlCol="0" anchor="ctr"/>
            <a:lstStyle/>
            <a:p>
              <a:endParaRPr lang="en-IN"/>
            </a:p>
          </p:txBody>
        </p:sp>
        <p:sp>
          <p:nvSpPr>
            <p:cNvPr id="85" name="Freeform: Shape 84">
              <a:extLst>
                <a:ext uri="{FF2B5EF4-FFF2-40B4-BE49-F238E27FC236}">
                  <a16:creationId xmlns:a16="http://schemas.microsoft.com/office/drawing/2014/main" id="{13861566-EF01-A2D8-DEA2-30D56DBB7371}"/>
                </a:ext>
              </a:extLst>
            </p:cNvPr>
            <p:cNvSpPr/>
            <p:nvPr/>
          </p:nvSpPr>
          <p:spPr>
            <a:xfrm>
              <a:off x="3937966" y="2155111"/>
              <a:ext cx="29845" cy="31469"/>
            </a:xfrm>
            <a:custGeom>
              <a:avLst/>
              <a:gdLst>
                <a:gd name="connsiteX0" fmla="*/ 0 w 29845"/>
                <a:gd name="connsiteY0" fmla="*/ 0 h 31469"/>
                <a:gd name="connsiteX1" fmla="*/ 29845 w 29845"/>
                <a:gd name="connsiteY1" fmla="*/ 31470 h 31469"/>
              </a:gdLst>
              <a:ahLst/>
              <a:cxnLst>
                <a:cxn ang="0">
                  <a:pos x="connsiteX0" y="connsiteY0"/>
                </a:cxn>
                <a:cxn ang="0">
                  <a:pos x="connsiteX1" y="connsiteY1"/>
                </a:cxn>
              </a:cxnLst>
              <a:rect l="l" t="t" r="r" b="b"/>
              <a:pathLst>
                <a:path w="29845" h="31469">
                  <a:moveTo>
                    <a:pt x="0" y="0"/>
                  </a:moveTo>
                  <a:lnTo>
                    <a:pt x="29845" y="31470"/>
                  </a:lnTo>
                </a:path>
              </a:pathLst>
            </a:custGeom>
            <a:noFill/>
            <a:ln w="13467" cap="rnd">
              <a:solidFill>
                <a:srgbClr val="454240"/>
              </a:solidFill>
              <a:prstDash val="solid"/>
              <a:round/>
            </a:ln>
          </p:spPr>
          <p:txBody>
            <a:bodyPr rtlCol="0" anchor="ctr"/>
            <a:lstStyle/>
            <a:p>
              <a:endParaRPr lang="en-IN"/>
            </a:p>
          </p:txBody>
        </p:sp>
        <p:sp>
          <p:nvSpPr>
            <p:cNvPr id="86" name="Freeform: Shape 85">
              <a:extLst>
                <a:ext uri="{FF2B5EF4-FFF2-40B4-BE49-F238E27FC236}">
                  <a16:creationId xmlns:a16="http://schemas.microsoft.com/office/drawing/2014/main" id="{6F2BFA4B-047F-0DB5-A91F-D61E5FA00130}"/>
                </a:ext>
              </a:extLst>
            </p:cNvPr>
            <p:cNvSpPr/>
            <p:nvPr/>
          </p:nvSpPr>
          <p:spPr>
            <a:xfrm>
              <a:off x="4070638" y="2039468"/>
              <a:ext cx="38037" cy="54"/>
            </a:xfrm>
            <a:custGeom>
              <a:avLst/>
              <a:gdLst>
                <a:gd name="connsiteX0" fmla="*/ 38038 w 38037"/>
                <a:gd name="connsiteY0" fmla="*/ 55 h 54"/>
                <a:gd name="connsiteX1" fmla="*/ 0 w 38037"/>
                <a:gd name="connsiteY1" fmla="*/ 0 h 54"/>
              </a:gdLst>
              <a:ahLst/>
              <a:cxnLst>
                <a:cxn ang="0">
                  <a:pos x="connsiteX0" y="connsiteY0"/>
                </a:cxn>
                <a:cxn ang="0">
                  <a:pos x="connsiteX1" y="connsiteY1"/>
                </a:cxn>
              </a:cxnLst>
              <a:rect l="l" t="t" r="r" b="b"/>
              <a:pathLst>
                <a:path w="38037" h="54">
                  <a:moveTo>
                    <a:pt x="38038" y="55"/>
                  </a:moveTo>
                  <a:lnTo>
                    <a:pt x="0" y="0"/>
                  </a:lnTo>
                </a:path>
              </a:pathLst>
            </a:custGeom>
            <a:noFill/>
            <a:ln w="13467" cap="rnd">
              <a:solidFill>
                <a:srgbClr val="454240"/>
              </a:solidFill>
              <a:prstDash val="solid"/>
              <a:round/>
            </a:ln>
          </p:spPr>
          <p:txBody>
            <a:bodyPr rtlCol="0" anchor="ctr"/>
            <a:lstStyle/>
            <a:p>
              <a:endParaRPr lang="en-IN"/>
            </a:p>
          </p:txBody>
        </p:sp>
        <p:sp>
          <p:nvSpPr>
            <p:cNvPr id="87" name="Freeform: Shape 86">
              <a:extLst>
                <a:ext uri="{FF2B5EF4-FFF2-40B4-BE49-F238E27FC236}">
                  <a16:creationId xmlns:a16="http://schemas.microsoft.com/office/drawing/2014/main" id="{B33C9E01-FD07-DC0B-BF33-FFDDA5875E12}"/>
                </a:ext>
              </a:extLst>
            </p:cNvPr>
            <p:cNvSpPr/>
            <p:nvPr/>
          </p:nvSpPr>
          <p:spPr>
            <a:xfrm>
              <a:off x="3977933" y="2053008"/>
              <a:ext cx="56694" cy="64270"/>
            </a:xfrm>
            <a:custGeom>
              <a:avLst/>
              <a:gdLst>
                <a:gd name="connsiteX0" fmla="*/ 56695 w 56694"/>
                <a:gd name="connsiteY0" fmla="*/ 64270 h 64270"/>
                <a:gd name="connsiteX1" fmla="*/ 0 w 56694"/>
                <a:gd name="connsiteY1" fmla="*/ 0 h 64270"/>
              </a:gdLst>
              <a:ahLst/>
              <a:cxnLst>
                <a:cxn ang="0">
                  <a:pos x="connsiteX0" y="connsiteY0"/>
                </a:cxn>
                <a:cxn ang="0">
                  <a:pos x="connsiteX1" y="connsiteY1"/>
                </a:cxn>
              </a:cxnLst>
              <a:rect l="l" t="t" r="r" b="b"/>
              <a:pathLst>
                <a:path w="56694" h="64270">
                  <a:moveTo>
                    <a:pt x="56695" y="64270"/>
                  </a:moveTo>
                  <a:lnTo>
                    <a:pt x="0" y="0"/>
                  </a:lnTo>
                </a:path>
              </a:pathLst>
            </a:custGeom>
            <a:noFill/>
            <a:ln w="13467" cap="rnd">
              <a:solidFill>
                <a:srgbClr val="454240"/>
              </a:solidFill>
              <a:prstDash val="solid"/>
              <a:round/>
            </a:ln>
          </p:spPr>
          <p:txBody>
            <a:bodyPr rtlCol="0" anchor="ctr"/>
            <a:lstStyle/>
            <a:p>
              <a:endParaRPr lang="en-IN"/>
            </a:p>
          </p:txBody>
        </p:sp>
        <p:sp>
          <p:nvSpPr>
            <p:cNvPr id="88" name="Freeform: Shape 87">
              <a:extLst>
                <a:ext uri="{FF2B5EF4-FFF2-40B4-BE49-F238E27FC236}">
                  <a16:creationId xmlns:a16="http://schemas.microsoft.com/office/drawing/2014/main" id="{2C382476-9FF0-4BC7-27C4-80542FA912E6}"/>
                </a:ext>
              </a:extLst>
            </p:cNvPr>
            <p:cNvSpPr/>
            <p:nvPr/>
          </p:nvSpPr>
          <p:spPr>
            <a:xfrm>
              <a:off x="3996843" y="2174394"/>
              <a:ext cx="45" cy="120055"/>
            </a:xfrm>
            <a:custGeom>
              <a:avLst/>
              <a:gdLst>
                <a:gd name="connsiteX0" fmla="*/ 0 w 45"/>
                <a:gd name="connsiteY0" fmla="*/ 120055 h 120055"/>
                <a:gd name="connsiteX1" fmla="*/ 46 w 45"/>
                <a:gd name="connsiteY1" fmla="*/ 0 h 120055"/>
              </a:gdLst>
              <a:ahLst/>
              <a:cxnLst>
                <a:cxn ang="0">
                  <a:pos x="connsiteX0" y="connsiteY0"/>
                </a:cxn>
                <a:cxn ang="0">
                  <a:pos x="connsiteX1" y="connsiteY1"/>
                </a:cxn>
              </a:cxnLst>
              <a:rect l="l" t="t" r="r" b="b"/>
              <a:pathLst>
                <a:path w="45" h="120055">
                  <a:moveTo>
                    <a:pt x="0" y="120055"/>
                  </a:moveTo>
                  <a:lnTo>
                    <a:pt x="46" y="0"/>
                  </a:lnTo>
                </a:path>
              </a:pathLst>
            </a:custGeom>
            <a:noFill/>
            <a:ln w="13467" cap="rnd">
              <a:solidFill>
                <a:srgbClr val="454240"/>
              </a:solidFill>
              <a:prstDash val="solid"/>
              <a:round/>
            </a:ln>
          </p:spPr>
          <p:txBody>
            <a:bodyPr rtlCol="0" anchor="ctr"/>
            <a:lstStyle/>
            <a:p>
              <a:endParaRPr lang="en-IN"/>
            </a:p>
          </p:txBody>
        </p:sp>
        <p:sp>
          <p:nvSpPr>
            <p:cNvPr id="89" name="Freeform: Shape 88">
              <a:extLst>
                <a:ext uri="{FF2B5EF4-FFF2-40B4-BE49-F238E27FC236}">
                  <a16:creationId xmlns:a16="http://schemas.microsoft.com/office/drawing/2014/main" id="{A150B8C2-25FA-498B-C0C9-215F0D791506}"/>
                </a:ext>
              </a:extLst>
            </p:cNvPr>
            <p:cNvSpPr/>
            <p:nvPr/>
          </p:nvSpPr>
          <p:spPr>
            <a:xfrm>
              <a:off x="4009006" y="2161517"/>
              <a:ext cx="117050" cy="192"/>
            </a:xfrm>
            <a:custGeom>
              <a:avLst/>
              <a:gdLst>
                <a:gd name="connsiteX0" fmla="*/ 0 w 117050"/>
                <a:gd name="connsiteY0" fmla="*/ 192 h 192"/>
                <a:gd name="connsiteX1" fmla="*/ 117051 w 117050"/>
                <a:gd name="connsiteY1" fmla="*/ 0 h 192"/>
              </a:gdLst>
              <a:ahLst/>
              <a:cxnLst>
                <a:cxn ang="0">
                  <a:pos x="connsiteX0" y="connsiteY0"/>
                </a:cxn>
                <a:cxn ang="0">
                  <a:pos x="connsiteX1" y="connsiteY1"/>
                </a:cxn>
              </a:cxnLst>
              <a:rect l="l" t="t" r="r" b="b"/>
              <a:pathLst>
                <a:path w="117050" h="192">
                  <a:moveTo>
                    <a:pt x="0" y="192"/>
                  </a:moveTo>
                  <a:lnTo>
                    <a:pt x="117051" y="0"/>
                  </a:lnTo>
                </a:path>
              </a:pathLst>
            </a:custGeom>
            <a:noFill/>
            <a:ln w="13467" cap="rnd">
              <a:solidFill>
                <a:srgbClr val="454240"/>
              </a:solidFill>
              <a:prstDash val="solid"/>
              <a:round/>
            </a:ln>
          </p:spPr>
          <p:txBody>
            <a:bodyPr rtlCol="0" anchor="ctr"/>
            <a:lstStyle/>
            <a:p>
              <a:endParaRPr lang="en-IN"/>
            </a:p>
          </p:txBody>
        </p:sp>
        <p:sp>
          <p:nvSpPr>
            <p:cNvPr id="90" name="Freeform: Shape 89">
              <a:extLst>
                <a:ext uri="{FF2B5EF4-FFF2-40B4-BE49-F238E27FC236}">
                  <a16:creationId xmlns:a16="http://schemas.microsoft.com/office/drawing/2014/main" id="{2591067B-E989-D247-E83A-A1A254802843}"/>
                </a:ext>
              </a:extLst>
            </p:cNvPr>
            <p:cNvSpPr/>
            <p:nvPr/>
          </p:nvSpPr>
          <p:spPr>
            <a:xfrm>
              <a:off x="4140252" y="2173964"/>
              <a:ext cx="3" cy="130995"/>
            </a:xfrm>
            <a:custGeom>
              <a:avLst/>
              <a:gdLst>
                <a:gd name="connsiteX0" fmla="*/ 0 w 3"/>
                <a:gd name="connsiteY0" fmla="*/ 0 h 130995"/>
                <a:gd name="connsiteX1" fmla="*/ 3 w 3"/>
                <a:gd name="connsiteY1" fmla="*/ 130996 h 130995"/>
              </a:gdLst>
              <a:ahLst/>
              <a:cxnLst>
                <a:cxn ang="0">
                  <a:pos x="connsiteX0" y="connsiteY0"/>
                </a:cxn>
                <a:cxn ang="0">
                  <a:pos x="connsiteX1" y="connsiteY1"/>
                </a:cxn>
              </a:cxnLst>
              <a:rect l="l" t="t" r="r" b="b"/>
              <a:pathLst>
                <a:path w="3" h="130995">
                  <a:moveTo>
                    <a:pt x="0" y="0"/>
                  </a:moveTo>
                  <a:lnTo>
                    <a:pt x="3" y="130996"/>
                  </a:lnTo>
                </a:path>
              </a:pathLst>
            </a:custGeom>
            <a:noFill/>
            <a:ln w="13467" cap="rnd">
              <a:solidFill>
                <a:srgbClr val="454240"/>
              </a:solidFill>
              <a:prstDash val="solid"/>
              <a:round/>
            </a:ln>
          </p:spPr>
          <p:txBody>
            <a:bodyPr rtlCol="0" anchor="ctr"/>
            <a:lstStyle/>
            <a:p>
              <a:endParaRPr lang="en-IN"/>
            </a:p>
          </p:txBody>
        </p:sp>
        <p:sp>
          <p:nvSpPr>
            <p:cNvPr id="91" name="Freeform: Shape 90">
              <a:extLst>
                <a:ext uri="{FF2B5EF4-FFF2-40B4-BE49-F238E27FC236}">
                  <a16:creationId xmlns:a16="http://schemas.microsoft.com/office/drawing/2014/main" id="{3CECF314-DE67-32EF-5F6B-DADFB6385761}"/>
                </a:ext>
              </a:extLst>
            </p:cNvPr>
            <p:cNvSpPr/>
            <p:nvPr/>
          </p:nvSpPr>
          <p:spPr>
            <a:xfrm>
              <a:off x="4027617" y="2230240"/>
              <a:ext cx="60502" cy="103"/>
            </a:xfrm>
            <a:custGeom>
              <a:avLst/>
              <a:gdLst>
                <a:gd name="connsiteX0" fmla="*/ 0 w 60502"/>
                <a:gd name="connsiteY0" fmla="*/ 104 h 103"/>
                <a:gd name="connsiteX1" fmla="*/ 60502 w 60502"/>
                <a:gd name="connsiteY1" fmla="*/ 0 h 103"/>
              </a:gdLst>
              <a:ahLst/>
              <a:cxnLst>
                <a:cxn ang="0">
                  <a:pos x="connsiteX0" y="connsiteY0"/>
                </a:cxn>
                <a:cxn ang="0">
                  <a:pos x="connsiteX1" y="connsiteY1"/>
                </a:cxn>
              </a:cxnLst>
              <a:rect l="l" t="t" r="r" b="b"/>
              <a:pathLst>
                <a:path w="60502" h="103">
                  <a:moveTo>
                    <a:pt x="0" y="104"/>
                  </a:moveTo>
                  <a:lnTo>
                    <a:pt x="60502" y="0"/>
                  </a:lnTo>
                </a:path>
              </a:pathLst>
            </a:custGeom>
            <a:noFill/>
            <a:ln w="13467" cap="rnd">
              <a:solidFill>
                <a:srgbClr val="454240"/>
              </a:solidFill>
              <a:prstDash val="solid"/>
              <a:round/>
            </a:ln>
          </p:spPr>
          <p:txBody>
            <a:bodyPr rtlCol="0" anchor="ctr"/>
            <a:lstStyle/>
            <a:p>
              <a:endParaRPr lang="en-IN"/>
            </a:p>
          </p:txBody>
        </p:sp>
        <p:sp>
          <p:nvSpPr>
            <p:cNvPr id="92" name="Freeform: Shape 91">
              <a:extLst>
                <a:ext uri="{FF2B5EF4-FFF2-40B4-BE49-F238E27FC236}">
                  <a16:creationId xmlns:a16="http://schemas.microsoft.com/office/drawing/2014/main" id="{DA0109AC-8F9C-F11B-4F0B-CD0D2797E9E4}"/>
                </a:ext>
              </a:extLst>
            </p:cNvPr>
            <p:cNvSpPr/>
            <p:nvPr/>
          </p:nvSpPr>
          <p:spPr>
            <a:xfrm>
              <a:off x="4010377" y="2317674"/>
              <a:ext cx="115874" cy="48"/>
            </a:xfrm>
            <a:custGeom>
              <a:avLst/>
              <a:gdLst>
                <a:gd name="connsiteX0" fmla="*/ 115875 w 115874"/>
                <a:gd name="connsiteY0" fmla="*/ 0 h 48"/>
                <a:gd name="connsiteX1" fmla="*/ 0 w 115874"/>
                <a:gd name="connsiteY1" fmla="*/ 49 h 48"/>
              </a:gdLst>
              <a:ahLst/>
              <a:cxnLst>
                <a:cxn ang="0">
                  <a:pos x="connsiteX0" y="connsiteY0"/>
                </a:cxn>
                <a:cxn ang="0">
                  <a:pos x="connsiteX1" y="connsiteY1"/>
                </a:cxn>
              </a:cxnLst>
              <a:rect l="l" t="t" r="r" b="b"/>
              <a:pathLst>
                <a:path w="115874" h="48">
                  <a:moveTo>
                    <a:pt x="115875" y="0"/>
                  </a:moveTo>
                  <a:lnTo>
                    <a:pt x="0" y="49"/>
                  </a:lnTo>
                </a:path>
              </a:pathLst>
            </a:custGeom>
            <a:noFill/>
            <a:ln w="13467" cap="rnd">
              <a:solidFill>
                <a:srgbClr val="454240"/>
              </a:solidFill>
              <a:prstDash val="solid"/>
              <a:round/>
            </a:ln>
          </p:spPr>
          <p:txBody>
            <a:bodyPr rtlCol="0" anchor="ctr"/>
            <a:lstStyle/>
            <a:p>
              <a:endParaRPr lang="en-IN"/>
            </a:p>
          </p:txBody>
        </p:sp>
        <p:sp>
          <p:nvSpPr>
            <p:cNvPr id="93" name="Freeform: Shape 92">
              <a:extLst>
                <a:ext uri="{FF2B5EF4-FFF2-40B4-BE49-F238E27FC236}">
                  <a16:creationId xmlns:a16="http://schemas.microsoft.com/office/drawing/2014/main" id="{A3A773B9-7008-1CFE-59BD-4322D9C2A547}"/>
                </a:ext>
              </a:extLst>
            </p:cNvPr>
            <p:cNvSpPr/>
            <p:nvPr/>
          </p:nvSpPr>
          <p:spPr>
            <a:xfrm>
              <a:off x="4027666" y="2261050"/>
              <a:ext cx="31237" cy="21"/>
            </a:xfrm>
            <a:custGeom>
              <a:avLst/>
              <a:gdLst>
                <a:gd name="connsiteX0" fmla="*/ 0 w 31237"/>
                <a:gd name="connsiteY0" fmla="*/ 21 h 21"/>
                <a:gd name="connsiteX1" fmla="*/ 31237 w 31237"/>
                <a:gd name="connsiteY1" fmla="*/ 0 h 21"/>
              </a:gdLst>
              <a:ahLst/>
              <a:cxnLst>
                <a:cxn ang="0">
                  <a:pos x="connsiteX0" y="connsiteY0"/>
                </a:cxn>
                <a:cxn ang="0">
                  <a:pos x="connsiteX1" y="connsiteY1"/>
                </a:cxn>
              </a:cxnLst>
              <a:rect l="l" t="t" r="r" b="b"/>
              <a:pathLst>
                <a:path w="31237" h="21">
                  <a:moveTo>
                    <a:pt x="0" y="21"/>
                  </a:moveTo>
                  <a:lnTo>
                    <a:pt x="31237" y="0"/>
                  </a:lnTo>
                </a:path>
              </a:pathLst>
            </a:custGeom>
            <a:noFill/>
            <a:ln w="13467" cap="rnd">
              <a:solidFill>
                <a:srgbClr val="454240"/>
              </a:solidFill>
              <a:prstDash val="solid"/>
              <a:round/>
            </a:ln>
          </p:spPr>
          <p:txBody>
            <a:bodyPr rtlCol="0" anchor="ctr"/>
            <a:lstStyle/>
            <a:p>
              <a:endParaRPr lang="en-IN"/>
            </a:p>
          </p:txBody>
        </p:sp>
        <p:sp>
          <p:nvSpPr>
            <p:cNvPr id="94" name="Freeform: Shape 93">
              <a:extLst>
                <a:ext uri="{FF2B5EF4-FFF2-40B4-BE49-F238E27FC236}">
                  <a16:creationId xmlns:a16="http://schemas.microsoft.com/office/drawing/2014/main" id="{A2600C4E-F453-AB5F-1D91-109BA68CFEDF}"/>
                </a:ext>
              </a:extLst>
            </p:cNvPr>
            <p:cNvSpPr/>
            <p:nvPr/>
          </p:nvSpPr>
          <p:spPr>
            <a:xfrm>
              <a:off x="4027324" y="2196804"/>
              <a:ext cx="72530" cy="48"/>
            </a:xfrm>
            <a:custGeom>
              <a:avLst/>
              <a:gdLst>
                <a:gd name="connsiteX0" fmla="*/ 0 w 72530"/>
                <a:gd name="connsiteY0" fmla="*/ 49 h 48"/>
                <a:gd name="connsiteX1" fmla="*/ 72530 w 72530"/>
                <a:gd name="connsiteY1" fmla="*/ 0 h 48"/>
              </a:gdLst>
              <a:ahLst/>
              <a:cxnLst>
                <a:cxn ang="0">
                  <a:pos x="connsiteX0" y="connsiteY0"/>
                </a:cxn>
                <a:cxn ang="0">
                  <a:pos x="connsiteX1" y="connsiteY1"/>
                </a:cxn>
              </a:cxnLst>
              <a:rect l="l" t="t" r="r" b="b"/>
              <a:pathLst>
                <a:path w="72530" h="48">
                  <a:moveTo>
                    <a:pt x="0" y="49"/>
                  </a:moveTo>
                  <a:lnTo>
                    <a:pt x="72530" y="0"/>
                  </a:lnTo>
                </a:path>
              </a:pathLst>
            </a:custGeom>
            <a:noFill/>
            <a:ln w="13467" cap="rnd">
              <a:solidFill>
                <a:srgbClr val="454240"/>
              </a:solidFill>
              <a:prstDash val="solid"/>
              <a:round/>
            </a:ln>
          </p:spPr>
          <p:txBody>
            <a:bodyPr rtlCol="0" anchor="ctr"/>
            <a:lstStyle/>
            <a:p>
              <a:endParaRPr lang="en-IN"/>
            </a:p>
          </p:txBody>
        </p:sp>
        <p:sp>
          <p:nvSpPr>
            <p:cNvPr id="95" name="Freeform: Shape 94">
              <a:extLst>
                <a:ext uri="{FF2B5EF4-FFF2-40B4-BE49-F238E27FC236}">
                  <a16:creationId xmlns:a16="http://schemas.microsoft.com/office/drawing/2014/main" id="{D98C1317-587A-B006-7F00-47F21DFFA2DC}"/>
                </a:ext>
              </a:extLst>
            </p:cNvPr>
            <p:cNvSpPr/>
            <p:nvPr/>
          </p:nvSpPr>
          <p:spPr>
            <a:xfrm>
              <a:off x="3958246" y="2004954"/>
              <a:ext cx="68517" cy="12939"/>
            </a:xfrm>
            <a:custGeom>
              <a:avLst/>
              <a:gdLst>
                <a:gd name="connsiteX0" fmla="*/ 68517 w 68517"/>
                <a:gd name="connsiteY0" fmla="*/ 9896 h 12939"/>
                <a:gd name="connsiteX1" fmla="*/ 0 w 68517"/>
                <a:gd name="connsiteY1" fmla="*/ 12940 h 12939"/>
              </a:gdLst>
              <a:ahLst/>
              <a:cxnLst>
                <a:cxn ang="0">
                  <a:pos x="connsiteX0" y="connsiteY0"/>
                </a:cxn>
                <a:cxn ang="0">
                  <a:pos x="connsiteX1" y="connsiteY1"/>
                </a:cxn>
              </a:cxnLst>
              <a:rect l="l" t="t" r="r" b="b"/>
              <a:pathLst>
                <a:path w="68517" h="12939">
                  <a:moveTo>
                    <a:pt x="68517" y="9896"/>
                  </a:moveTo>
                  <a:cubicBezTo>
                    <a:pt x="47517" y="-4349"/>
                    <a:pt x="19654" y="-3112"/>
                    <a:pt x="0" y="12940"/>
                  </a:cubicBezTo>
                </a:path>
              </a:pathLst>
            </a:custGeom>
            <a:noFill/>
            <a:ln w="13467" cap="rnd">
              <a:solidFill>
                <a:srgbClr val="454240"/>
              </a:solidFill>
              <a:prstDash val="solid"/>
              <a:round/>
            </a:ln>
          </p:spPr>
          <p:txBody>
            <a:bodyPr rtlCol="0" anchor="ctr"/>
            <a:lstStyle/>
            <a:p>
              <a:endParaRPr lang="en-IN"/>
            </a:p>
          </p:txBody>
        </p:sp>
        <p:sp>
          <p:nvSpPr>
            <p:cNvPr id="96" name="Freeform: Shape 95">
              <a:extLst>
                <a:ext uri="{FF2B5EF4-FFF2-40B4-BE49-F238E27FC236}">
                  <a16:creationId xmlns:a16="http://schemas.microsoft.com/office/drawing/2014/main" id="{9D30BBEA-320B-D8B5-4015-F55374662403}"/>
                </a:ext>
              </a:extLst>
            </p:cNvPr>
            <p:cNvSpPr/>
            <p:nvPr/>
          </p:nvSpPr>
          <p:spPr>
            <a:xfrm>
              <a:off x="3922634" y="2019294"/>
              <a:ext cx="33152" cy="30764"/>
            </a:xfrm>
            <a:custGeom>
              <a:avLst/>
              <a:gdLst>
                <a:gd name="connsiteX0" fmla="*/ 0 w 33152"/>
                <a:gd name="connsiteY0" fmla="*/ 30764 h 30764"/>
                <a:gd name="connsiteX1" fmla="*/ 33152 w 33152"/>
                <a:gd name="connsiteY1" fmla="*/ 0 h 30764"/>
              </a:gdLst>
              <a:ahLst/>
              <a:cxnLst>
                <a:cxn ang="0">
                  <a:pos x="connsiteX0" y="connsiteY0"/>
                </a:cxn>
                <a:cxn ang="0">
                  <a:pos x="connsiteX1" y="connsiteY1"/>
                </a:cxn>
              </a:cxnLst>
              <a:rect l="l" t="t" r="r" b="b"/>
              <a:pathLst>
                <a:path w="33152" h="30764">
                  <a:moveTo>
                    <a:pt x="0" y="30764"/>
                  </a:moveTo>
                  <a:lnTo>
                    <a:pt x="33152" y="0"/>
                  </a:lnTo>
                </a:path>
              </a:pathLst>
            </a:custGeom>
            <a:noFill/>
            <a:ln w="13467" cap="rnd">
              <a:solidFill>
                <a:srgbClr val="454240"/>
              </a:solidFill>
              <a:prstDash val="solid"/>
              <a:round/>
            </a:ln>
          </p:spPr>
          <p:txBody>
            <a:bodyPr rtlCol="0" anchor="ctr"/>
            <a:lstStyle/>
            <a:p>
              <a:endParaRPr lang="en-IN"/>
            </a:p>
          </p:txBody>
        </p:sp>
        <p:sp>
          <p:nvSpPr>
            <p:cNvPr id="97" name="Freeform: Shape 96">
              <a:extLst>
                <a:ext uri="{FF2B5EF4-FFF2-40B4-BE49-F238E27FC236}">
                  <a16:creationId xmlns:a16="http://schemas.microsoft.com/office/drawing/2014/main" id="{2A201869-1402-A55B-657F-F651C7ABFB3C}"/>
                </a:ext>
              </a:extLst>
            </p:cNvPr>
            <p:cNvSpPr/>
            <p:nvPr/>
          </p:nvSpPr>
          <p:spPr>
            <a:xfrm>
              <a:off x="3870996" y="2134833"/>
              <a:ext cx="57864" cy="57201"/>
            </a:xfrm>
            <a:custGeom>
              <a:avLst/>
              <a:gdLst>
                <a:gd name="connsiteX0" fmla="*/ 57864 w 57864"/>
                <a:gd name="connsiteY0" fmla="*/ 57202 h 57201"/>
                <a:gd name="connsiteX1" fmla="*/ 0 w 57864"/>
                <a:gd name="connsiteY1" fmla="*/ 0 h 57201"/>
              </a:gdLst>
              <a:ahLst/>
              <a:cxnLst>
                <a:cxn ang="0">
                  <a:pos x="connsiteX0" y="connsiteY0"/>
                </a:cxn>
                <a:cxn ang="0">
                  <a:pos x="connsiteX1" y="connsiteY1"/>
                </a:cxn>
              </a:cxnLst>
              <a:rect l="l" t="t" r="r" b="b"/>
              <a:pathLst>
                <a:path w="57864" h="57201">
                  <a:moveTo>
                    <a:pt x="57864" y="57202"/>
                  </a:moveTo>
                  <a:lnTo>
                    <a:pt x="0" y="0"/>
                  </a:lnTo>
                </a:path>
              </a:pathLst>
            </a:custGeom>
            <a:noFill/>
            <a:ln w="13467" cap="rnd">
              <a:solidFill>
                <a:srgbClr val="454240"/>
              </a:solidFill>
              <a:prstDash val="solid"/>
              <a:round/>
            </a:ln>
          </p:spPr>
          <p:txBody>
            <a:bodyPr rtlCol="0" anchor="ctr"/>
            <a:lstStyle/>
            <a:p>
              <a:endParaRPr lang="en-IN" dirty="0"/>
            </a:p>
          </p:txBody>
        </p:sp>
      </p:grpSp>
      <p:sp>
        <p:nvSpPr>
          <p:cNvPr id="98" name="TextBox 97">
            <a:extLst>
              <a:ext uri="{FF2B5EF4-FFF2-40B4-BE49-F238E27FC236}">
                <a16:creationId xmlns:a16="http://schemas.microsoft.com/office/drawing/2014/main" id="{8BAE1CE0-C498-AB67-BA18-48D34883E8CD}"/>
              </a:ext>
            </a:extLst>
          </p:cNvPr>
          <p:cNvSpPr txBox="1"/>
          <p:nvPr/>
        </p:nvSpPr>
        <p:spPr>
          <a:xfrm>
            <a:off x="7632554" y="4313976"/>
            <a:ext cx="5856051" cy="3293209"/>
          </a:xfrm>
          <a:prstGeom prst="rect">
            <a:avLst/>
          </a:prstGeom>
          <a:noFill/>
        </p:spPr>
        <p:txBody>
          <a:bodyPr wrap="square" rtlCol="0">
            <a:spAutoFit/>
          </a:bodyPr>
          <a:lstStyle/>
          <a:p>
            <a:r>
              <a:rPr lang="en-IN" sz="2400" b="1" dirty="0">
                <a:solidFill>
                  <a:schemeClr val="accent2">
                    <a:lumMod val="75000"/>
                  </a:schemeClr>
                </a:solidFill>
                <a:effectLst>
                  <a:outerShdw blurRad="38100" dist="38100" dir="2700000" algn="tl">
                    <a:srgbClr val="000000">
                      <a:alpha val="43137"/>
                    </a:srgbClr>
                  </a:outerShdw>
                </a:effectLst>
                <a:latin typeface="Libre Baskerville" panose="02000000000000000000" pitchFamily="2" charset="0"/>
              </a:rPr>
              <a:t>Section 129 – Saving of Certain Gifts</a:t>
            </a:r>
            <a:endParaRPr lang="en-IN" sz="2000" b="1" dirty="0">
              <a:solidFill>
                <a:schemeClr val="accent2">
                  <a:lumMod val="75000"/>
                </a:schemeClr>
              </a:solidFill>
              <a:effectLst>
                <a:outerShdw blurRad="38100" dist="38100" dir="2700000" algn="tl">
                  <a:srgbClr val="000000">
                    <a:alpha val="43137"/>
                  </a:srgbClr>
                </a:outerShdw>
              </a:effectLst>
              <a:latin typeface="Libre Baskerville" panose="02000000000000000000" pitchFamily="2" charset="0"/>
            </a:endParaRPr>
          </a:p>
          <a:p>
            <a:pPr marL="285750" lvl="0" indent="-285750">
              <a:buFont typeface="Arial" panose="020B0604020202020204" pitchFamily="34" charset="0"/>
              <a:buChar char="•"/>
            </a:pPr>
            <a:r>
              <a:rPr lang="en-IN" b="1" dirty="0">
                <a:latin typeface="Libre Baskerville" panose="02000000000000000000" pitchFamily="2" charset="0"/>
              </a:rPr>
              <a:t>Exceptions to general gift rules:</a:t>
            </a:r>
            <a:endParaRPr lang="en-IN" sz="1600" b="1" dirty="0">
              <a:latin typeface="Libre Baskerville" panose="02000000000000000000" pitchFamily="2" charset="0"/>
            </a:endParaRPr>
          </a:p>
          <a:p>
            <a:pPr marL="742950" lvl="1" indent="-285750">
              <a:buFont typeface="Arial" panose="020B0604020202020204" pitchFamily="34" charset="0"/>
              <a:buChar char="•"/>
            </a:pPr>
            <a:r>
              <a:rPr lang="en-IN" b="1" dirty="0">
                <a:latin typeface="Libre Baskerville" panose="02000000000000000000" pitchFamily="2" charset="0"/>
              </a:rPr>
              <a:t>Donations mortis causa: Gifts of movable property made in imminent expectation of death—treated differently.</a:t>
            </a:r>
          </a:p>
          <a:p>
            <a:pPr lvl="1"/>
            <a:endParaRPr lang="en-IN" sz="1600" b="1" dirty="0">
              <a:latin typeface="Libre Baskerville" panose="02000000000000000000" pitchFamily="2" charset="0"/>
            </a:endParaRPr>
          </a:p>
          <a:p>
            <a:pPr marL="285750" indent="-285750">
              <a:buFont typeface="Arial" panose="020B0604020202020204" pitchFamily="34" charset="0"/>
              <a:buChar char="•"/>
            </a:pPr>
            <a:r>
              <a:rPr lang="en-IN" b="1" dirty="0">
                <a:latin typeface="Libre Baskerville" panose="02000000000000000000" pitchFamily="2" charset="0"/>
              </a:rPr>
              <a:t>Muhammadan Law: Muslim law on gifts (Hiba) continues to apply; not overridden by TPA</a:t>
            </a:r>
          </a:p>
        </p:txBody>
      </p:sp>
    </p:spTree>
    <p:extLst>
      <p:ext uri="{BB962C8B-B14F-4D97-AF65-F5344CB8AC3E}">
        <p14:creationId xmlns:p14="http://schemas.microsoft.com/office/powerpoint/2010/main" val="39264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1023" y="440769"/>
            <a:ext cx="6058614" cy="500896"/>
          </a:xfrm>
          <a:prstGeom prst="rect">
            <a:avLst/>
          </a:prstGeom>
          <a:noFill/>
          <a:ln/>
        </p:spPr>
        <p:txBody>
          <a:bodyPr wrap="none" lIns="0" tIns="0" rIns="0" bIns="0" rtlCol="0" anchor="t"/>
          <a:lstStyle/>
          <a:p>
            <a:pPr marL="0" indent="0" algn="l">
              <a:lnSpc>
                <a:spcPts val="3900"/>
              </a:lnSpc>
              <a:buNone/>
            </a:pPr>
            <a:r>
              <a:rPr lang="en-US" sz="3150" b="1" dirty="0">
                <a:solidFill>
                  <a:srgbClr val="910D0D"/>
                </a:solidFill>
                <a:latin typeface="Libre Baskerville" pitchFamily="34" charset="0"/>
                <a:ea typeface="Libre Baskerville" pitchFamily="34" charset="-122"/>
                <a:cs typeface="Libre Baskerville" pitchFamily="34" charset="-120"/>
              </a:rPr>
              <a:t>Steps to Register a Gift Deed </a:t>
            </a:r>
            <a:endParaRPr lang="en-US" sz="3150" dirty="0"/>
          </a:p>
        </p:txBody>
      </p:sp>
      <p:sp>
        <p:nvSpPr>
          <p:cNvPr id="3" name="Shape 1"/>
          <p:cNvSpPr/>
          <p:nvPr/>
        </p:nvSpPr>
        <p:spPr>
          <a:xfrm>
            <a:off x="741283" y="1262182"/>
            <a:ext cx="22860" cy="6527840"/>
          </a:xfrm>
          <a:prstGeom prst="roundRect">
            <a:avLst>
              <a:gd name="adj" fmla="val 294501"/>
            </a:avLst>
          </a:prstGeom>
          <a:solidFill>
            <a:srgbClr val="DDD3BA"/>
          </a:solidFill>
          <a:ln/>
        </p:spPr>
        <p:txBody>
          <a:bodyPr/>
          <a:lstStyle/>
          <a:p>
            <a:endParaRPr lang="en-IN"/>
          </a:p>
        </p:txBody>
      </p:sp>
      <p:sp>
        <p:nvSpPr>
          <p:cNvPr id="4" name="Shape 2"/>
          <p:cNvSpPr/>
          <p:nvPr/>
        </p:nvSpPr>
        <p:spPr>
          <a:xfrm>
            <a:off x="898743" y="1431012"/>
            <a:ext cx="480774" cy="22860"/>
          </a:xfrm>
          <a:prstGeom prst="roundRect">
            <a:avLst>
              <a:gd name="adj" fmla="val 294501"/>
            </a:avLst>
          </a:prstGeom>
          <a:solidFill>
            <a:srgbClr val="DDD3BA"/>
          </a:solidFill>
          <a:ln/>
        </p:spPr>
        <p:txBody>
          <a:bodyPr/>
          <a:lstStyle/>
          <a:p>
            <a:endParaRPr lang="en-IN"/>
          </a:p>
        </p:txBody>
      </p:sp>
      <p:sp>
        <p:nvSpPr>
          <p:cNvPr id="5" name="Shape 3"/>
          <p:cNvSpPr/>
          <p:nvPr/>
        </p:nvSpPr>
        <p:spPr>
          <a:xfrm>
            <a:off x="560963" y="1262182"/>
            <a:ext cx="360640" cy="360640"/>
          </a:xfrm>
          <a:prstGeom prst="roundRect">
            <a:avLst>
              <a:gd name="adj" fmla="val 18668"/>
            </a:avLst>
          </a:prstGeom>
          <a:solidFill>
            <a:srgbClr val="F7EDD4"/>
          </a:solidFill>
          <a:ln w="7620">
            <a:solidFill>
              <a:srgbClr val="DDD3BA"/>
            </a:solidFill>
            <a:prstDash val="solid"/>
          </a:ln>
        </p:spPr>
        <p:txBody>
          <a:bodyPr/>
          <a:lstStyle/>
          <a:p>
            <a:endParaRPr lang="en-IN"/>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1030" y="1322189"/>
            <a:ext cx="240387" cy="240387"/>
          </a:xfrm>
          <a:prstGeom prst="rect">
            <a:avLst/>
          </a:prstGeom>
        </p:spPr>
      </p:pic>
      <p:sp>
        <p:nvSpPr>
          <p:cNvPr id="7" name="Text 4"/>
          <p:cNvSpPr/>
          <p:nvPr/>
        </p:nvSpPr>
        <p:spPr>
          <a:xfrm>
            <a:off x="1542812" y="1317188"/>
            <a:ext cx="2003584" cy="250388"/>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Draft Gift Deed</a:t>
            </a:r>
            <a:endParaRPr lang="en-US" sz="1550" dirty="0"/>
          </a:p>
        </p:txBody>
      </p:sp>
      <p:sp>
        <p:nvSpPr>
          <p:cNvPr id="8" name="Text 5"/>
          <p:cNvSpPr/>
          <p:nvPr/>
        </p:nvSpPr>
        <p:spPr>
          <a:xfrm>
            <a:off x="1542812" y="1663660"/>
            <a:ext cx="12526566" cy="256342"/>
          </a:xfrm>
          <a:prstGeom prst="rect">
            <a:avLst/>
          </a:prstGeom>
          <a:noFill/>
          <a:ln/>
        </p:spPr>
        <p:txBody>
          <a:bodyPr wrap="non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Engage an Advocate  to prepare comprehensive deed with property description, parties' details, and gift terms</a:t>
            </a:r>
            <a:endParaRPr lang="en-US" sz="1250" dirty="0"/>
          </a:p>
        </p:txBody>
      </p:sp>
      <p:sp>
        <p:nvSpPr>
          <p:cNvPr id="9" name="Shape 6"/>
          <p:cNvSpPr/>
          <p:nvPr/>
        </p:nvSpPr>
        <p:spPr>
          <a:xfrm>
            <a:off x="898743" y="2409349"/>
            <a:ext cx="480774" cy="22860"/>
          </a:xfrm>
          <a:prstGeom prst="roundRect">
            <a:avLst>
              <a:gd name="adj" fmla="val 294501"/>
            </a:avLst>
          </a:prstGeom>
          <a:solidFill>
            <a:srgbClr val="DDD3BA"/>
          </a:solidFill>
          <a:ln/>
        </p:spPr>
        <p:txBody>
          <a:bodyPr/>
          <a:lstStyle/>
          <a:p>
            <a:endParaRPr lang="en-IN"/>
          </a:p>
        </p:txBody>
      </p:sp>
      <p:sp>
        <p:nvSpPr>
          <p:cNvPr id="10" name="Shape 7"/>
          <p:cNvSpPr/>
          <p:nvPr/>
        </p:nvSpPr>
        <p:spPr>
          <a:xfrm>
            <a:off x="560963" y="2240518"/>
            <a:ext cx="360640" cy="360640"/>
          </a:xfrm>
          <a:prstGeom prst="roundRect">
            <a:avLst>
              <a:gd name="adj" fmla="val 18668"/>
            </a:avLst>
          </a:prstGeom>
          <a:solidFill>
            <a:srgbClr val="F7EDD4"/>
          </a:solidFill>
          <a:ln w="7620">
            <a:solidFill>
              <a:srgbClr val="DDD3BA"/>
            </a:solidFill>
            <a:prstDash val="solid"/>
          </a:ln>
        </p:spPr>
        <p:txBody>
          <a:bodyPr/>
          <a:lstStyle/>
          <a:p>
            <a:endParaRPr lang="en-IN"/>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1030" y="2300526"/>
            <a:ext cx="240387" cy="240387"/>
          </a:xfrm>
          <a:prstGeom prst="rect">
            <a:avLst/>
          </a:prstGeom>
        </p:spPr>
      </p:pic>
      <p:sp>
        <p:nvSpPr>
          <p:cNvPr id="12" name="Text 8"/>
          <p:cNvSpPr/>
          <p:nvPr/>
        </p:nvSpPr>
        <p:spPr>
          <a:xfrm>
            <a:off x="1542812" y="2295525"/>
            <a:ext cx="2003584" cy="250388"/>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Pay Stamp Duty</a:t>
            </a:r>
            <a:endParaRPr lang="en-US" sz="1550" dirty="0"/>
          </a:p>
        </p:txBody>
      </p:sp>
      <p:sp>
        <p:nvSpPr>
          <p:cNvPr id="13" name="Text 9"/>
          <p:cNvSpPr/>
          <p:nvPr/>
        </p:nvSpPr>
        <p:spPr>
          <a:xfrm>
            <a:off x="1542812" y="2641997"/>
            <a:ext cx="12526566" cy="256342"/>
          </a:xfrm>
          <a:prstGeom prst="rect">
            <a:avLst/>
          </a:prstGeom>
          <a:noFill/>
          <a:ln/>
        </p:spPr>
        <p:txBody>
          <a:bodyPr wrap="non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Purchase non-judicial stamp paper or pay e-stamp duty as per state rates </a:t>
            </a:r>
            <a:endParaRPr lang="en-US" sz="1250" dirty="0"/>
          </a:p>
        </p:txBody>
      </p:sp>
      <p:sp>
        <p:nvSpPr>
          <p:cNvPr id="14" name="Shape 10"/>
          <p:cNvSpPr/>
          <p:nvPr/>
        </p:nvSpPr>
        <p:spPr>
          <a:xfrm>
            <a:off x="898743" y="3387685"/>
            <a:ext cx="480774" cy="22860"/>
          </a:xfrm>
          <a:prstGeom prst="roundRect">
            <a:avLst>
              <a:gd name="adj" fmla="val 294501"/>
            </a:avLst>
          </a:prstGeom>
          <a:solidFill>
            <a:srgbClr val="DDD3BA"/>
          </a:solidFill>
          <a:ln/>
        </p:spPr>
        <p:txBody>
          <a:bodyPr/>
          <a:lstStyle/>
          <a:p>
            <a:endParaRPr lang="en-IN"/>
          </a:p>
        </p:txBody>
      </p:sp>
      <p:sp>
        <p:nvSpPr>
          <p:cNvPr id="15" name="Shape 11"/>
          <p:cNvSpPr/>
          <p:nvPr/>
        </p:nvSpPr>
        <p:spPr>
          <a:xfrm>
            <a:off x="560963" y="3218855"/>
            <a:ext cx="360640" cy="360640"/>
          </a:xfrm>
          <a:prstGeom prst="roundRect">
            <a:avLst>
              <a:gd name="adj" fmla="val 18668"/>
            </a:avLst>
          </a:prstGeom>
          <a:solidFill>
            <a:srgbClr val="F7EDD4"/>
          </a:solidFill>
          <a:ln w="7620">
            <a:solidFill>
              <a:srgbClr val="DDD3BA"/>
            </a:solidFill>
            <a:prstDash val="solid"/>
          </a:ln>
        </p:spPr>
        <p:txBody>
          <a:bodyPr/>
          <a:lstStyle/>
          <a:p>
            <a:endParaRPr lang="en-IN"/>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1030" y="3278862"/>
            <a:ext cx="240387" cy="240387"/>
          </a:xfrm>
          <a:prstGeom prst="rect">
            <a:avLst/>
          </a:prstGeom>
        </p:spPr>
      </p:pic>
      <p:sp>
        <p:nvSpPr>
          <p:cNvPr id="17" name="Text 12"/>
          <p:cNvSpPr/>
          <p:nvPr/>
        </p:nvSpPr>
        <p:spPr>
          <a:xfrm>
            <a:off x="1542812" y="3273862"/>
            <a:ext cx="2003584" cy="250388"/>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Execute Deed </a:t>
            </a:r>
            <a:endParaRPr lang="en-US" sz="1550" dirty="0"/>
          </a:p>
        </p:txBody>
      </p:sp>
      <p:sp>
        <p:nvSpPr>
          <p:cNvPr id="18" name="Text 13"/>
          <p:cNvSpPr/>
          <p:nvPr/>
        </p:nvSpPr>
        <p:spPr>
          <a:xfrm>
            <a:off x="1542812" y="3620333"/>
            <a:ext cx="12526566" cy="256342"/>
          </a:xfrm>
          <a:prstGeom prst="rect">
            <a:avLst/>
          </a:prstGeom>
          <a:noFill/>
          <a:ln/>
        </p:spPr>
        <p:txBody>
          <a:bodyPr wrap="non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Donor and Donee sign in presence of two witnesses; all parties provide identification documents. Complete the Biometric + Verification. </a:t>
            </a:r>
            <a:endParaRPr lang="en-US" sz="1250" dirty="0"/>
          </a:p>
        </p:txBody>
      </p:sp>
      <p:sp>
        <p:nvSpPr>
          <p:cNvPr id="19" name="Shape 14"/>
          <p:cNvSpPr/>
          <p:nvPr/>
        </p:nvSpPr>
        <p:spPr>
          <a:xfrm>
            <a:off x="898743" y="4366022"/>
            <a:ext cx="480774" cy="22860"/>
          </a:xfrm>
          <a:prstGeom prst="roundRect">
            <a:avLst>
              <a:gd name="adj" fmla="val 294501"/>
            </a:avLst>
          </a:prstGeom>
          <a:solidFill>
            <a:srgbClr val="DDD3BA"/>
          </a:solidFill>
          <a:ln/>
        </p:spPr>
        <p:txBody>
          <a:bodyPr/>
          <a:lstStyle/>
          <a:p>
            <a:endParaRPr lang="en-IN"/>
          </a:p>
        </p:txBody>
      </p:sp>
      <p:sp>
        <p:nvSpPr>
          <p:cNvPr id="20" name="Shape 15"/>
          <p:cNvSpPr/>
          <p:nvPr/>
        </p:nvSpPr>
        <p:spPr>
          <a:xfrm>
            <a:off x="560963" y="4197191"/>
            <a:ext cx="360640" cy="360640"/>
          </a:xfrm>
          <a:prstGeom prst="roundRect">
            <a:avLst>
              <a:gd name="adj" fmla="val 18668"/>
            </a:avLst>
          </a:prstGeom>
          <a:solidFill>
            <a:srgbClr val="F7EDD4"/>
          </a:solidFill>
          <a:ln w="7620">
            <a:solidFill>
              <a:srgbClr val="DDD3BA"/>
            </a:solidFill>
            <a:prstDash val="solid"/>
          </a:ln>
        </p:spPr>
        <p:txBody>
          <a:bodyPr/>
          <a:lstStyle/>
          <a:p>
            <a:endParaRPr lang="en-IN"/>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1030" y="4257199"/>
            <a:ext cx="240387" cy="240387"/>
          </a:xfrm>
          <a:prstGeom prst="rect">
            <a:avLst/>
          </a:prstGeom>
        </p:spPr>
      </p:pic>
      <p:sp>
        <p:nvSpPr>
          <p:cNvPr id="22" name="Text 16"/>
          <p:cNvSpPr/>
          <p:nvPr/>
        </p:nvSpPr>
        <p:spPr>
          <a:xfrm>
            <a:off x="1542812" y="4252198"/>
            <a:ext cx="2549962" cy="250388"/>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Submit to Sub-Registrar</a:t>
            </a:r>
            <a:endParaRPr lang="en-US" sz="1550" dirty="0"/>
          </a:p>
        </p:txBody>
      </p:sp>
      <p:sp>
        <p:nvSpPr>
          <p:cNvPr id="23" name="Text 17"/>
          <p:cNvSpPr/>
          <p:nvPr/>
        </p:nvSpPr>
        <p:spPr>
          <a:xfrm>
            <a:off x="1542812" y="4598670"/>
            <a:ext cx="12526566" cy="256342"/>
          </a:xfrm>
          <a:prstGeom prst="rect">
            <a:avLst/>
          </a:prstGeom>
          <a:noFill/>
          <a:ln/>
        </p:spPr>
        <p:txBody>
          <a:bodyPr wrap="non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Visit jurisdictional Sub-Registrar's office with original deed, identity proofs, and property documents</a:t>
            </a:r>
            <a:endParaRPr lang="en-US" sz="1250" dirty="0"/>
          </a:p>
        </p:txBody>
      </p:sp>
      <p:sp>
        <p:nvSpPr>
          <p:cNvPr id="24" name="Shape 18"/>
          <p:cNvSpPr/>
          <p:nvPr/>
        </p:nvSpPr>
        <p:spPr>
          <a:xfrm>
            <a:off x="898743" y="5344358"/>
            <a:ext cx="480774" cy="22860"/>
          </a:xfrm>
          <a:prstGeom prst="roundRect">
            <a:avLst>
              <a:gd name="adj" fmla="val 294501"/>
            </a:avLst>
          </a:prstGeom>
          <a:solidFill>
            <a:srgbClr val="DDD3BA"/>
          </a:solidFill>
          <a:ln/>
        </p:spPr>
        <p:txBody>
          <a:bodyPr/>
          <a:lstStyle/>
          <a:p>
            <a:endParaRPr lang="en-IN"/>
          </a:p>
        </p:txBody>
      </p:sp>
      <p:sp>
        <p:nvSpPr>
          <p:cNvPr id="25" name="Shape 19"/>
          <p:cNvSpPr/>
          <p:nvPr/>
        </p:nvSpPr>
        <p:spPr>
          <a:xfrm>
            <a:off x="560963" y="5175528"/>
            <a:ext cx="360640" cy="360640"/>
          </a:xfrm>
          <a:prstGeom prst="roundRect">
            <a:avLst>
              <a:gd name="adj" fmla="val 18668"/>
            </a:avLst>
          </a:prstGeom>
          <a:solidFill>
            <a:srgbClr val="F7EDD4"/>
          </a:solidFill>
          <a:ln w="7620">
            <a:solidFill>
              <a:srgbClr val="DDD3BA"/>
            </a:solidFill>
            <a:prstDash val="solid"/>
          </a:ln>
        </p:spPr>
        <p:txBody>
          <a:bodyPr/>
          <a:lstStyle/>
          <a:p>
            <a:endParaRPr lang="en-IN"/>
          </a:p>
        </p:txBody>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1030" y="5235535"/>
            <a:ext cx="240387" cy="240387"/>
          </a:xfrm>
          <a:prstGeom prst="rect">
            <a:avLst/>
          </a:prstGeom>
        </p:spPr>
      </p:pic>
      <p:sp>
        <p:nvSpPr>
          <p:cNvPr id="27" name="Text 20"/>
          <p:cNvSpPr/>
          <p:nvPr/>
        </p:nvSpPr>
        <p:spPr>
          <a:xfrm>
            <a:off x="1542812" y="5230535"/>
            <a:ext cx="2224326" cy="250388"/>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Pay Registration Fees</a:t>
            </a:r>
            <a:endParaRPr lang="en-US" sz="1550" dirty="0"/>
          </a:p>
        </p:txBody>
      </p:sp>
      <p:sp>
        <p:nvSpPr>
          <p:cNvPr id="28" name="Text 21"/>
          <p:cNvSpPr/>
          <p:nvPr/>
        </p:nvSpPr>
        <p:spPr>
          <a:xfrm>
            <a:off x="1542812" y="5577007"/>
            <a:ext cx="12526566" cy="256342"/>
          </a:xfrm>
          <a:prstGeom prst="rect">
            <a:avLst/>
          </a:prstGeom>
          <a:noFill/>
          <a:ln/>
        </p:spPr>
        <p:txBody>
          <a:bodyPr wrap="non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Typically 1% of property value (varies by state); obtain receipt for payment</a:t>
            </a:r>
            <a:endParaRPr lang="en-US" sz="1250" dirty="0"/>
          </a:p>
        </p:txBody>
      </p:sp>
      <p:sp>
        <p:nvSpPr>
          <p:cNvPr id="29" name="Shape 22"/>
          <p:cNvSpPr/>
          <p:nvPr/>
        </p:nvSpPr>
        <p:spPr>
          <a:xfrm>
            <a:off x="898743" y="6322695"/>
            <a:ext cx="480774" cy="22860"/>
          </a:xfrm>
          <a:prstGeom prst="roundRect">
            <a:avLst>
              <a:gd name="adj" fmla="val 294501"/>
            </a:avLst>
          </a:prstGeom>
          <a:solidFill>
            <a:srgbClr val="DDD3BA"/>
          </a:solidFill>
          <a:ln/>
        </p:spPr>
        <p:txBody>
          <a:bodyPr/>
          <a:lstStyle/>
          <a:p>
            <a:endParaRPr lang="en-IN"/>
          </a:p>
        </p:txBody>
      </p:sp>
      <p:sp>
        <p:nvSpPr>
          <p:cNvPr id="30" name="Shape 23"/>
          <p:cNvSpPr/>
          <p:nvPr/>
        </p:nvSpPr>
        <p:spPr>
          <a:xfrm>
            <a:off x="560963" y="6153864"/>
            <a:ext cx="360640" cy="360640"/>
          </a:xfrm>
          <a:prstGeom prst="roundRect">
            <a:avLst>
              <a:gd name="adj" fmla="val 18668"/>
            </a:avLst>
          </a:prstGeom>
          <a:solidFill>
            <a:srgbClr val="F7EDD4"/>
          </a:solidFill>
          <a:ln w="7620">
            <a:solidFill>
              <a:srgbClr val="DDD3BA"/>
            </a:solidFill>
            <a:prstDash val="solid"/>
          </a:ln>
        </p:spPr>
        <p:txBody>
          <a:bodyPr/>
          <a:lstStyle/>
          <a:p>
            <a:endParaRPr lang="en-IN"/>
          </a:p>
        </p:txBody>
      </p:sp>
      <p:pic>
        <p:nvPicPr>
          <p:cNvPr id="31"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1030" y="6213872"/>
            <a:ext cx="240387" cy="240387"/>
          </a:xfrm>
          <a:prstGeom prst="rect">
            <a:avLst/>
          </a:prstGeom>
        </p:spPr>
      </p:pic>
      <p:sp>
        <p:nvSpPr>
          <p:cNvPr id="32" name="Text 24"/>
          <p:cNvSpPr/>
          <p:nvPr/>
        </p:nvSpPr>
        <p:spPr>
          <a:xfrm>
            <a:off x="1542812" y="6208871"/>
            <a:ext cx="2524958" cy="250388"/>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Collect Registered Deed</a:t>
            </a:r>
            <a:endParaRPr lang="en-US" sz="1550" dirty="0"/>
          </a:p>
        </p:txBody>
      </p:sp>
      <p:sp>
        <p:nvSpPr>
          <p:cNvPr id="33" name="Text 25"/>
          <p:cNvSpPr/>
          <p:nvPr/>
        </p:nvSpPr>
        <p:spPr>
          <a:xfrm>
            <a:off x="1542812" y="6555343"/>
            <a:ext cx="12526566" cy="256342"/>
          </a:xfrm>
          <a:prstGeom prst="rect">
            <a:avLst/>
          </a:prstGeom>
          <a:noFill/>
          <a:ln/>
        </p:spPr>
        <p:txBody>
          <a:bodyPr wrap="non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Receive officially registered and sealed deed—this becomes primary title document</a:t>
            </a:r>
            <a:endParaRPr lang="en-US" sz="1250" dirty="0"/>
          </a:p>
        </p:txBody>
      </p:sp>
      <p:sp>
        <p:nvSpPr>
          <p:cNvPr id="34" name="Shape 26"/>
          <p:cNvSpPr/>
          <p:nvPr/>
        </p:nvSpPr>
        <p:spPr>
          <a:xfrm>
            <a:off x="898743" y="7301032"/>
            <a:ext cx="480774" cy="22860"/>
          </a:xfrm>
          <a:prstGeom prst="roundRect">
            <a:avLst>
              <a:gd name="adj" fmla="val 294501"/>
            </a:avLst>
          </a:prstGeom>
          <a:solidFill>
            <a:srgbClr val="DDD3BA"/>
          </a:solidFill>
          <a:ln/>
        </p:spPr>
        <p:txBody>
          <a:bodyPr/>
          <a:lstStyle/>
          <a:p>
            <a:endParaRPr lang="en-IN"/>
          </a:p>
        </p:txBody>
      </p:sp>
      <p:sp>
        <p:nvSpPr>
          <p:cNvPr id="35" name="Shape 27"/>
          <p:cNvSpPr/>
          <p:nvPr/>
        </p:nvSpPr>
        <p:spPr>
          <a:xfrm>
            <a:off x="560963" y="7132201"/>
            <a:ext cx="360640" cy="360640"/>
          </a:xfrm>
          <a:prstGeom prst="roundRect">
            <a:avLst>
              <a:gd name="adj" fmla="val 18668"/>
            </a:avLst>
          </a:prstGeom>
          <a:solidFill>
            <a:srgbClr val="F7EDD4"/>
          </a:solidFill>
          <a:ln w="7620">
            <a:solidFill>
              <a:srgbClr val="DDD3BA"/>
            </a:solidFill>
            <a:prstDash val="solid"/>
          </a:ln>
        </p:spPr>
        <p:txBody>
          <a:bodyPr/>
          <a:lstStyle/>
          <a:p>
            <a:endParaRPr lang="en-IN"/>
          </a:p>
        </p:txBody>
      </p:sp>
      <p:pic>
        <p:nvPicPr>
          <p:cNvPr id="36"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21030" y="7192208"/>
            <a:ext cx="240387" cy="240387"/>
          </a:xfrm>
          <a:prstGeom prst="rect">
            <a:avLst/>
          </a:prstGeom>
        </p:spPr>
      </p:pic>
      <p:sp>
        <p:nvSpPr>
          <p:cNvPr id="37" name="Text 28"/>
          <p:cNvSpPr/>
          <p:nvPr/>
        </p:nvSpPr>
        <p:spPr>
          <a:xfrm>
            <a:off x="1542812" y="7187208"/>
            <a:ext cx="2003584" cy="250388"/>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Property Mutation</a:t>
            </a:r>
            <a:endParaRPr lang="en-US" sz="1550" dirty="0"/>
          </a:p>
        </p:txBody>
      </p:sp>
      <p:sp>
        <p:nvSpPr>
          <p:cNvPr id="38" name="Text 29"/>
          <p:cNvSpPr/>
          <p:nvPr/>
        </p:nvSpPr>
        <p:spPr>
          <a:xfrm>
            <a:off x="1542812" y="7533680"/>
            <a:ext cx="12526566" cy="256342"/>
          </a:xfrm>
          <a:prstGeom prst="rect">
            <a:avLst/>
          </a:prstGeom>
          <a:noFill/>
          <a:ln/>
        </p:spPr>
        <p:txBody>
          <a:bodyPr wrap="non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Apply to local municipal authority to transfer property records into donee's name</a:t>
            </a:r>
            <a:endParaRPr lang="en-US" sz="1250" dirty="0"/>
          </a:p>
        </p:txBody>
      </p:sp>
      <mc:AlternateContent xmlns:mc="http://schemas.openxmlformats.org/markup-compatibility/2006" xmlns:p14="http://schemas.microsoft.com/office/powerpoint/2010/main">
        <mc:Choice Requires="p14">
          <p:contentPart p14:bwMode="auto" r:id="rId17">
            <p14:nvContentPartPr>
              <p14:cNvPr id="42" name="Ink 41">
                <a:extLst>
                  <a:ext uri="{FF2B5EF4-FFF2-40B4-BE49-F238E27FC236}">
                    <a16:creationId xmlns:a16="http://schemas.microsoft.com/office/drawing/2014/main" id="{57C2C332-CF65-8427-4E94-36AD79C48EDE}"/>
                  </a:ext>
                </a:extLst>
              </p14:cNvPr>
              <p14:cNvContentPartPr/>
              <p14:nvPr/>
            </p14:nvContentPartPr>
            <p14:xfrm>
              <a:off x="13672715" y="7793540"/>
              <a:ext cx="354240" cy="360"/>
            </p14:xfrm>
          </p:contentPart>
        </mc:Choice>
        <mc:Fallback xmlns="">
          <p:pic>
            <p:nvPicPr>
              <p:cNvPr id="42" name="Ink 41">
                <a:extLst>
                  <a:ext uri="{FF2B5EF4-FFF2-40B4-BE49-F238E27FC236}">
                    <a16:creationId xmlns:a16="http://schemas.microsoft.com/office/drawing/2014/main" id="{57C2C332-CF65-8427-4E94-36AD79C48EDE}"/>
                  </a:ext>
                </a:extLst>
              </p:cNvPr>
              <p:cNvPicPr/>
              <p:nvPr/>
            </p:nvPicPr>
            <p:blipFill>
              <a:blip r:embed="rId18"/>
              <a:stretch>
                <a:fillRect/>
              </a:stretch>
            </p:blipFill>
            <p:spPr>
              <a:xfrm>
                <a:off x="13609715" y="7730540"/>
                <a:ext cx="4798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3" name="Ink 42">
                <a:extLst>
                  <a:ext uri="{FF2B5EF4-FFF2-40B4-BE49-F238E27FC236}">
                    <a16:creationId xmlns:a16="http://schemas.microsoft.com/office/drawing/2014/main" id="{7B24EE1F-3183-9484-5844-D964C1CF0C5D}"/>
                  </a:ext>
                </a:extLst>
              </p14:cNvPr>
              <p14:cNvContentPartPr/>
              <p14:nvPr/>
            </p14:nvContentPartPr>
            <p14:xfrm>
              <a:off x="12788556" y="6876996"/>
              <a:ext cx="1244160" cy="1035360"/>
            </p14:xfrm>
          </p:contentPart>
        </mc:Choice>
        <mc:Fallback xmlns="">
          <p:pic>
            <p:nvPicPr>
              <p:cNvPr id="43" name="Ink 42">
                <a:extLst>
                  <a:ext uri="{FF2B5EF4-FFF2-40B4-BE49-F238E27FC236}">
                    <a16:creationId xmlns:a16="http://schemas.microsoft.com/office/drawing/2014/main" id="{7B24EE1F-3183-9484-5844-D964C1CF0C5D}"/>
                  </a:ext>
                </a:extLst>
              </p:cNvPr>
              <p:cNvPicPr/>
              <p:nvPr/>
            </p:nvPicPr>
            <p:blipFill>
              <a:blip r:embed="rId20"/>
              <a:stretch>
                <a:fillRect/>
              </a:stretch>
            </p:blipFill>
            <p:spPr>
              <a:xfrm>
                <a:off x="12725556" y="6813996"/>
                <a:ext cx="1369800" cy="1161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7" name="Ink 46">
                <a:extLst>
                  <a:ext uri="{FF2B5EF4-FFF2-40B4-BE49-F238E27FC236}">
                    <a16:creationId xmlns:a16="http://schemas.microsoft.com/office/drawing/2014/main" id="{0A85BD7F-2F53-F720-3535-3460F355131D}"/>
                  </a:ext>
                </a:extLst>
              </p14:cNvPr>
              <p14:cNvContentPartPr/>
              <p14:nvPr/>
            </p14:nvContentPartPr>
            <p14:xfrm>
              <a:off x="13551215" y="7631204"/>
              <a:ext cx="778320" cy="502200"/>
            </p14:xfrm>
          </p:contentPart>
        </mc:Choice>
        <mc:Fallback xmlns="">
          <p:pic>
            <p:nvPicPr>
              <p:cNvPr id="47" name="Ink 46">
                <a:extLst>
                  <a:ext uri="{FF2B5EF4-FFF2-40B4-BE49-F238E27FC236}">
                    <a16:creationId xmlns:a16="http://schemas.microsoft.com/office/drawing/2014/main" id="{0A85BD7F-2F53-F720-3535-3460F355131D}"/>
                  </a:ext>
                </a:extLst>
              </p:cNvPr>
              <p:cNvPicPr/>
              <p:nvPr/>
            </p:nvPicPr>
            <p:blipFill>
              <a:blip r:embed="rId22"/>
              <a:stretch>
                <a:fillRect/>
              </a:stretch>
            </p:blipFill>
            <p:spPr>
              <a:xfrm>
                <a:off x="13488215" y="7568204"/>
                <a:ext cx="903960" cy="627840"/>
              </a:xfrm>
              <a:prstGeom prst="rect">
                <a:avLst/>
              </a:prstGeom>
            </p:spPr>
          </p:pic>
        </mc:Fallback>
      </mc:AlternateContent>
      <p:grpSp>
        <p:nvGrpSpPr>
          <p:cNvPr id="50" name="Group 49">
            <a:extLst>
              <a:ext uri="{FF2B5EF4-FFF2-40B4-BE49-F238E27FC236}">
                <a16:creationId xmlns:a16="http://schemas.microsoft.com/office/drawing/2014/main" id="{5FEE0675-958F-4A13-1DE3-FB315E00DA67}"/>
              </a:ext>
            </a:extLst>
          </p:cNvPr>
          <p:cNvGrpSpPr/>
          <p:nvPr/>
        </p:nvGrpSpPr>
        <p:grpSpPr>
          <a:xfrm>
            <a:off x="12806556" y="7676867"/>
            <a:ext cx="1726739" cy="397080"/>
            <a:chOff x="12806556" y="7676867"/>
            <a:chExt cx="1726739" cy="397080"/>
          </a:xfrm>
        </p:grpSpPr>
        <mc:AlternateContent xmlns:mc="http://schemas.openxmlformats.org/markup-compatibility/2006" xmlns:p14="http://schemas.microsoft.com/office/powerpoint/2010/main">
          <mc:Choice Requires="p14">
            <p:contentPart p14:bwMode="auto" r:id="rId23">
              <p14:nvContentPartPr>
                <p14:cNvPr id="39" name="Ink 38">
                  <a:extLst>
                    <a:ext uri="{FF2B5EF4-FFF2-40B4-BE49-F238E27FC236}">
                      <a16:creationId xmlns:a16="http://schemas.microsoft.com/office/drawing/2014/main" id="{32CB3045-FA9F-F76B-476D-F19D849EFA20}"/>
                    </a:ext>
                  </a:extLst>
                </p14:cNvPr>
                <p14:cNvContentPartPr/>
                <p14:nvPr/>
              </p14:nvContentPartPr>
              <p14:xfrm>
                <a:off x="12806556" y="7824860"/>
                <a:ext cx="1495800" cy="210600"/>
              </p14:xfrm>
            </p:contentPart>
          </mc:Choice>
          <mc:Fallback xmlns="">
            <p:pic>
              <p:nvPicPr>
                <p:cNvPr id="39" name="Ink 38">
                  <a:extLst>
                    <a:ext uri="{FF2B5EF4-FFF2-40B4-BE49-F238E27FC236}">
                      <a16:creationId xmlns:a16="http://schemas.microsoft.com/office/drawing/2014/main" id="{32CB3045-FA9F-F76B-476D-F19D849EFA20}"/>
                    </a:ext>
                  </a:extLst>
                </p:cNvPr>
                <p:cNvPicPr/>
                <p:nvPr/>
              </p:nvPicPr>
              <p:blipFill>
                <a:blip r:embed="rId24"/>
                <a:stretch>
                  <a:fillRect/>
                </a:stretch>
              </p:blipFill>
              <p:spPr>
                <a:xfrm>
                  <a:off x="12743916" y="7762220"/>
                  <a:ext cx="162144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0" name="Ink 39">
                  <a:extLst>
                    <a:ext uri="{FF2B5EF4-FFF2-40B4-BE49-F238E27FC236}">
                      <a16:creationId xmlns:a16="http://schemas.microsoft.com/office/drawing/2014/main" id="{A0487EA0-9B9F-C5A5-D342-279FD7BF8363}"/>
                    </a:ext>
                  </a:extLst>
                </p14:cNvPr>
                <p14:cNvContentPartPr/>
                <p14:nvPr/>
              </p14:nvContentPartPr>
              <p14:xfrm>
                <a:off x="12886476" y="7749980"/>
                <a:ext cx="221760" cy="43920"/>
              </p14:xfrm>
            </p:contentPart>
          </mc:Choice>
          <mc:Fallback xmlns="">
            <p:pic>
              <p:nvPicPr>
                <p:cNvPr id="40" name="Ink 39">
                  <a:extLst>
                    <a:ext uri="{FF2B5EF4-FFF2-40B4-BE49-F238E27FC236}">
                      <a16:creationId xmlns:a16="http://schemas.microsoft.com/office/drawing/2014/main" id="{A0487EA0-9B9F-C5A5-D342-279FD7BF8363}"/>
                    </a:ext>
                  </a:extLst>
                </p:cNvPr>
                <p:cNvPicPr/>
                <p:nvPr/>
              </p:nvPicPr>
              <p:blipFill>
                <a:blip r:embed="rId26"/>
                <a:stretch>
                  <a:fillRect/>
                </a:stretch>
              </p:blipFill>
              <p:spPr>
                <a:xfrm>
                  <a:off x="12823836" y="7686980"/>
                  <a:ext cx="34740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9" name="Ink 48">
                  <a:extLst>
                    <a:ext uri="{FF2B5EF4-FFF2-40B4-BE49-F238E27FC236}">
                      <a16:creationId xmlns:a16="http://schemas.microsoft.com/office/drawing/2014/main" id="{1FAF19D6-0AD1-9C1F-50D1-61CFCB5467E2}"/>
                    </a:ext>
                  </a:extLst>
                </p14:cNvPr>
                <p14:cNvContentPartPr/>
                <p14:nvPr/>
              </p14:nvContentPartPr>
              <p14:xfrm>
                <a:off x="12812135" y="7676867"/>
                <a:ext cx="1721160" cy="397080"/>
              </p14:xfrm>
            </p:contentPart>
          </mc:Choice>
          <mc:Fallback xmlns="">
            <p:pic>
              <p:nvPicPr>
                <p:cNvPr id="49" name="Ink 48">
                  <a:extLst>
                    <a:ext uri="{FF2B5EF4-FFF2-40B4-BE49-F238E27FC236}">
                      <a16:creationId xmlns:a16="http://schemas.microsoft.com/office/drawing/2014/main" id="{1FAF19D6-0AD1-9C1F-50D1-61CFCB5467E2}"/>
                    </a:ext>
                  </a:extLst>
                </p:cNvPr>
                <p:cNvPicPr/>
                <p:nvPr/>
              </p:nvPicPr>
              <p:blipFill>
                <a:blip r:embed="rId28"/>
                <a:stretch>
                  <a:fillRect/>
                </a:stretch>
              </p:blipFill>
              <p:spPr>
                <a:xfrm>
                  <a:off x="12749135" y="7614227"/>
                  <a:ext cx="1846800" cy="522720"/>
                </a:xfrm>
                <a:prstGeom prst="rect">
                  <a:avLst/>
                </a:prstGeom>
              </p:spPr>
            </p:pic>
          </mc:Fallback>
        </mc:AlternateContent>
      </p:grpSp>
      <p:sp>
        <p:nvSpPr>
          <p:cNvPr id="51" name="TextBox 50">
            <a:extLst>
              <a:ext uri="{FF2B5EF4-FFF2-40B4-BE49-F238E27FC236}">
                <a16:creationId xmlns:a16="http://schemas.microsoft.com/office/drawing/2014/main" id="{F31B415B-641B-A905-9EC4-289B6BBAC82F}"/>
              </a:ext>
            </a:extLst>
          </p:cNvPr>
          <p:cNvSpPr txBox="1"/>
          <p:nvPr/>
        </p:nvSpPr>
        <p:spPr>
          <a:xfrm>
            <a:off x="12001500" y="7740260"/>
            <a:ext cx="262890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89284"/>
            <a:ext cx="7388304" cy="708779"/>
          </a:xfrm>
          <a:prstGeom prst="rect">
            <a:avLst/>
          </a:prstGeom>
          <a:noFill/>
          <a:ln/>
        </p:spPr>
        <p:txBody>
          <a:bodyPr wrap="none" lIns="0" tIns="0" rIns="0" bIns="0" rtlCol="0" anchor="t"/>
          <a:lstStyle/>
          <a:p>
            <a:pPr marL="0" indent="0" algn="l">
              <a:lnSpc>
                <a:spcPts val="5550"/>
              </a:lnSpc>
              <a:buNone/>
            </a:pPr>
            <a:r>
              <a:rPr lang="en-US" sz="4450" b="1" dirty="0">
                <a:solidFill>
                  <a:srgbClr val="910D0D"/>
                </a:solidFill>
                <a:latin typeface="Libre Baskerville" pitchFamily="34" charset="0"/>
                <a:ea typeface="Libre Baskerville" pitchFamily="34" charset="-122"/>
                <a:cs typeface="Libre Baskerville" pitchFamily="34" charset="-120"/>
              </a:rPr>
              <a:t>Advantages of Gift Deed</a:t>
            </a:r>
            <a:r>
              <a:rPr lang="en-US" sz="4450" dirty="0">
                <a:solidFill>
                  <a:srgbClr val="5C4E3D"/>
                </a:solidFill>
                <a:latin typeface="Libre Baskerville" pitchFamily="34" charset="0"/>
                <a:ea typeface="Libre Baskerville" pitchFamily="34" charset="-122"/>
                <a:cs typeface="Libre Baskerville" pitchFamily="34" charset="-120"/>
              </a:rPr>
              <a:t> </a:t>
            </a:r>
            <a:endParaRPr lang="en-US" sz="4450" dirty="0"/>
          </a:p>
        </p:txBody>
      </p:sp>
      <p:sp>
        <p:nvSpPr>
          <p:cNvPr id="4" name="Shape 1"/>
          <p:cNvSpPr/>
          <p:nvPr/>
        </p:nvSpPr>
        <p:spPr>
          <a:xfrm>
            <a:off x="793790" y="2938224"/>
            <a:ext cx="510302" cy="510302"/>
          </a:xfrm>
          <a:prstGeom prst="roundRect">
            <a:avLst>
              <a:gd name="adj" fmla="val 18669"/>
            </a:avLst>
          </a:prstGeom>
          <a:solidFill>
            <a:srgbClr val="F7EDD4"/>
          </a:solidFill>
          <a:ln w="7620">
            <a:solidFill>
              <a:srgbClr val="DDD3BA"/>
            </a:solidFill>
            <a:prstDash val="solid"/>
          </a:ln>
        </p:spPr>
        <p:txBody>
          <a:bodyPr/>
          <a:lstStyle/>
          <a:p>
            <a:endParaRPr lang="en-IN"/>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8860" y="3023235"/>
            <a:ext cx="340162" cy="340162"/>
          </a:xfrm>
          <a:prstGeom prst="rect">
            <a:avLst/>
          </a:prstGeom>
        </p:spPr>
      </p:pic>
      <p:sp>
        <p:nvSpPr>
          <p:cNvPr id="6" name="Text 2"/>
          <p:cNvSpPr/>
          <p:nvPr/>
        </p:nvSpPr>
        <p:spPr>
          <a:xfrm>
            <a:off x="1530906" y="3016091"/>
            <a:ext cx="3763447"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Clear and Legal Transfer </a:t>
            </a:r>
            <a:endParaRPr lang="en-US" sz="2200" dirty="0"/>
          </a:p>
        </p:txBody>
      </p:sp>
      <p:sp>
        <p:nvSpPr>
          <p:cNvPr id="7" name="Shape 3"/>
          <p:cNvSpPr/>
          <p:nvPr/>
        </p:nvSpPr>
        <p:spPr>
          <a:xfrm>
            <a:off x="793790" y="3902154"/>
            <a:ext cx="510302" cy="510302"/>
          </a:xfrm>
          <a:prstGeom prst="roundRect">
            <a:avLst>
              <a:gd name="adj" fmla="val 18669"/>
            </a:avLst>
          </a:prstGeom>
          <a:solidFill>
            <a:srgbClr val="F7EDD4"/>
          </a:solidFill>
          <a:ln w="7620">
            <a:solidFill>
              <a:srgbClr val="DDD3BA"/>
            </a:solidFill>
            <a:prstDash val="solid"/>
          </a:ln>
        </p:spPr>
        <p:txBody>
          <a:bodyPr/>
          <a:lstStyle/>
          <a:p>
            <a:endParaRPr lang="en-IN"/>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8860" y="3987165"/>
            <a:ext cx="340162" cy="340162"/>
          </a:xfrm>
          <a:prstGeom prst="rect">
            <a:avLst/>
          </a:prstGeom>
        </p:spPr>
      </p:pic>
      <p:sp>
        <p:nvSpPr>
          <p:cNvPr id="9" name="Text 4"/>
          <p:cNvSpPr/>
          <p:nvPr/>
        </p:nvSpPr>
        <p:spPr>
          <a:xfrm>
            <a:off x="1530906" y="3980021"/>
            <a:ext cx="3813096"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Reduces Family Disputes </a:t>
            </a:r>
            <a:endParaRPr lang="en-US" sz="2200" dirty="0"/>
          </a:p>
        </p:txBody>
      </p:sp>
      <p:sp>
        <p:nvSpPr>
          <p:cNvPr id="10" name="Shape 5"/>
          <p:cNvSpPr/>
          <p:nvPr/>
        </p:nvSpPr>
        <p:spPr>
          <a:xfrm>
            <a:off x="793790" y="4866084"/>
            <a:ext cx="510302" cy="510302"/>
          </a:xfrm>
          <a:prstGeom prst="roundRect">
            <a:avLst>
              <a:gd name="adj" fmla="val 18669"/>
            </a:avLst>
          </a:prstGeom>
          <a:solidFill>
            <a:srgbClr val="F7EDD4"/>
          </a:solidFill>
          <a:ln w="7620">
            <a:solidFill>
              <a:srgbClr val="DDD3BA"/>
            </a:solidFill>
            <a:prstDash val="solid"/>
          </a:ln>
        </p:spPr>
        <p:txBody>
          <a:bodyPr/>
          <a:lstStyle/>
          <a:p>
            <a:endParaRPr lang="en-IN"/>
          </a:p>
        </p:txBody>
      </p:sp>
      <p:pic>
        <p:nvPicPr>
          <p:cNvPr id="11"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8860" y="4951095"/>
            <a:ext cx="340162" cy="340162"/>
          </a:xfrm>
          <a:prstGeom prst="rect">
            <a:avLst/>
          </a:prstGeom>
        </p:spPr>
      </p:pic>
      <p:sp>
        <p:nvSpPr>
          <p:cNvPr id="12" name="Text 6"/>
          <p:cNvSpPr/>
          <p:nvPr/>
        </p:nvSpPr>
        <p:spPr>
          <a:xfrm>
            <a:off x="1530906" y="4943951"/>
            <a:ext cx="4395907"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Helps in succession planning </a:t>
            </a:r>
            <a:endParaRPr lang="en-US" sz="2200" dirty="0"/>
          </a:p>
        </p:txBody>
      </p:sp>
      <p:sp>
        <p:nvSpPr>
          <p:cNvPr id="13" name="Shape 7"/>
          <p:cNvSpPr/>
          <p:nvPr/>
        </p:nvSpPr>
        <p:spPr>
          <a:xfrm>
            <a:off x="793790" y="5830014"/>
            <a:ext cx="510302" cy="510302"/>
          </a:xfrm>
          <a:prstGeom prst="roundRect">
            <a:avLst>
              <a:gd name="adj" fmla="val 18669"/>
            </a:avLst>
          </a:prstGeom>
          <a:solidFill>
            <a:srgbClr val="F7EDD4"/>
          </a:solidFill>
          <a:ln w="7620">
            <a:solidFill>
              <a:srgbClr val="DDD3BA"/>
            </a:solidFill>
            <a:prstDash val="solid"/>
          </a:ln>
        </p:spPr>
        <p:txBody>
          <a:bodyPr/>
          <a:lstStyle/>
          <a:p>
            <a:endParaRPr lang="en-IN"/>
          </a:p>
        </p:txBody>
      </p:sp>
      <p:pic>
        <p:nvPicPr>
          <p:cNvPr id="14"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78860" y="5915025"/>
            <a:ext cx="340162" cy="340162"/>
          </a:xfrm>
          <a:prstGeom prst="rect">
            <a:avLst/>
          </a:prstGeom>
        </p:spPr>
      </p:pic>
      <p:sp>
        <p:nvSpPr>
          <p:cNvPr id="15" name="Text 8"/>
          <p:cNvSpPr/>
          <p:nvPr/>
        </p:nvSpPr>
        <p:spPr>
          <a:xfrm>
            <a:off x="1530906" y="5907881"/>
            <a:ext cx="6819305"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Cost effective due to stamp duty concessions.  </a:t>
            </a:r>
            <a:endParaRPr lang="en-US" sz="2200" dirty="0"/>
          </a:p>
        </p:txBody>
      </p:sp>
      <p:sp>
        <p:nvSpPr>
          <p:cNvPr id="16" name="TextBox 15">
            <a:extLst>
              <a:ext uri="{FF2B5EF4-FFF2-40B4-BE49-F238E27FC236}">
                <a16:creationId xmlns:a16="http://schemas.microsoft.com/office/drawing/2014/main" id="{55214052-3654-399F-3808-7707564997CB}"/>
              </a:ext>
            </a:extLst>
          </p:cNvPr>
          <p:cNvSpPr txBox="1"/>
          <p:nvPr/>
        </p:nvSpPr>
        <p:spPr>
          <a:xfrm>
            <a:off x="12280900" y="7747000"/>
            <a:ext cx="287020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56498" y="437317"/>
            <a:ext cx="4642485" cy="496848"/>
          </a:xfrm>
          <a:prstGeom prst="rect">
            <a:avLst/>
          </a:prstGeom>
          <a:noFill/>
          <a:ln/>
        </p:spPr>
        <p:txBody>
          <a:bodyPr wrap="none" lIns="0" tIns="0" rIns="0" bIns="0" rtlCol="0" anchor="t"/>
          <a:lstStyle/>
          <a:p>
            <a:pPr marL="0" indent="0" algn="l">
              <a:lnSpc>
                <a:spcPts val="3900"/>
              </a:lnSpc>
              <a:buNone/>
            </a:pPr>
            <a:r>
              <a:rPr lang="en-US" sz="3100" dirty="0">
                <a:solidFill>
                  <a:srgbClr val="910D0D"/>
                </a:solidFill>
                <a:latin typeface="Libre Baskerville" pitchFamily="34" charset="0"/>
                <a:ea typeface="Libre Baskerville" pitchFamily="34" charset="-122"/>
                <a:cs typeface="Libre Baskerville" pitchFamily="34" charset="-120"/>
              </a:rPr>
              <a:t>FAQs about Gift Deeds</a:t>
            </a:r>
            <a:endParaRPr lang="en-US" sz="3100" dirty="0"/>
          </a:p>
        </p:txBody>
      </p:sp>
      <p:sp>
        <p:nvSpPr>
          <p:cNvPr id="3" name="Shape 1"/>
          <p:cNvSpPr/>
          <p:nvPr/>
        </p:nvSpPr>
        <p:spPr>
          <a:xfrm>
            <a:off x="556498" y="1252180"/>
            <a:ext cx="6679168" cy="2076212"/>
          </a:xfrm>
          <a:prstGeom prst="roundRect">
            <a:avLst>
              <a:gd name="adj" fmla="val 3217"/>
            </a:avLst>
          </a:prstGeom>
          <a:solidFill>
            <a:srgbClr val="F7EDD4"/>
          </a:solidFill>
          <a:ln w="7620">
            <a:solidFill>
              <a:srgbClr val="DDD3BA"/>
            </a:solidFill>
            <a:prstDash val="solid"/>
          </a:ln>
        </p:spPr>
        <p:txBody>
          <a:bodyPr/>
          <a:lstStyle/>
          <a:p>
            <a:endParaRPr lang="en-IN"/>
          </a:p>
        </p:txBody>
      </p:sp>
      <p:sp>
        <p:nvSpPr>
          <p:cNvPr id="4" name="Shape 2"/>
          <p:cNvSpPr/>
          <p:nvPr/>
        </p:nvSpPr>
        <p:spPr>
          <a:xfrm>
            <a:off x="723067" y="1418749"/>
            <a:ext cx="476964" cy="476964"/>
          </a:xfrm>
          <a:prstGeom prst="roundRect">
            <a:avLst>
              <a:gd name="adj" fmla="val 19169341"/>
            </a:avLst>
          </a:prstGeom>
          <a:solidFill>
            <a:srgbClr val="B88E23"/>
          </a:solidFill>
          <a:ln/>
        </p:spPr>
        <p:txBody>
          <a:bodyPr/>
          <a:lstStyle/>
          <a:p>
            <a:endParaRPr lang="en-IN"/>
          </a:p>
        </p:txBody>
      </p:sp>
      <p:sp>
        <p:nvSpPr>
          <p:cNvPr id="5" name="Text 3"/>
          <p:cNvSpPr/>
          <p:nvPr/>
        </p:nvSpPr>
        <p:spPr>
          <a:xfrm>
            <a:off x="854154" y="1523047"/>
            <a:ext cx="214670" cy="268248"/>
          </a:xfrm>
          <a:prstGeom prst="rect">
            <a:avLst/>
          </a:prstGeom>
          <a:noFill/>
          <a:ln/>
        </p:spPr>
        <p:txBody>
          <a:bodyPr wrap="none" lIns="0" tIns="0" rIns="0" bIns="0" rtlCol="0" anchor="t"/>
          <a:lstStyle/>
          <a:p>
            <a:pPr marL="0" indent="0" algn="l">
              <a:lnSpc>
                <a:spcPts val="2700"/>
              </a:lnSpc>
              <a:buNone/>
            </a:pPr>
            <a:r>
              <a:rPr lang="en-US" sz="1650" dirty="0">
                <a:solidFill>
                  <a:srgbClr val="000000"/>
                </a:solidFill>
                <a:latin typeface="Libre Baskerville" pitchFamily="34" charset="0"/>
                <a:ea typeface="Libre Baskerville" pitchFamily="34" charset="-122"/>
                <a:cs typeface="Libre Baskerville" pitchFamily="34" charset="-120"/>
              </a:rPr>
              <a:t>1</a:t>
            </a:r>
            <a:endParaRPr lang="en-US" sz="1650" dirty="0"/>
          </a:p>
        </p:txBody>
      </p:sp>
      <p:sp>
        <p:nvSpPr>
          <p:cNvPr id="6" name="Text 4"/>
          <p:cNvSpPr/>
          <p:nvPr/>
        </p:nvSpPr>
        <p:spPr>
          <a:xfrm>
            <a:off x="723067" y="2054662"/>
            <a:ext cx="2016443" cy="248483"/>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What is a gift deed?</a:t>
            </a:r>
            <a:endParaRPr lang="en-US" sz="1550" dirty="0"/>
          </a:p>
        </p:txBody>
      </p:sp>
      <p:sp>
        <p:nvSpPr>
          <p:cNvPr id="7" name="Text 5"/>
          <p:cNvSpPr/>
          <p:nvPr/>
        </p:nvSpPr>
        <p:spPr>
          <a:xfrm>
            <a:off x="723067" y="2398514"/>
            <a:ext cx="6346031" cy="763310"/>
          </a:xfrm>
          <a:prstGeom prst="rect">
            <a:avLst/>
          </a:prstGeom>
          <a:noFill/>
          <a:ln/>
        </p:spPr>
        <p:txBody>
          <a:bodyPr wrap="squar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A legal document used to voluntarily transfer ownership of movable or immovable property from a Donor to a Donee without any monetary consideration.</a:t>
            </a:r>
            <a:endParaRPr lang="en-US" sz="1250" dirty="0"/>
          </a:p>
        </p:txBody>
      </p:sp>
      <p:sp>
        <p:nvSpPr>
          <p:cNvPr id="8" name="Shape 6"/>
          <p:cNvSpPr/>
          <p:nvPr/>
        </p:nvSpPr>
        <p:spPr>
          <a:xfrm>
            <a:off x="7394615" y="1252180"/>
            <a:ext cx="6679287" cy="2076212"/>
          </a:xfrm>
          <a:prstGeom prst="roundRect">
            <a:avLst>
              <a:gd name="adj" fmla="val 3217"/>
            </a:avLst>
          </a:prstGeom>
          <a:solidFill>
            <a:srgbClr val="F7EDD4"/>
          </a:solidFill>
          <a:ln w="7620">
            <a:solidFill>
              <a:srgbClr val="DDD3BA"/>
            </a:solidFill>
            <a:prstDash val="solid"/>
          </a:ln>
        </p:spPr>
        <p:txBody>
          <a:bodyPr/>
          <a:lstStyle/>
          <a:p>
            <a:endParaRPr lang="en-IN"/>
          </a:p>
        </p:txBody>
      </p:sp>
      <p:sp>
        <p:nvSpPr>
          <p:cNvPr id="9" name="Shape 7"/>
          <p:cNvSpPr/>
          <p:nvPr/>
        </p:nvSpPr>
        <p:spPr>
          <a:xfrm>
            <a:off x="7561183" y="1418749"/>
            <a:ext cx="476964" cy="476964"/>
          </a:xfrm>
          <a:prstGeom prst="roundRect">
            <a:avLst>
              <a:gd name="adj" fmla="val 19169341"/>
            </a:avLst>
          </a:prstGeom>
          <a:solidFill>
            <a:srgbClr val="B88E23"/>
          </a:solidFill>
          <a:ln/>
        </p:spPr>
        <p:txBody>
          <a:bodyPr/>
          <a:lstStyle/>
          <a:p>
            <a:endParaRPr lang="en-IN"/>
          </a:p>
        </p:txBody>
      </p:sp>
      <p:sp>
        <p:nvSpPr>
          <p:cNvPr id="10" name="Text 8"/>
          <p:cNvSpPr/>
          <p:nvPr/>
        </p:nvSpPr>
        <p:spPr>
          <a:xfrm>
            <a:off x="7692271" y="1523047"/>
            <a:ext cx="214670" cy="268248"/>
          </a:xfrm>
          <a:prstGeom prst="rect">
            <a:avLst/>
          </a:prstGeom>
          <a:noFill/>
          <a:ln/>
        </p:spPr>
        <p:txBody>
          <a:bodyPr wrap="none" lIns="0" tIns="0" rIns="0" bIns="0" rtlCol="0" anchor="t"/>
          <a:lstStyle/>
          <a:p>
            <a:pPr marL="0" indent="0" algn="l">
              <a:lnSpc>
                <a:spcPts val="2700"/>
              </a:lnSpc>
              <a:buNone/>
            </a:pPr>
            <a:r>
              <a:rPr lang="en-US" sz="1650" dirty="0">
                <a:solidFill>
                  <a:srgbClr val="000000"/>
                </a:solidFill>
                <a:latin typeface="Libre Baskerville" pitchFamily="34" charset="0"/>
                <a:ea typeface="Libre Baskerville" pitchFamily="34" charset="-122"/>
                <a:cs typeface="Libre Baskerville" pitchFamily="34" charset="-120"/>
              </a:rPr>
              <a:t>2</a:t>
            </a:r>
            <a:endParaRPr lang="en-US" sz="1650" dirty="0"/>
          </a:p>
        </p:txBody>
      </p:sp>
      <p:sp>
        <p:nvSpPr>
          <p:cNvPr id="11" name="Text 9"/>
          <p:cNvSpPr/>
          <p:nvPr/>
        </p:nvSpPr>
        <p:spPr>
          <a:xfrm>
            <a:off x="7561183" y="2054662"/>
            <a:ext cx="2487930" cy="248483"/>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Is registration required?</a:t>
            </a:r>
            <a:endParaRPr lang="en-US" sz="1550" dirty="0"/>
          </a:p>
        </p:txBody>
      </p:sp>
      <p:sp>
        <p:nvSpPr>
          <p:cNvPr id="12" name="Text 10"/>
          <p:cNvSpPr/>
          <p:nvPr/>
        </p:nvSpPr>
        <p:spPr>
          <a:xfrm>
            <a:off x="7561183" y="2398514"/>
            <a:ext cx="6346150" cy="508873"/>
          </a:xfrm>
          <a:prstGeom prst="rect">
            <a:avLst/>
          </a:prstGeom>
          <a:noFill/>
          <a:ln/>
        </p:spPr>
        <p:txBody>
          <a:bodyPr wrap="squar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Registration is mandatory for immovable property under the Registration Act, 1908. For movable property, it is advisable but not legally compulsory.</a:t>
            </a:r>
            <a:endParaRPr lang="en-US" sz="1250" dirty="0"/>
          </a:p>
        </p:txBody>
      </p:sp>
      <p:sp>
        <p:nvSpPr>
          <p:cNvPr id="13" name="Shape 11"/>
          <p:cNvSpPr/>
          <p:nvPr/>
        </p:nvSpPr>
        <p:spPr>
          <a:xfrm>
            <a:off x="556498" y="3487341"/>
            <a:ext cx="6679168" cy="2076212"/>
          </a:xfrm>
          <a:prstGeom prst="roundRect">
            <a:avLst>
              <a:gd name="adj" fmla="val 3217"/>
            </a:avLst>
          </a:prstGeom>
          <a:solidFill>
            <a:srgbClr val="F7EDD4"/>
          </a:solidFill>
          <a:ln w="7620">
            <a:solidFill>
              <a:srgbClr val="DDD3BA"/>
            </a:solidFill>
            <a:prstDash val="solid"/>
          </a:ln>
        </p:spPr>
        <p:txBody>
          <a:bodyPr/>
          <a:lstStyle/>
          <a:p>
            <a:endParaRPr lang="en-IN"/>
          </a:p>
        </p:txBody>
      </p:sp>
      <p:sp>
        <p:nvSpPr>
          <p:cNvPr id="14" name="Shape 12"/>
          <p:cNvSpPr/>
          <p:nvPr/>
        </p:nvSpPr>
        <p:spPr>
          <a:xfrm>
            <a:off x="723067" y="3653909"/>
            <a:ext cx="476964" cy="476964"/>
          </a:xfrm>
          <a:prstGeom prst="roundRect">
            <a:avLst>
              <a:gd name="adj" fmla="val 19169341"/>
            </a:avLst>
          </a:prstGeom>
          <a:solidFill>
            <a:srgbClr val="B88E23"/>
          </a:solidFill>
          <a:ln/>
        </p:spPr>
        <p:txBody>
          <a:bodyPr/>
          <a:lstStyle/>
          <a:p>
            <a:endParaRPr lang="en-IN"/>
          </a:p>
        </p:txBody>
      </p:sp>
      <p:sp>
        <p:nvSpPr>
          <p:cNvPr id="15" name="Text 13"/>
          <p:cNvSpPr/>
          <p:nvPr/>
        </p:nvSpPr>
        <p:spPr>
          <a:xfrm>
            <a:off x="854154" y="3758208"/>
            <a:ext cx="214670" cy="268248"/>
          </a:xfrm>
          <a:prstGeom prst="rect">
            <a:avLst/>
          </a:prstGeom>
          <a:noFill/>
          <a:ln/>
        </p:spPr>
        <p:txBody>
          <a:bodyPr wrap="none" lIns="0" tIns="0" rIns="0" bIns="0" rtlCol="0" anchor="t"/>
          <a:lstStyle/>
          <a:p>
            <a:pPr marL="0" indent="0" algn="l">
              <a:lnSpc>
                <a:spcPts val="2700"/>
              </a:lnSpc>
              <a:buNone/>
            </a:pPr>
            <a:r>
              <a:rPr lang="en-US" sz="1650" dirty="0">
                <a:solidFill>
                  <a:srgbClr val="000000"/>
                </a:solidFill>
                <a:latin typeface="Libre Baskerville" pitchFamily="34" charset="0"/>
                <a:ea typeface="Libre Baskerville" pitchFamily="34" charset="-122"/>
                <a:cs typeface="Libre Baskerville" pitchFamily="34" charset="-120"/>
              </a:rPr>
              <a:t>3</a:t>
            </a:r>
            <a:endParaRPr lang="en-US" sz="1650" dirty="0"/>
          </a:p>
        </p:txBody>
      </p:sp>
      <p:sp>
        <p:nvSpPr>
          <p:cNvPr id="16" name="Text 14"/>
          <p:cNvSpPr/>
          <p:nvPr/>
        </p:nvSpPr>
        <p:spPr>
          <a:xfrm>
            <a:off x="723067" y="4289822"/>
            <a:ext cx="1987748" cy="248483"/>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Can it be revoked?</a:t>
            </a:r>
            <a:endParaRPr lang="en-US" sz="1550" dirty="0"/>
          </a:p>
        </p:txBody>
      </p:sp>
      <p:sp>
        <p:nvSpPr>
          <p:cNvPr id="17" name="Text 15"/>
          <p:cNvSpPr/>
          <p:nvPr/>
        </p:nvSpPr>
        <p:spPr>
          <a:xfrm>
            <a:off x="723067" y="4633674"/>
            <a:ext cx="6346031" cy="763310"/>
          </a:xfrm>
          <a:prstGeom prst="rect">
            <a:avLst/>
          </a:prstGeom>
          <a:noFill/>
          <a:ln/>
        </p:spPr>
        <p:txBody>
          <a:bodyPr wrap="squar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Generally, a registered gift deed is irrevocable. Exceptions include mutual agreement, fraud, coercion, undue influence, or a specific revocation clause within the deed itself.</a:t>
            </a:r>
            <a:endParaRPr lang="en-US" sz="1250" dirty="0"/>
          </a:p>
        </p:txBody>
      </p:sp>
      <p:sp>
        <p:nvSpPr>
          <p:cNvPr id="18" name="Shape 16"/>
          <p:cNvSpPr/>
          <p:nvPr/>
        </p:nvSpPr>
        <p:spPr>
          <a:xfrm>
            <a:off x="7394615" y="3487341"/>
            <a:ext cx="6679287" cy="2076212"/>
          </a:xfrm>
          <a:prstGeom prst="roundRect">
            <a:avLst>
              <a:gd name="adj" fmla="val 3217"/>
            </a:avLst>
          </a:prstGeom>
          <a:solidFill>
            <a:srgbClr val="F7EDD4"/>
          </a:solidFill>
          <a:ln w="7620">
            <a:solidFill>
              <a:srgbClr val="DDD3BA"/>
            </a:solidFill>
            <a:prstDash val="solid"/>
          </a:ln>
        </p:spPr>
        <p:txBody>
          <a:bodyPr/>
          <a:lstStyle/>
          <a:p>
            <a:endParaRPr lang="en-IN"/>
          </a:p>
        </p:txBody>
      </p:sp>
      <p:sp>
        <p:nvSpPr>
          <p:cNvPr id="19" name="Shape 17"/>
          <p:cNvSpPr/>
          <p:nvPr/>
        </p:nvSpPr>
        <p:spPr>
          <a:xfrm>
            <a:off x="7561183" y="3653909"/>
            <a:ext cx="476964" cy="476964"/>
          </a:xfrm>
          <a:prstGeom prst="roundRect">
            <a:avLst>
              <a:gd name="adj" fmla="val 19169341"/>
            </a:avLst>
          </a:prstGeom>
          <a:solidFill>
            <a:srgbClr val="B88E23"/>
          </a:solidFill>
          <a:ln/>
        </p:spPr>
        <p:txBody>
          <a:bodyPr/>
          <a:lstStyle/>
          <a:p>
            <a:endParaRPr lang="en-IN"/>
          </a:p>
        </p:txBody>
      </p:sp>
      <p:sp>
        <p:nvSpPr>
          <p:cNvPr id="20" name="Text 18"/>
          <p:cNvSpPr/>
          <p:nvPr/>
        </p:nvSpPr>
        <p:spPr>
          <a:xfrm>
            <a:off x="7692271" y="3758208"/>
            <a:ext cx="214670" cy="268248"/>
          </a:xfrm>
          <a:prstGeom prst="rect">
            <a:avLst/>
          </a:prstGeom>
          <a:noFill/>
          <a:ln/>
        </p:spPr>
        <p:txBody>
          <a:bodyPr wrap="none" lIns="0" tIns="0" rIns="0" bIns="0" rtlCol="0" anchor="t"/>
          <a:lstStyle/>
          <a:p>
            <a:pPr marL="0" indent="0" algn="l">
              <a:lnSpc>
                <a:spcPts val="2700"/>
              </a:lnSpc>
              <a:buNone/>
            </a:pPr>
            <a:r>
              <a:rPr lang="en-US" sz="1650" dirty="0">
                <a:solidFill>
                  <a:srgbClr val="000000"/>
                </a:solidFill>
                <a:latin typeface="Libre Baskerville" pitchFamily="34" charset="0"/>
                <a:ea typeface="Libre Baskerville" pitchFamily="34" charset="-122"/>
                <a:cs typeface="Libre Baskerville" pitchFamily="34" charset="-120"/>
              </a:rPr>
              <a:t>4</a:t>
            </a:r>
            <a:endParaRPr lang="en-US" sz="1650" dirty="0"/>
          </a:p>
        </p:txBody>
      </p:sp>
      <p:sp>
        <p:nvSpPr>
          <p:cNvPr id="21" name="Text 19"/>
          <p:cNvSpPr/>
          <p:nvPr/>
        </p:nvSpPr>
        <p:spPr>
          <a:xfrm>
            <a:off x="7561183" y="4289822"/>
            <a:ext cx="3231594" cy="248483"/>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What documents are required?</a:t>
            </a:r>
            <a:endParaRPr lang="en-US" sz="1550" dirty="0"/>
          </a:p>
        </p:txBody>
      </p:sp>
      <p:sp>
        <p:nvSpPr>
          <p:cNvPr id="22" name="Text 20"/>
          <p:cNvSpPr/>
          <p:nvPr/>
        </p:nvSpPr>
        <p:spPr>
          <a:xfrm>
            <a:off x="7561183" y="4633674"/>
            <a:ext cx="6346150" cy="508873"/>
          </a:xfrm>
          <a:prstGeom prst="rect">
            <a:avLst/>
          </a:prstGeom>
          <a:noFill/>
          <a:ln/>
        </p:spPr>
        <p:txBody>
          <a:bodyPr wrap="squar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Original gift deed, identity proofs (donor, donee, witnesses), property documents (e.g., sale deed, property card), and Aadhaar cards of all parties.</a:t>
            </a:r>
            <a:endParaRPr lang="en-US" sz="1250" dirty="0"/>
          </a:p>
        </p:txBody>
      </p:sp>
      <p:sp>
        <p:nvSpPr>
          <p:cNvPr id="23" name="Shape 21"/>
          <p:cNvSpPr/>
          <p:nvPr/>
        </p:nvSpPr>
        <p:spPr>
          <a:xfrm>
            <a:off x="556498" y="5722501"/>
            <a:ext cx="6679168" cy="2076212"/>
          </a:xfrm>
          <a:prstGeom prst="roundRect">
            <a:avLst>
              <a:gd name="adj" fmla="val 3217"/>
            </a:avLst>
          </a:prstGeom>
          <a:solidFill>
            <a:srgbClr val="F7EDD4"/>
          </a:solidFill>
          <a:ln w="7620">
            <a:solidFill>
              <a:srgbClr val="DDD3BA"/>
            </a:solidFill>
            <a:prstDash val="solid"/>
          </a:ln>
        </p:spPr>
        <p:txBody>
          <a:bodyPr/>
          <a:lstStyle/>
          <a:p>
            <a:endParaRPr lang="en-IN"/>
          </a:p>
        </p:txBody>
      </p:sp>
      <p:sp>
        <p:nvSpPr>
          <p:cNvPr id="24" name="Shape 22"/>
          <p:cNvSpPr/>
          <p:nvPr/>
        </p:nvSpPr>
        <p:spPr>
          <a:xfrm>
            <a:off x="723067" y="5889069"/>
            <a:ext cx="476964" cy="476964"/>
          </a:xfrm>
          <a:prstGeom prst="roundRect">
            <a:avLst>
              <a:gd name="adj" fmla="val 19169341"/>
            </a:avLst>
          </a:prstGeom>
          <a:solidFill>
            <a:srgbClr val="B88E23"/>
          </a:solidFill>
          <a:ln/>
        </p:spPr>
        <p:txBody>
          <a:bodyPr/>
          <a:lstStyle/>
          <a:p>
            <a:endParaRPr lang="en-IN"/>
          </a:p>
        </p:txBody>
      </p:sp>
      <p:sp>
        <p:nvSpPr>
          <p:cNvPr id="25" name="Text 23"/>
          <p:cNvSpPr/>
          <p:nvPr/>
        </p:nvSpPr>
        <p:spPr>
          <a:xfrm>
            <a:off x="854154" y="5993368"/>
            <a:ext cx="214670" cy="268248"/>
          </a:xfrm>
          <a:prstGeom prst="rect">
            <a:avLst/>
          </a:prstGeom>
          <a:noFill/>
          <a:ln/>
        </p:spPr>
        <p:txBody>
          <a:bodyPr wrap="none" lIns="0" tIns="0" rIns="0" bIns="0" rtlCol="0" anchor="t"/>
          <a:lstStyle/>
          <a:p>
            <a:pPr marL="0" indent="0" algn="l">
              <a:lnSpc>
                <a:spcPts val="2700"/>
              </a:lnSpc>
              <a:buNone/>
            </a:pPr>
            <a:r>
              <a:rPr lang="en-US" sz="1650" dirty="0">
                <a:solidFill>
                  <a:srgbClr val="000000"/>
                </a:solidFill>
                <a:latin typeface="Libre Baskerville" pitchFamily="34" charset="0"/>
                <a:ea typeface="Libre Baskerville" pitchFamily="34" charset="-122"/>
                <a:cs typeface="Libre Baskerville" pitchFamily="34" charset="-120"/>
              </a:rPr>
              <a:t>5</a:t>
            </a:r>
            <a:endParaRPr lang="en-US" sz="1650" dirty="0"/>
          </a:p>
        </p:txBody>
      </p:sp>
      <p:sp>
        <p:nvSpPr>
          <p:cNvPr id="26" name="Text 24"/>
          <p:cNvSpPr/>
          <p:nvPr/>
        </p:nvSpPr>
        <p:spPr>
          <a:xfrm>
            <a:off x="723067" y="6524982"/>
            <a:ext cx="3119557" cy="248483"/>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How is stamp duty calculated?</a:t>
            </a:r>
            <a:endParaRPr lang="en-US" sz="1550" dirty="0"/>
          </a:p>
        </p:txBody>
      </p:sp>
      <p:sp>
        <p:nvSpPr>
          <p:cNvPr id="27" name="Text 25"/>
          <p:cNvSpPr/>
          <p:nvPr/>
        </p:nvSpPr>
        <p:spPr>
          <a:xfrm>
            <a:off x="723067" y="6868835"/>
            <a:ext cx="6346031" cy="508873"/>
          </a:xfrm>
          <a:prstGeom prst="rect">
            <a:avLst/>
          </a:prstGeom>
          <a:noFill/>
          <a:ln/>
        </p:spPr>
        <p:txBody>
          <a:bodyPr wrap="squar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Stamp duty varies by state, typically a percentage of the property's market value or stamp duty value, whichever is higher. It is usually paid by the donee.</a:t>
            </a:r>
            <a:endParaRPr lang="en-US" sz="1250" dirty="0"/>
          </a:p>
        </p:txBody>
      </p:sp>
      <p:sp>
        <p:nvSpPr>
          <p:cNvPr id="28" name="Shape 26"/>
          <p:cNvSpPr/>
          <p:nvPr/>
        </p:nvSpPr>
        <p:spPr>
          <a:xfrm>
            <a:off x="7394615" y="5722501"/>
            <a:ext cx="6679287" cy="2076212"/>
          </a:xfrm>
          <a:prstGeom prst="roundRect">
            <a:avLst>
              <a:gd name="adj" fmla="val 3217"/>
            </a:avLst>
          </a:prstGeom>
          <a:solidFill>
            <a:srgbClr val="F7EDD4"/>
          </a:solidFill>
          <a:ln w="7620">
            <a:solidFill>
              <a:srgbClr val="DDD3BA"/>
            </a:solidFill>
            <a:prstDash val="solid"/>
          </a:ln>
        </p:spPr>
        <p:txBody>
          <a:bodyPr/>
          <a:lstStyle/>
          <a:p>
            <a:endParaRPr lang="en-IN"/>
          </a:p>
        </p:txBody>
      </p:sp>
      <p:sp>
        <p:nvSpPr>
          <p:cNvPr id="29" name="Shape 27"/>
          <p:cNvSpPr/>
          <p:nvPr/>
        </p:nvSpPr>
        <p:spPr>
          <a:xfrm>
            <a:off x="7561183" y="5889069"/>
            <a:ext cx="476964" cy="476964"/>
          </a:xfrm>
          <a:prstGeom prst="roundRect">
            <a:avLst>
              <a:gd name="adj" fmla="val 19169341"/>
            </a:avLst>
          </a:prstGeom>
          <a:solidFill>
            <a:srgbClr val="B88E23"/>
          </a:solidFill>
          <a:ln/>
        </p:spPr>
        <p:txBody>
          <a:bodyPr/>
          <a:lstStyle/>
          <a:p>
            <a:endParaRPr lang="en-IN"/>
          </a:p>
        </p:txBody>
      </p:sp>
      <p:sp>
        <p:nvSpPr>
          <p:cNvPr id="30" name="Text 28"/>
          <p:cNvSpPr/>
          <p:nvPr/>
        </p:nvSpPr>
        <p:spPr>
          <a:xfrm>
            <a:off x="7692271" y="5993368"/>
            <a:ext cx="214670" cy="268248"/>
          </a:xfrm>
          <a:prstGeom prst="rect">
            <a:avLst/>
          </a:prstGeom>
          <a:noFill/>
          <a:ln/>
        </p:spPr>
        <p:txBody>
          <a:bodyPr wrap="none" lIns="0" tIns="0" rIns="0" bIns="0" rtlCol="0" anchor="t"/>
          <a:lstStyle/>
          <a:p>
            <a:pPr marL="0" indent="0" algn="l">
              <a:lnSpc>
                <a:spcPts val="2700"/>
              </a:lnSpc>
              <a:buNone/>
            </a:pPr>
            <a:r>
              <a:rPr lang="en-US" sz="1650" dirty="0">
                <a:solidFill>
                  <a:srgbClr val="000000"/>
                </a:solidFill>
                <a:latin typeface="Libre Baskerville" pitchFamily="34" charset="0"/>
                <a:ea typeface="Libre Baskerville" pitchFamily="34" charset="-122"/>
                <a:cs typeface="Libre Baskerville" pitchFamily="34" charset="-120"/>
              </a:rPr>
              <a:t>6</a:t>
            </a:r>
            <a:endParaRPr lang="en-US" sz="1650" dirty="0"/>
          </a:p>
        </p:txBody>
      </p:sp>
      <p:sp>
        <p:nvSpPr>
          <p:cNvPr id="31" name="Text 29"/>
          <p:cNvSpPr/>
          <p:nvPr/>
        </p:nvSpPr>
        <p:spPr>
          <a:xfrm>
            <a:off x="7561183" y="6524982"/>
            <a:ext cx="4331018" cy="248483"/>
          </a:xfrm>
          <a:prstGeom prst="rect">
            <a:avLst/>
          </a:prstGeom>
          <a:noFill/>
          <a:ln/>
        </p:spPr>
        <p:txBody>
          <a:bodyPr wrap="none" lIns="0" tIns="0" rIns="0" bIns="0" rtlCol="0" anchor="t"/>
          <a:lstStyle/>
          <a:p>
            <a:pPr marL="0" indent="0" algn="l">
              <a:lnSpc>
                <a:spcPts val="1950"/>
              </a:lnSpc>
              <a:buNone/>
            </a:pPr>
            <a:r>
              <a:rPr lang="en-US" sz="1550" b="1" dirty="0">
                <a:solidFill>
                  <a:srgbClr val="454240"/>
                </a:solidFill>
                <a:latin typeface="Libre Baskerville" pitchFamily="34" charset="0"/>
                <a:ea typeface="Libre Baskerville" pitchFamily="34" charset="-122"/>
                <a:cs typeface="Libre Baskerville" pitchFamily="34" charset="-120"/>
              </a:rPr>
              <a:t>Difference between a gift deed and a will?</a:t>
            </a:r>
            <a:endParaRPr lang="en-US" sz="1550" dirty="0"/>
          </a:p>
        </p:txBody>
      </p:sp>
      <p:sp>
        <p:nvSpPr>
          <p:cNvPr id="32" name="Text 30"/>
          <p:cNvSpPr/>
          <p:nvPr/>
        </p:nvSpPr>
        <p:spPr>
          <a:xfrm>
            <a:off x="7561183" y="6868835"/>
            <a:ext cx="6346150" cy="763310"/>
          </a:xfrm>
          <a:prstGeom prst="rect">
            <a:avLst/>
          </a:prstGeom>
          <a:noFill/>
          <a:ln/>
        </p:spPr>
        <p:txBody>
          <a:bodyPr wrap="squar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A gift deed transfers property immediately during the donor's lifetime and is generally irrevocable. A will takes effect only after the testator's death and can be revoked or modified anytime during their lifetime.</a:t>
            </a:r>
            <a:endParaRPr lang="en-US" sz="1250" dirty="0"/>
          </a:p>
        </p:txBody>
      </p:sp>
      <mc:AlternateContent xmlns:mc="http://schemas.openxmlformats.org/markup-compatibility/2006" xmlns:p14="http://schemas.microsoft.com/office/powerpoint/2010/main">
        <mc:Choice Requires="p14">
          <p:contentPart p14:bwMode="auto" r:id="rId3">
            <p14:nvContentPartPr>
              <p14:cNvPr id="34" name="Ink 33">
                <a:extLst>
                  <a:ext uri="{FF2B5EF4-FFF2-40B4-BE49-F238E27FC236}">
                    <a16:creationId xmlns:a16="http://schemas.microsoft.com/office/drawing/2014/main" id="{C9BF66B5-07FE-4F15-0694-B7E4BC1832E9}"/>
                  </a:ext>
                </a:extLst>
              </p14:cNvPr>
              <p14:cNvContentPartPr/>
              <p14:nvPr/>
            </p14:nvContentPartPr>
            <p14:xfrm>
              <a:off x="12901968" y="7872120"/>
              <a:ext cx="1513440" cy="19800"/>
            </p14:xfrm>
          </p:contentPart>
        </mc:Choice>
        <mc:Fallback xmlns="">
          <p:pic>
            <p:nvPicPr>
              <p:cNvPr id="34" name="Ink 33">
                <a:extLst>
                  <a:ext uri="{FF2B5EF4-FFF2-40B4-BE49-F238E27FC236}">
                    <a16:creationId xmlns:a16="http://schemas.microsoft.com/office/drawing/2014/main" id="{C9BF66B5-07FE-4F15-0694-B7E4BC1832E9}"/>
                  </a:ext>
                </a:extLst>
              </p:cNvPr>
              <p:cNvPicPr/>
              <p:nvPr/>
            </p:nvPicPr>
            <p:blipFill>
              <a:blip r:embed="rId4"/>
              <a:stretch>
                <a:fillRect/>
              </a:stretch>
            </p:blipFill>
            <p:spPr>
              <a:xfrm>
                <a:off x="12838968" y="7809480"/>
                <a:ext cx="16390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5" name="Ink 34">
                <a:extLst>
                  <a:ext uri="{FF2B5EF4-FFF2-40B4-BE49-F238E27FC236}">
                    <a16:creationId xmlns:a16="http://schemas.microsoft.com/office/drawing/2014/main" id="{CC0964A2-3E55-5701-20FC-B2ECF1E6587C}"/>
                  </a:ext>
                </a:extLst>
              </p14:cNvPr>
              <p14:cNvContentPartPr/>
              <p14:nvPr/>
            </p14:nvContentPartPr>
            <p14:xfrm>
              <a:off x="12794688" y="7945560"/>
              <a:ext cx="1710000" cy="202320"/>
            </p14:xfrm>
          </p:contentPart>
        </mc:Choice>
        <mc:Fallback xmlns="">
          <p:pic>
            <p:nvPicPr>
              <p:cNvPr id="35" name="Ink 34">
                <a:extLst>
                  <a:ext uri="{FF2B5EF4-FFF2-40B4-BE49-F238E27FC236}">
                    <a16:creationId xmlns:a16="http://schemas.microsoft.com/office/drawing/2014/main" id="{CC0964A2-3E55-5701-20FC-B2ECF1E6587C}"/>
                  </a:ext>
                </a:extLst>
              </p:cNvPr>
              <p:cNvPicPr/>
              <p:nvPr/>
            </p:nvPicPr>
            <p:blipFill>
              <a:blip r:embed="rId6"/>
              <a:stretch>
                <a:fillRect/>
              </a:stretch>
            </p:blipFill>
            <p:spPr>
              <a:xfrm>
                <a:off x="12732048" y="7882920"/>
                <a:ext cx="1835640" cy="327960"/>
              </a:xfrm>
              <a:prstGeom prst="rect">
                <a:avLst/>
              </a:prstGeom>
            </p:spPr>
          </p:pic>
        </mc:Fallback>
      </mc:AlternateContent>
      <p:sp>
        <p:nvSpPr>
          <p:cNvPr id="36" name="TextBox 35">
            <a:extLst>
              <a:ext uri="{FF2B5EF4-FFF2-40B4-BE49-F238E27FC236}">
                <a16:creationId xmlns:a16="http://schemas.microsoft.com/office/drawing/2014/main" id="{A2DDA43E-5E18-C1EB-EEA0-2290188F2E6C}"/>
              </a:ext>
            </a:extLst>
          </p:cNvPr>
          <p:cNvSpPr txBox="1"/>
          <p:nvPr/>
        </p:nvSpPr>
        <p:spPr>
          <a:xfrm>
            <a:off x="12014200" y="7806773"/>
            <a:ext cx="306070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408878"/>
            <a:ext cx="6470928" cy="708779"/>
          </a:xfrm>
          <a:prstGeom prst="rect">
            <a:avLst/>
          </a:prstGeom>
          <a:noFill/>
          <a:ln/>
        </p:spPr>
        <p:txBody>
          <a:bodyPr wrap="none" lIns="0" tIns="0" rIns="0" bIns="0" rtlCol="0" anchor="t"/>
          <a:lstStyle/>
          <a:p>
            <a:pPr marL="0" indent="0" algn="l">
              <a:lnSpc>
                <a:spcPts val="5550"/>
              </a:lnSpc>
              <a:buNone/>
            </a:pPr>
            <a:r>
              <a:rPr lang="en-US" sz="4450" b="1" dirty="0">
                <a:solidFill>
                  <a:srgbClr val="910D0D"/>
                </a:solidFill>
                <a:latin typeface="Libre Baskerville" pitchFamily="34" charset="0"/>
                <a:ea typeface="Libre Baskerville" pitchFamily="34" charset="-122"/>
                <a:cs typeface="Libre Baskerville" pitchFamily="34" charset="-120"/>
              </a:rPr>
              <a:t>Release Deed in India</a:t>
            </a:r>
            <a:endParaRPr lang="en-US" sz="4450" dirty="0"/>
          </a:p>
        </p:txBody>
      </p:sp>
      <p:sp>
        <p:nvSpPr>
          <p:cNvPr id="4" name="Text 1"/>
          <p:cNvSpPr/>
          <p:nvPr/>
        </p:nvSpPr>
        <p:spPr>
          <a:xfrm>
            <a:off x="793790" y="4457819"/>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Meaning, Uses, Process &amp; Benefits</a:t>
            </a:r>
            <a:endParaRPr lang="en-US" sz="1750" dirty="0"/>
          </a:p>
        </p:txBody>
      </p:sp>
      <p:sp>
        <p:nvSpPr>
          <p:cNvPr id="5" name="TextBox 4">
            <a:extLst>
              <a:ext uri="{FF2B5EF4-FFF2-40B4-BE49-F238E27FC236}">
                <a16:creationId xmlns:a16="http://schemas.microsoft.com/office/drawing/2014/main" id="{17384A3D-3620-6C98-FAE6-8E3D044B94F4}"/>
              </a:ext>
            </a:extLst>
          </p:cNvPr>
          <p:cNvSpPr txBox="1"/>
          <p:nvPr/>
        </p:nvSpPr>
        <p:spPr>
          <a:xfrm>
            <a:off x="12242800" y="7645400"/>
            <a:ext cx="238760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21638" y="566976"/>
            <a:ext cx="6460808" cy="644366"/>
          </a:xfrm>
          <a:prstGeom prst="rect">
            <a:avLst/>
          </a:prstGeom>
          <a:noFill/>
          <a:ln/>
        </p:spPr>
        <p:txBody>
          <a:bodyPr wrap="none" lIns="0" tIns="0" rIns="0" bIns="0" rtlCol="0" anchor="t"/>
          <a:lstStyle/>
          <a:p>
            <a:pPr marL="0" indent="0" algn="l">
              <a:lnSpc>
                <a:spcPts val="5050"/>
              </a:lnSpc>
              <a:buNone/>
            </a:pPr>
            <a:r>
              <a:rPr lang="en-US" sz="4050" b="1" dirty="0">
                <a:solidFill>
                  <a:srgbClr val="910D0D"/>
                </a:solidFill>
                <a:latin typeface="Libre Baskerville" pitchFamily="34" charset="0"/>
                <a:ea typeface="Libre Baskerville" pitchFamily="34" charset="-122"/>
                <a:cs typeface="Libre Baskerville" pitchFamily="34" charset="-120"/>
              </a:rPr>
              <a:t>What is a Release Deed?</a:t>
            </a:r>
            <a:endParaRPr lang="en-US" sz="4050" dirty="0"/>
          </a:p>
        </p:txBody>
      </p:sp>
      <p:sp>
        <p:nvSpPr>
          <p:cNvPr id="3" name="Text 1"/>
          <p:cNvSpPr/>
          <p:nvPr/>
        </p:nvSpPr>
        <p:spPr>
          <a:xfrm>
            <a:off x="721638" y="1706047"/>
            <a:ext cx="6342102" cy="659844"/>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454240"/>
                </a:solidFill>
                <a:latin typeface="DM Sans" pitchFamily="34" charset="0"/>
                <a:ea typeface="DM Sans" pitchFamily="34" charset="-122"/>
                <a:cs typeface="DM Sans" pitchFamily="34" charset="-120"/>
              </a:rPr>
              <a:t>A legal document where one person (Releasor) gives up their rights in a property in favour of another (Releasee).</a:t>
            </a:r>
            <a:endParaRPr lang="en-US" sz="1600" dirty="0"/>
          </a:p>
        </p:txBody>
      </p:sp>
      <p:sp>
        <p:nvSpPr>
          <p:cNvPr id="4" name="Text 2"/>
          <p:cNvSpPr/>
          <p:nvPr/>
        </p:nvSpPr>
        <p:spPr>
          <a:xfrm>
            <a:off x="721638" y="2438043"/>
            <a:ext cx="6342102" cy="659844"/>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454240"/>
                </a:solidFill>
                <a:latin typeface="DM Sans" pitchFamily="34" charset="0"/>
                <a:ea typeface="DM Sans" pitchFamily="34" charset="-122"/>
                <a:cs typeface="DM Sans" pitchFamily="34" charset="-120"/>
              </a:rPr>
              <a:t>Common in joint ownership, inherited property, and family settlements.</a:t>
            </a:r>
            <a:endParaRPr lang="en-US" sz="1600" dirty="0"/>
          </a:p>
        </p:txBody>
      </p:sp>
      <p:sp>
        <p:nvSpPr>
          <p:cNvPr id="5" name="Text 3"/>
          <p:cNvSpPr/>
          <p:nvPr/>
        </p:nvSpPr>
        <p:spPr>
          <a:xfrm>
            <a:off x="721638" y="3170039"/>
            <a:ext cx="6342102" cy="659844"/>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454240"/>
                </a:solidFill>
                <a:latin typeface="DM Sans" pitchFamily="34" charset="0"/>
                <a:ea typeface="DM Sans" pitchFamily="34" charset="-122"/>
                <a:cs typeface="DM Sans" pitchFamily="34" charset="-120"/>
              </a:rPr>
              <a:t>Transfers the releasor's share to the releasee, consolidating ownership.</a:t>
            </a:r>
            <a:endParaRPr lang="en-US" sz="1600" dirty="0"/>
          </a:p>
        </p:txBody>
      </p:sp>
      <p:sp>
        <p:nvSpPr>
          <p:cNvPr id="6" name="Text 4"/>
          <p:cNvSpPr/>
          <p:nvPr/>
        </p:nvSpPr>
        <p:spPr>
          <a:xfrm>
            <a:off x="721638" y="4035981"/>
            <a:ext cx="4018121" cy="386596"/>
          </a:xfrm>
          <a:prstGeom prst="rect">
            <a:avLst/>
          </a:prstGeom>
          <a:noFill/>
          <a:ln/>
        </p:spPr>
        <p:txBody>
          <a:bodyPr wrap="none" lIns="0" tIns="0" rIns="0" bIns="0" rtlCol="0" anchor="t"/>
          <a:lstStyle/>
          <a:p>
            <a:pPr marL="0" indent="0" algn="l">
              <a:lnSpc>
                <a:spcPts val="3000"/>
              </a:lnSpc>
              <a:buNone/>
            </a:pPr>
            <a:r>
              <a:rPr lang="en-US" sz="2400" b="1" dirty="0">
                <a:solidFill>
                  <a:srgbClr val="910D0D"/>
                </a:solidFill>
                <a:latin typeface="Libre Baskerville" pitchFamily="34" charset="0"/>
                <a:ea typeface="Libre Baskerville" pitchFamily="34" charset="-122"/>
                <a:cs typeface="Libre Baskerville" pitchFamily="34" charset="-120"/>
              </a:rPr>
              <a:t>Parties to a Release Deed</a:t>
            </a:r>
            <a:endParaRPr lang="en-US" sz="2400" dirty="0"/>
          </a:p>
        </p:txBody>
      </p:sp>
      <p:sp>
        <p:nvSpPr>
          <p:cNvPr id="7" name="Text 5"/>
          <p:cNvSpPr/>
          <p:nvPr/>
        </p:nvSpPr>
        <p:spPr>
          <a:xfrm>
            <a:off x="721638" y="4628674"/>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454240"/>
                </a:solidFill>
                <a:latin typeface="DM Sans" pitchFamily="34" charset="0"/>
                <a:ea typeface="DM Sans" pitchFamily="34" charset="-122"/>
                <a:cs typeface="DM Sans" pitchFamily="34" charset="-120"/>
              </a:rPr>
              <a:t>Releasor – Person relinquishing rights</a:t>
            </a:r>
            <a:endParaRPr lang="en-US" sz="1600" dirty="0"/>
          </a:p>
        </p:txBody>
      </p:sp>
      <p:sp>
        <p:nvSpPr>
          <p:cNvPr id="8" name="Text 6"/>
          <p:cNvSpPr/>
          <p:nvPr/>
        </p:nvSpPr>
        <p:spPr>
          <a:xfrm>
            <a:off x="721638" y="5030748"/>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454240"/>
                </a:solidFill>
                <a:latin typeface="DM Sans" pitchFamily="34" charset="0"/>
                <a:ea typeface="DM Sans" pitchFamily="34" charset="-122"/>
                <a:cs typeface="DM Sans" pitchFamily="34" charset="-120"/>
              </a:rPr>
              <a:t>Releasee – Person receiving the rights</a:t>
            </a:r>
            <a:endParaRPr lang="en-US" sz="1600" dirty="0"/>
          </a:p>
        </p:txBody>
      </p:sp>
      <p:pic>
        <p:nvPicPr>
          <p:cNvPr id="9" name="Image 0" descr="preencoded.png"/>
          <p:cNvPicPr>
            <a:picLocks noChangeAspect="1"/>
          </p:cNvPicPr>
          <p:nvPr/>
        </p:nvPicPr>
        <p:blipFill>
          <a:blip r:embed="rId3"/>
          <a:stretch>
            <a:fillRect/>
          </a:stretch>
        </p:blipFill>
        <p:spPr>
          <a:xfrm>
            <a:off x="7618793" y="1771316"/>
            <a:ext cx="6342102" cy="6342102"/>
          </a:xfrm>
          <a:prstGeom prst="rect">
            <a:avLst/>
          </a:prstGeom>
        </p:spPr>
      </p:pic>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81B737BB-5B30-E374-F1A1-39239D24C2EB}"/>
                  </a:ext>
                </a:extLst>
              </p14:cNvPr>
              <p14:cNvContentPartPr/>
              <p14:nvPr/>
            </p14:nvContentPartPr>
            <p14:xfrm>
              <a:off x="13992575" y="7772324"/>
              <a:ext cx="720" cy="265320"/>
            </p14:xfrm>
          </p:contentPart>
        </mc:Choice>
        <mc:Fallback xmlns="">
          <p:pic>
            <p:nvPicPr>
              <p:cNvPr id="12" name="Ink 11">
                <a:extLst>
                  <a:ext uri="{FF2B5EF4-FFF2-40B4-BE49-F238E27FC236}">
                    <a16:creationId xmlns:a16="http://schemas.microsoft.com/office/drawing/2014/main" id="{81B737BB-5B30-E374-F1A1-39239D24C2EB}"/>
                  </a:ext>
                </a:extLst>
              </p:cNvPr>
              <p:cNvPicPr/>
              <p:nvPr/>
            </p:nvPicPr>
            <p:blipFill>
              <a:blip r:embed="rId5"/>
              <a:stretch>
                <a:fillRect/>
              </a:stretch>
            </p:blipFill>
            <p:spPr>
              <a:xfrm>
                <a:off x="13867295" y="7709324"/>
                <a:ext cx="25200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A1E6CB27-C7DF-00EA-A1BC-53D32D51A0C0}"/>
                  </a:ext>
                </a:extLst>
              </p14:cNvPr>
              <p14:cNvContentPartPr/>
              <p14:nvPr/>
            </p14:nvContentPartPr>
            <p14:xfrm>
              <a:off x="14004455" y="7690244"/>
              <a:ext cx="388080" cy="455400"/>
            </p14:xfrm>
          </p:contentPart>
        </mc:Choice>
        <mc:Fallback xmlns="">
          <p:pic>
            <p:nvPicPr>
              <p:cNvPr id="13" name="Ink 12">
                <a:extLst>
                  <a:ext uri="{FF2B5EF4-FFF2-40B4-BE49-F238E27FC236}">
                    <a16:creationId xmlns:a16="http://schemas.microsoft.com/office/drawing/2014/main" id="{A1E6CB27-C7DF-00EA-A1BC-53D32D51A0C0}"/>
                  </a:ext>
                </a:extLst>
              </p:cNvPr>
              <p:cNvPicPr/>
              <p:nvPr/>
            </p:nvPicPr>
            <p:blipFill>
              <a:blip r:embed="rId7"/>
              <a:stretch>
                <a:fillRect/>
              </a:stretch>
            </p:blipFill>
            <p:spPr>
              <a:xfrm>
                <a:off x="13941455" y="7627604"/>
                <a:ext cx="513720" cy="581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37055531-C7E2-4A59-B6B9-042BE19646FD}"/>
                  </a:ext>
                </a:extLst>
              </p14:cNvPr>
              <p14:cNvContentPartPr/>
              <p14:nvPr/>
            </p14:nvContentPartPr>
            <p14:xfrm>
              <a:off x="14306855" y="7926139"/>
              <a:ext cx="20880" cy="135000"/>
            </p14:xfrm>
          </p:contentPart>
        </mc:Choice>
        <mc:Fallback xmlns="">
          <p:pic>
            <p:nvPicPr>
              <p:cNvPr id="17" name="Ink 16">
                <a:extLst>
                  <a:ext uri="{FF2B5EF4-FFF2-40B4-BE49-F238E27FC236}">
                    <a16:creationId xmlns:a16="http://schemas.microsoft.com/office/drawing/2014/main" id="{37055531-C7E2-4A59-B6B9-042BE19646FD}"/>
                  </a:ext>
                </a:extLst>
              </p:cNvPr>
              <p:cNvPicPr/>
              <p:nvPr/>
            </p:nvPicPr>
            <p:blipFill>
              <a:blip r:embed="rId9"/>
              <a:stretch>
                <a:fillRect/>
              </a:stretch>
            </p:blipFill>
            <p:spPr>
              <a:xfrm>
                <a:off x="14244215" y="7863139"/>
                <a:ext cx="146520" cy="260640"/>
              </a:xfrm>
              <a:prstGeom prst="rect">
                <a:avLst/>
              </a:prstGeom>
            </p:spPr>
          </p:pic>
        </mc:Fallback>
      </mc:AlternateContent>
      <p:grpSp>
        <p:nvGrpSpPr>
          <p:cNvPr id="20" name="Group 19">
            <a:extLst>
              <a:ext uri="{FF2B5EF4-FFF2-40B4-BE49-F238E27FC236}">
                <a16:creationId xmlns:a16="http://schemas.microsoft.com/office/drawing/2014/main" id="{DA8480C3-8D82-E089-6CA9-906E35DF31CF}"/>
              </a:ext>
            </a:extLst>
          </p:cNvPr>
          <p:cNvGrpSpPr/>
          <p:nvPr/>
        </p:nvGrpSpPr>
        <p:grpSpPr>
          <a:xfrm>
            <a:off x="14185175" y="7574059"/>
            <a:ext cx="277560" cy="439200"/>
            <a:chOff x="14185175" y="7574059"/>
            <a:chExt cx="277560" cy="439200"/>
          </a:xfrm>
        </p:grpSpPr>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8BD35207-54C9-1554-8FCA-C50BB9B69897}"/>
                    </a:ext>
                  </a:extLst>
                </p14:cNvPr>
                <p14:cNvContentPartPr/>
                <p14:nvPr/>
              </p14:nvContentPartPr>
              <p14:xfrm>
                <a:off x="14269055" y="7808419"/>
                <a:ext cx="360" cy="360"/>
              </p14:xfrm>
            </p:contentPart>
          </mc:Choice>
          <mc:Fallback xmlns="">
            <p:pic>
              <p:nvPicPr>
                <p:cNvPr id="14" name="Ink 13">
                  <a:extLst>
                    <a:ext uri="{FF2B5EF4-FFF2-40B4-BE49-F238E27FC236}">
                      <a16:creationId xmlns:a16="http://schemas.microsoft.com/office/drawing/2014/main" id="{8BD35207-54C9-1554-8FCA-C50BB9B69897}"/>
                    </a:ext>
                  </a:extLst>
                </p:cNvPr>
                <p:cNvPicPr/>
                <p:nvPr/>
              </p:nvPicPr>
              <p:blipFill>
                <a:blip r:embed="rId11"/>
                <a:stretch>
                  <a:fillRect/>
                </a:stretch>
              </p:blipFill>
              <p:spPr>
                <a:xfrm>
                  <a:off x="14206055" y="7745419"/>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D5783791-2D9D-F57E-07AA-E6879BD17C60}"/>
                    </a:ext>
                  </a:extLst>
                </p14:cNvPr>
                <p14:cNvContentPartPr/>
                <p14:nvPr/>
              </p14:nvContentPartPr>
              <p14:xfrm>
                <a:off x="14185175" y="7904539"/>
                <a:ext cx="360" cy="360"/>
              </p14:xfrm>
            </p:contentPart>
          </mc:Choice>
          <mc:Fallback xmlns="">
            <p:pic>
              <p:nvPicPr>
                <p:cNvPr id="15" name="Ink 14">
                  <a:extLst>
                    <a:ext uri="{FF2B5EF4-FFF2-40B4-BE49-F238E27FC236}">
                      <a16:creationId xmlns:a16="http://schemas.microsoft.com/office/drawing/2014/main" id="{D5783791-2D9D-F57E-07AA-E6879BD17C60}"/>
                    </a:ext>
                  </a:extLst>
                </p:cNvPr>
                <p:cNvPicPr/>
                <p:nvPr/>
              </p:nvPicPr>
              <p:blipFill>
                <a:blip r:embed="rId11"/>
                <a:stretch>
                  <a:fillRect/>
                </a:stretch>
              </p:blipFill>
              <p:spPr>
                <a:xfrm>
                  <a:off x="14122175" y="7841539"/>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644DB41F-E2F3-7DE0-A72C-94B906B7A010}"/>
                    </a:ext>
                  </a:extLst>
                </p14:cNvPr>
                <p14:cNvContentPartPr/>
                <p14:nvPr/>
              </p14:nvContentPartPr>
              <p14:xfrm>
                <a:off x="14301095" y="7574059"/>
                <a:ext cx="161640" cy="439200"/>
              </p14:xfrm>
            </p:contentPart>
          </mc:Choice>
          <mc:Fallback xmlns="">
            <p:pic>
              <p:nvPicPr>
                <p:cNvPr id="19" name="Ink 18">
                  <a:extLst>
                    <a:ext uri="{FF2B5EF4-FFF2-40B4-BE49-F238E27FC236}">
                      <a16:creationId xmlns:a16="http://schemas.microsoft.com/office/drawing/2014/main" id="{644DB41F-E2F3-7DE0-A72C-94B906B7A010}"/>
                    </a:ext>
                  </a:extLst>
                </p:cNvPr>
                <p:cNvPicPr/>
                <p:nvPr/>
              </p:nvPicPr>
              <p:blipFill>
                <a:blip r:embed="rId14"/>
                <a:stretch>
                  <a:fillRect/>
                </a:stretch>
              </p:blipFill>
              <p:spPr>
                <a:xfrm>
                  <a:off x="14238095" y="7511419"/>
                  <a:ext cx="287280" cy="564840"/>
                </a:xfrm>
                <a:prstGeom prst="rect">
                  <a:avLst/>
                </a:prstGeom>
              </p:spPr>
            </p:pic>
          </mc:Fallback>
        </mc:AlternateContent>
      </p:grpSp>
      <p:sp>
        <p:nvSpPr>
          <p:cNvPr id="21" name="TextBox 20">
            <a:extLst>
              <a:ext uri="{FF2B5EF4-FFF2-40B4-BE49-F238E27FC236}">
                <a16:creationId xmlns:a16="http://schemas.microsoft.com/office/drawing/2014/main" id="{B1EBC5DA-66B4-3206-313C-6DBAF3F8F1B7}"/>
              </a:ext>
            </a:extLst>
          </p:cNvPr>
          <p:cNvSpPr txBox="1"/>
          <p:nvPr/>
        </p:nvSpPr>
        <p:spPr>
          <a:xfrm>
            <a:off x="12014560" y="7822478"/>
            <a:ext cx="3090095"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646033"/>
            <a:ext cx="10143292" cy="708779"/>
          </a:xfrm>
          <a:prstGeom prst="rect">
            <a:avLst/>
          </a:prstGeom>
          <a:noFill/>
          <a:ln/>
        </p:spPr>
        <p:txBody>
          <a:bodyPr wrap="none" lIns="0" tIns="0" rIns="0" bIns="0" rtlCol="0" anchor="t"/>
          <a:lstStyle/>
          <a:p>
            <a:pPr marL="0" indent="0" algn="l">
              <a:lnSpc>
                <a:spcPts val="5550"/>
              </a:lnSpc>
              <a:buNone/>
            </a:pPr>
            <a:r>
              <a:rPr lang="en-US" sz="4450" b="1" dirty="0">
                <a:solidFill>
                  <a:srgbClr val="910D0D"/>
                </a:solidFill>
                <a:latin typeface="Libre Baskerville" pitchFamily="34" charset="0"/>
                <a:ea typeface="Libre Baskerville" pitchFamily="34" charset="-122"/>
                <a:cs typeface="Libre Baskerville" pitchFamily="34" charset="-120"/>
              </a:rPr>
              <a:t>Why is a Release Deed Important?</a:t>
            </a:r>
            <a:endParaRPr lang="en-US" sz="4450" dirty="0"/>
          </a:p>
        </p:txBody>
      </p:sp>
      <p:sp>
        <p:nvSpPr>
          <p:cNvPr id="3" name="Shape 1"/>
          <p:cNvSpPr/>
          <p:nvPr/>
        </p:nvSpPr>
        <p:spPr>
          <a:xfrm>
            <a:off x="793790" y="1808440"/>
            <a:ext cx="6407944" cy="2774156"/>
          </a:xfrm>
          <a:prstGeom prst="roundRect">
            <a:avLst>
              <a:gd name="adj" fmla="val 3434"/>
            </a:avLst>
          </a:prstGeom>
          <a:solidFill>
            <a:srgbClr val="FFFDFA"/>
          </a:solidFill>
          <a:ln w="30480">
            <a:solidFill>
              <a:srgbClr val="DDD3BA"/>
            </a:solidFill>
            <a:prstDash val="solid"/>
          </a:ln>
        </p:spPr>
        <p:txBody>
          <a:bodyPr/>
          <a:lstStyle/>
          <a:p>
            <a:endParaRPr lang="en-IN"/>
          </a:p>
        </p:txBody>
      </p:sp>
      <p:sp>
        <p:nvSpPr>
          <p:cNvPr id="4" name="Shape 2"/>
          <p:cNvSpPr/>
          <p:nvPr/>
        </p:nvSpPr>
        <p:spPr>
          <a:xfrm>
            <a:off x="824270" y="1838920"/>
            <a:ext cx="6346984" cy="680442"/>
          </a:xfrm>
          <a:prstGeom prst="roundRect">
            <a:avLst>
              <a:gd name="adj" fmla="val 8626"/>
            </a:avLst>
          </a:prstGeom>
          <a:solidFill>
            <a:srgbClr val="F7EDD4"/>
          </a:solidFill>
          <a:ln/>
        </p:spPr>
        <p:txBody>
          <a:bodyPr/>
          <a:lstStyle/>
          <a:p>
            <a:endParaRPr lang="en-IN"/>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27621" y="2005132"/>
            <a:ext cx="340162" cy="340162"/>
          </a:xfrm>
          <a:prstGeom prst="rect">
            <a:avLst/>
          </a:prstGeom>
        </p:spPr>
      </p:pic>
      <p:sp>
        <p:nvSpPr>
          <p:cNvPr id="6" name="Text 3"/>
          <p:cNvSpPr/>
          <p:nvPr/>
        </p:nvSpPr>
        <p:spPr>
          <a:xfrm>
            <a:off x="1051084" y="274617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Avoids Disputes</a:t>
            </a:r>
            <a:endParaRPr lang="en-US" sz="2200" dirty="0"/>
          </a:p>
        </p:txBody>
      </p:sp>
      <p:sp>
        <p:nvSpPr>
          <p:cNvPr id="7" name="Text 4"/>
          <p:cNvSpPr/>
          <p:nvPr/>
        </p:nvSpPr>
        <p:spPr>
          <a:xfrm>
            <a:off x="1051084" y="3236595"/>
            <a:ext cx="5893356" cy="1088708"/>
          </a:xfrm>
          <a:prstGeom prst="rect">
            <a:avLst/>
          </a:prstGeom>
          <a:noFill/>
          <a:ln/>
        </p:spPr>
        <p:txBody>
          <a:bodyPr wrap="squar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Formalises the relinquishment of rights, preventing future conflicts among co-owners or family members regarding property ownership.</a:t>
            </a:r>
            <a:endParaRPr lang="en-US" sz="1750" dirty="0"/>
          </a:p>
        </p:txBody>
      </p:sp>
      <p:sp>
        <p:nvSpPr>
          <p:cNvPr id="8" name="Shape 5"/>
          <p:cNvSpPr/>
          <p:nvPr/>
        </p:nvSpPr>
        <p:spPr>
          <a:xfrm>
            <a:off x="7428548" y="1808440"/>
            <a:ext cx="6408063" cy="2774156"/>
          </a:xfrm>
          <a:prstGeom prst="roundRect">
            <a:avLst>
              <a:gd name="adj" fmla="val 3434"/>
            </a:avLst>
          </a:prstGeom>
          <a:solidFill>
            <a:srgbClr val="FFFDFA"/>
          </a:solidFill>
          <a:ln w="30480">
            <a:solidFill>
              <a:srgbClr val="DDD3BA"/>
            </a:solidFill>
            <a:prstDash val="solid"/>
          </a:ln>
        </p:spPr>
        <p:txBody>
          <a:bodyPr/>
          <a:lstStyle/>
          <a:p>
            <a:endParaRPr lang="en-IN"/>
          </a:p>
        </p:txBody>
      </p:sp>
      <p:sp>
        <p:nvSpPr>
          <p:cNvPr id="9" name="Shape 6"/>
          <p:cNvSpPr/>
          <p:nvPr/>
        </p:nvSpPr>
        <p:spPr>
          <a:xfrm>
            <a:off x="7459027" y="1838920"/>
            <a:ext cx="6347103" cy="680442"/>
          </a:xfrm>
          <a:prstGeom prst="roundRect">
            <a:avLst>
              <a:gd name="adj" fmla="val 8626"/>
            </a:avLst>
          </a:prstGeom>
          <a:solidFill>
            <a:srgbClr val="F7EDD4"/>
          </a:solidFill>
          <a:ln/>
        </p:spPr>
        <p:txBody>
          <a:bodyPr/>
          <a:lstStyle/>
          <a:p>
            <a:endParaRPr lang="en-IN"/>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62498" y="2005132"/>
            <a:ext cx="340162" cy="340162"/>
          </a:xfrm>
          <a:prstGeom prst="rect">
            <a:avLst/>
          </a:prstGeom>
        </p:spPr>
      </p:pic>
      <p:sp>
        <p:nvSpPr>
          <p:cNvPr id="11" name="Text 7"/>
          <p:cNvSpPr/>
          <p:nvPr/>
        </p:nvSpPr>
        <p:spPr>
          <a:xfrm>
            <a:off x="7685842" y="2746177"/>
            <a:ext cx="3294221"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Provides Legal Clarity</a:t>
            </a:r>
            <a:endParaRPr lang="en-US" sz="2200" dirty="0"/>
          </a:p>
        </p:txBody>
      </p:sp>
      <p:sp>
        <p:nvSpPr>
          <p:cNvPr id="12" name="Text 8"/>
          <p:cNvSpPr/>
          <p:nvPr/>
        </p:nvSpPr>
        <p:spPr>
          <a:xfrm>
            <a:off x="7685842" y="3236595"/>
            <a:ext cx="5893475" cy="1088708"/>
          </a:xfrm>
          <a:prstGeom prst="rect">
            <a:avLst/>
          </a:prstGeom>
          <a:noFill/>
          <a:ln/>
        </p:spPr>
        <p:txBody>
          <a:bodyPr wrap="squar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Clearly defines the ownership structure after one party surrenders their share, establishing undeniable rights for the releasee.</a:t>
            </a:r>
            <a:endParaRPr lang="en-US" sz="1750" dirty="0"/>
          </a:p>
        </p:txBody>
      </p:sp>
      <p:sp>
        <p:nvSpPr>
          <p:cNvPr id="13" name="Shape 9"/>
          <p:cNvSpPr/>
          <p:nvPr/>
        </p:nvSpPr>
        <p:spPr>
          <a:xfrm>
            <a:off x="793790" y="4809411"/>
            <a:ext cx="6407944" cy="2774156"/>
          </a:xfrm>
          <a:prstGeom prst="roundRect">
            <a:avLst>
              <a:gd name="adj" fmla="val 3434"/>
            </a:avLst>
          </a:prstGeom>
          <a:solidFill>
            <a:srgbClr val="FFFDFA"/>
          </a:solidFill>
          <a:ln w="30480">
            <a:solidFill>
              <a:srgbClr val="DDD3BA"/>
            </a:solidFill>
            <a:prstDash val="solid"/>
          </a:ln>
        </p:spPr>
        <p:txBody>
          <a:bodyPr/>
          <a:lstStyle/>
          <a:p>
            <a:endParaRPr lang="en-IN"/>
          </a:p>
        </p:txBody>
      </p:sp>
      <p:sp>
        <p:nvSpPr>
          <p:cNvPr id="14" name="Shape 10"/>
          <p:cNvSpPr/>
          <p:nvPr/>
        </p:nvSpPr>
        <p:spPr>
          <a:xfrm>
            <a:off x="824270" y="4839891"/>
            <a:ext cx="6346984" cy="680442"/>
          </a:xfrm>
          <a:prstGeom prst="roundRect">
            <a:avLst>
              <a:gd name="adj" fmla="val 8626"/>
            </a:avLst>
          </a:prstGeom>
          <a:solidFill>
            <a:srgbClr val="F7EDD4"/>
          </a:solidFill>
          <a:ln/>
        </p:spPr>
        <p:txBody>
          <a:bodyPr/>
          <a:lstStyle/>
          <a:p>
            <a:endParaRPr lang="en-IN"/>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27621" y="5006102"/>
            <a:ext cx="340162" cy="340162"/>
          </a:xfrm>
          <a:prstGeom prst="rect">
            <a:avLst/>
          </a:prstGeom>
        </p:spPr>
      </p:pic>
      <p:sp>
        <p:nvSpPr>
          <p:cNvPr id="16" name="Text 11"/>
          <p:cNvSpPr/>
          <p:nvPr/>
        </p:nvSpPr>
        <p:spPr>
          <a:xfrm>
            <a:off x="1051084" y="574714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Smooth Transfer</a:t>
            </a:r>
            <a:endParaRPr lang="en-US" sz="2200" dirty="0"/>
          </a:p>
        </p:txBody>
      </p:sp>
      <p:sp>
        <p:nvSpPr>
          <p:cNvPr id="17" name="Text 12"/>
          <p:cNvSpPr/>
          <p:nvPr/>
        </p:nvSpPr>
        <p:spPr>
          <a:xfrm>
            <a:off x="1051084" y="6237565"/>
            <a:ext cx="5893356" cy="1088708"/>
          </a:xfrm>
          <a:prstGeom prst="rect">
            <a:avLst/>
          </a:prstGeom>
          <a:noFill/>
          <a:ln/>
        </p:spPr>
        <p:txBody>
          <a:bodyPr wrap="squar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Facilitates a straightforward transfer of property rights, especially in family settlements, without the complexities of a sale transaction.</a:t>
            </a:r>
            <a:endParaRPr lang="en-US" sz="1750" dirty="0"/>
          </a:p>
        </p:txBody>
      </p:sp>
      <p:sp>
        <p:nvSpPr>
          <p:cNvPr id="18" name="Shape 13"/>
          <p:cNvSpPr/>
          <p:nvPr/>
        </p:nvSpPr>
        <p:spPr>
          <a:xfrm>
            <a:off x="7428548" y="4809411"/>
            <a:ext cx="6408063" cy="2774156"/>
          </a:xfrm>
          <a:prstGeom prst="roundRect">
            <a:avLst>
              <a:gd name="adj" fmla="val 3434"/>
            </a:avLst>
          </a:prstGeom>
          <a:solidFill>
            <a:srgbClr val="FFFDFA"/>
          </a:solidFill>
          <a:ln w="30480">
            <a:solidFill>
              <a:srgbClr val="DDD3BA"/>
            </a:solidFill>
            <a:prstDash val="solid"/>
          </a:ln>
        </p:spPr>
        <p:txBody>
          <a:bodyPr/>
          <a:lstStyle/>
          <a:p>
            <a:endParaRPr lang="en-IN"/>
          </a:p>
        </p:txBody>
      </p:sp>
      <p:sp>
        <p:nvSpPr>
          <p:cNvPr id="19" name="Shape 14"/>
          <p:cNvSpPr/>
          <p:nvPr/>
        </p:nvSpPr>
        <p:spPr>
          <a:xfrm>
            <a:off x="7459027" y="4839891"/>
            <a:ext cx="6347103" cy="680442"/>
          </a:xfrm>
          <a:prstGeom prst="roundRect">
            <a:avLst>
              <a:gd name="adj" fmla="val 8626"/>
            </a:avLst>
          </a:prstGeom>
          <a:solidFill>
            <a:srgbClr val="F7EDD4"/>
          </a:solidFill>
          <a:ln/>
        </p:spPr>
        <p:txBody>
          <a:bodyPr/>
          <a:lstStyle/>
          <a:p>
            <a:endParaRPr lang="en-IN"/>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62498" y="5006102"/>
            <a:ext cx="340162" cy="340162"/>
          </a:xfrm>
          <a:prstGeom prst="rect">
            <a:avLst/>
          </a:prstGeom>
        </p:spPr>
      </p:pic>
      <p:sp>
        <p:nvSpPr>
          <p:cNvPr id="21" name="Text 15"/>
          <p:cNvSpPr/>
          <p:nvPr/>
        </p:nvSpPr>
        <p:spPr>
          <a:xfrm>
            <a:off x="7685842" y="5747147"/>
            <a:ext cx="3109436" cy="354330"/>
          </a:xfrm>
          <a:prstGeom prst="rect">
            <a:avLst/>
          </a:prstGeom>
          <a:noFill/>
          <a:ln/>
        </p:spPr>
        <p:txBody>
          <a:bodyPr wrap="none" lIns="0" tIns="0" rIns="0" bIns="0" rtlCol="0" anchor="t"/>
          <a:lstStyle/>
          <a:p>
            <a:pPr marL="0" indent="0" algn="l">
              <a:lnSpc>
                <a:spcPts val="2750"/>
              </a:lnSpc>
              <a:buNone/>
            </a:pPr>
            <a:r>
              <a:rPr lang="en-US" sz="2200" b="1" dirty="0">
                <a:solidFill>
                  <a:srgbClr val="454240"/>
                </a:solidFill>
                <a:latin typeface="Libre Baskerville" pitchFamily="34" charset="0"/>
                <a:ea typeface="Libre Baskerville" pitchFamily="34" charset="-122"/>
                <a:cs typeface="Libre Baskerville" pitchFamily="34" charset="-120"/>
              </a:rPr>
              <a:t>Co-owner Surrender</a:t>
            </a:r>
            <a:endParaRPr lang="en-US" sz="2200" dirty="0"/>
          </a:p>
        </p:txBody>
      </p:sp>
      <p:sp>
        <p:nvSpPr>
          <p:cNvPr id="22" name="Text 16"/>
          <p:cNvSpPr/>
          <p:nvPr/>
        </p:nvSpPr>
        <p:spPr>
          <a:xfrm>
            <a:off x="7685842" y="6237565"/>
            <a:ext cx="5893475" cy="1088708"/>
          </a:xfrm>
          <a:prstGeom prst="rect">
            <a:avLst/>
          </a:prstGeom>
          <a:noFill/>
          <a:ln/>
        </p:spPr>
        <p:txBody>
          <a:bodyPr wrap="squar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An ideal mechanism when a co-owner voluntarily surrenders their share, consolidating ownership effectively and legally.</a:t>
            </a:r>
            <a:endParaRPr lang="en-US" sz="1750" dirty="0"/>
          </a:p>
        </p:txBody>
      </p:sp>
      <mc:AlternateContent xmlns:mc="http://schemas.openxmlformats.org/markup-compatibility/2006" xmlns:p14="http://schemas.microsoft.com/office/powerpoint/2010/main">
        <mc:Choice Requires="p14">
          <p:contentPart p14:bwMode="auto" r:id="rId11">
            <p14:nvContentPartPr>
              <p14:cNvPr id="25" name="Ink 24">
                <a:extLst>
                  <a:ext uri="{FF2B5EF4-FFF2-40B4-BE49-F238E27FC236}">
                    <a16:creationId xmlns:a16="http://schemas.microsoft.com/office/drawing/2014/main" id="{9C6757B7-7F42-D65E-90A8-9FF3940832C0}"/>
                  </a:ext>
                </a:extLst>
              </p14:cNvPr>
              <p14:cNvContentPartPr/>
              <p14:nvPr/>
            </p14:nvContentPartPr>
            <p14:xfrm>
              <a:off x="12537095" y="7840724"/>
              <a:ext cx="1920960" cy="124200"/>
            </p14:xfrm>
          </p:contentPart>
        </mc:Choice>
        <mc:Fallback xmlns="">
          <p:pic>
            <p:nvPicPr>
              <p:cNvPr id="25" name="Ink 24">
                <a:extLst>
                  <a:ext uri="{FF2B5EF4-FFF2-40B4-BE49-F238E27FC236}">
                    <a16:creationId xmlns:a16="http://schemas.microsoft.com/office/drawing/2014/main" id="{9C6757B7-7F42-D65E-90A8-9FF3940832C0}"/>
                  </a:ext>
                </a:extLst>
              </p:cNvPr>
              <p:cNvPicPr/>
              <p:nvPr/>
            </p:nvPicPr>
            <p:blipFill>
              <a:blip r:embed="rId12"/>
              <a:stretch>
                <a:fillRect/>
              </a:stretch>
            </p:blipFill>
            <p:spPr>
              <a:xfrm>
                <a:off x="12474095" y="7778084"/>
                <a:ext cx="204660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7" name="Ink 26">
                <a:extLst>
                  <a:ext uri="{FF2B5EF4-FFF2-40B4-BE49-F238E27FC236}">
                    <a16:creationId xmlns:a16="http://schemas.microsoft.com/office/drawing/2014/main" id="{DB2A6840-D9E8-63C6-8031-32B96E228E0E}"/>
                  </a:ext>
                </a:extLst>
              </p14:cNvPr>
              <p14:cNvContentPartPr/>
              <p14:nvPr/>
            </p14:nvContentPartPr>
            <p14:xfrm>
              <a:off x="12909335" y="7866284"/>
              <a:ext cx="1479600" cy="178920"/>
            </p14:xfrm>
          </p:contentPart>
        </mc:Choice>
        <mc:Fallback xmlns="">
          <p:pic>
            <p:nvPicPr>
              <p:cNvPr id="27" name="Ink 26">
                <a:extLst>
                  <a:ext uri="{FF2B5EF4-FFF2-40B4-BE49-F238E27FC236}">
                    <a16:creationId xmlns:a16="http://schemas.microsoft.com/office/drawing/2014/main" id="{DB2A6840-D9E8-63C6-8031-32B96E228E0E}"/>
                  </a:ext>
                </a:extLst>
              </p:cNvPr>
              <p:cNvPicPr/>
              <p:nvPr/>
            </p:nvPicPr>
            <p:blipFill>
              <a:blip r:embed="rId14"/>
              <a:stretch>
                <a:fillRect/>
              </a:stretch>
            </p:blipFill>
            <p:spPr>
              <a:xfrm>
                <a:off x="12846335" y="7803284"/>
                <a:ext cx="1605240" cy="304560"/>
              </a:xfrm>
              <a:prstGeom prst="rect">
                <a:avLst/>
              </a:prstGeom>
            </p:spPr>
          </p:pic>
        </mc:Fallback>
      </mc:AlternateContent>
      <p:grpSp>
        <p:nvGrpSpPr>
          <p:cNvPr id="30" name="Group 29">
            <a:extLst>
              <a:ext uri="{FF2B5EF4-FFF2-40B4-BE49-F238E27FC236}">
                <a16:creationId xmlns:a16="http://schemas.microsoft.com/office/drawing/2014/main" id="{A591D11F-DABB-EEB7-5FF8-C4B92FBB57C1}"/>
              </a:ext>
            </a:extLst>
          </p:cNvPr>
          <p:cNvGrpSpPr/>
          <p:nvPr/>
        </p:nvGrpSpPr>
        <p:grpSpPr>
          <a:xfrm>
            <a:off x="12786215" y="7831364"/>
            <a:ext cx="1585080" cy="230400"/>
            <a:chOff x="12786215" y="7831364"/>
            <a:chExt cx="1585080" cy="230400"/>
          </a:xfrm>
        </p:grpSpPr>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0155CD5F-910D-8ACC-A5EC-070F314250B1}"/>
                    </a:ext>
                  </a:extLst>
                </p14:cNvPr>
                <p14:cNvContentPartPr/>
                <p14:nvPr/>
              </p14:nvContentPartPr>
              <p14:xfrm>
                <a:off x="12970175" y="7831364"/>
                <a:ext cx="1381680" cy="13320"/>
              </p14:xfrm>
            </p:contentPart>
          </mc:Choice>
          <mc:Fallback xmlns="">
            <p:pic>
              <p:nvPicPr>
                <p:cNvPr id="23" name="Ink 22">
                  <a:extLst>
                    <a:ext uri="{FF2B5EF4-FFF2-40B4-BE49-F238E27FC236}">
                      <a16:creationId xmlns:a16="http://schemas.microsoft.com/office/drawing/2014/main" id="{0155CD5F-910D-8ACC-A5EC-070F314250B1}"/>
                    </a:ext>
                  </a:extLst>
                </p:cNvPr>
                <p:cNvPicPr/>
                <p:nvPr/>
              </p:nvPicPr>
              <p:blipFill>
                <a:blip r:embed="rId16"/>
                <a:stretch>
                  <a:fillRect/>
                </a:stretch>
              </p:blipFill>
              <p:spPr>
                <a:xfrm>
                  <a:off x="12907535" y="7768724"/>
                  <a:ext cx="15073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4" name="Ink 23">
                  <a:extLst>
                    <a:ext uri="{FF2B5EF4-FFF2-40B4-BE49-F238E27FC236}">
                      <a16:creationId xmlns:a16="http://schemas.microsoft.com/office/drawing/2014/main" id="{3D96C7B4-CBC2-2694-166F-7C70A249CB84}"/>
                    </a:ext>
                  </a:extLst>
                </p14:cNvPr>
                <p14:cNvContentPartPr/>
                <p14:nvPr/>
              </p14:nvContentPartPr>
              <p14:xfrm>
                <a:off x="12885575" y="7891124"/>
                <a:ext cx="1485720" cy="25920"/>
              </p14:xfrm>
            </p:contentPart>
          </mc:Choice>
          <mc:Fallback xmlns="">
            <p:pic>
              <p:nvPicPr>
                <p:cNvPr id="24" name="Ink 23">
                  <a:extLst>
                    <a:ext uri="{FF2B5EF4-FFF2-40B4-BE49-F238E27FC236}">
                      <a16:creationId xmlns:a16="http://schemas.microsoft.com/office/drawing/2014/main" id="{3D96C7B4-CBC2-2694-166F-7C70A249CB84}"/>
                    </a:ext>
                  </a:extLst>
                </p:cNvPr>
                <p:cNvPicPr/>
                <p:nvPr/>
              </p:nvPicPr>
              <p:blipFill>
                <a:blip r:embed="rId18"/>
                <a:stretch>
                  <a:fillRect/>
                </a:stretch>
              </p:blipFill>
              <p:spPr>
                <a:xfrm>
                  <a:off x="12822935" y="7828484"/>
                  <a:ext cx="16113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9" name="Ink 28">
                  <a:extLst>
                    <a:ext uri="{FF2B5EF4-FFF2-40B4-BE49-F238E27FC236}">
                      <a16:creationId xmlns:a16="http://schemas.microsoft.com/office/drawing/2014/main" id="{BE58DED2-98A2-9EF8-D0B3-B588EF28B927}"/>
                    </a:ext>
                  </a:extLst>
                </p14:cNvPr>
                <p14:cNvContentPartPr/>
                <p14:nvPr/>
              </p14:nvContentPartPr>
              <p14:xfrm>
                <a:off x="12786215" y="7927124"/>
                <a:ext cx="1527840" cy="134640"/>
              </p14:xfrm>
            </p:contentPart>
          </mc:Choice>
          <mc:Fallback xmlns="">
            <p:pic>
              <p:nvPicPr>
                <p:cNvPr id="29" name="Ink 28">
                  <a:extLst>
                    <a:ext uri="{FF2B5EF4-FFF2-40B4-BE49-F238E27FC236}">
                      <a16:creationId xmlns:a16="http://schemas.microsoft.com/office/drawing/2014/main" id="{BE58DED2-98A2-9EF8-D0B3-B588EF28B927}"/>
                    </a:ext>
                  </a:extLst>
                </p:cNvPr>
                <p:cNvPicPr/>
                <p:nvPr/>
              </p:nvPicPr>
              <p:blipFill>
                <a:blip r:embed="rId20"/>
                <a:stretch>
                  <a:fillRect/>
                </a:stretch>
              </p:blipFill>
              <p:spPr>
                <a:xfrm>
                  <a:off x="12723575" y="7864124"/>
                  <a:ext cx="1653480" cy="260280"/>
                </a:xfrm>
                <a:prstGeom prst="rect">
                  <a:avLst/>
                </a:prstGeom>
              </p:spPr>
            </p:pic>
          </mc:Fallback>
        </mc:AlternateContent>
      </p:grpSp>
      <p:sp>
        <p:nvSpPr>
          <p:cNvPr id="31" name="TextBox 30">
            <a:extLst>
              <a:ext uri="{FF2B5EF4-FFF2-40B4-BE49-F238E27FC236}">
                <a16:creationId xmlns:a16="http://schemas.microsoft.com/office/drawing/2014/main" id="{2F62F02A-3F36-179A-EB6B-3B2607537C77}"/>
              </a:ext>
            </a:extLst>
          </p:cNvPr>
          <p:cNvSpPr txBox="1"/>
          <p:nvPr/>
        </p:nvSpPr>
        <p:spPr>
          <a:xfrm>
            <a:off x="11950700" y="7831364"/>
            <a:ext cx="267970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9369" y="562570"/>
            <a:ext cx="9655493" cy="597694"/>
          </a:xfrm>
          <a:prstGeom prst="rect">
            <a:avLst/>
          </a:prstGeom>
          <a:noFill/>
          <a:ln/>
        </p:spPr>
        <p:txBody>
          <a:bodyPr wrap="none" lIns="0" tIns="0" rIns="0" bIns="0" rtlCol="0" anchor="t"/>
          <a:lstStyle/>
          <a:p>
            <a:pPr marL="0" indent="0" algn="l">
              <a:lnSpc>
                <a:spcPts val="4700"/>
              </a:lnSpc>
              <a:buNone/>
            </a:pPr>
            <a:r>
              <a:rPr lang="en-US" sz="3750" b="1" dirty="0">
                <a:solidFill>
                  <a:srgbClr val="910D0D"/>
                </a:solidFill>
                <a:latin typeface="Libre Baskerville" pitchFamily="34" charset="0"/>
                <a:ea typeface="Libre Baskerville" pitchFamily="34" charset="-122"/>
                <a:cs typeface="Libre Baskerville" pitchFamily="34" charset="-120"/>
              </a:rPr>
              <a:t>Release Deed vs Relinquishment Deed</a:t>
            </a:r>
            <a:endParaRPr lang="en-US" sz="3750" dirty="0"/>
          </a:p>
        </p:txBody>
      </p:sp>
      <p:sp>
        <p:nvSpPr>
          <p:cNvPr id="3" name="Text 1"/>
          <p:cNvSpPr/>
          <p:nvPr/>
        </p:nvSpPr>
        <p:spPr>
          <a:xfrm>
            <a:off x="669369" y="1447086"/>
            <a:ext cx="13291661" cy="305872"/>
          </a:xfrm>
          <a:prstGeom prst="rect">
            <a:avLst/>
          </a:prstGeom>
          <a:noFill/>
          <a:ln/>
        </p:spPr>
        <p:txBody>
          <a:bodyPr wrap="non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Understanding the distinctions between a Release Deed and a Relinquishment Deed is crucial for proper property transfer in India.</a:t>
            </a:r>
            <a:endParaRPr lang="en-US" sz="1500" dirty="0"/>
          </a:p>
        </p:txBody>
      </p:sp>
      <p:sp>
        <p:nvSpPr>
          <p:cNvPr id="4" name="Shape 2"/>
          <p:cNvSpPr/>
          <p:nvPr/>
        </p:nvSpPr>
        <p:spPr>
          <a:xfrm>
            <a:off x="669369" y="1968103"/>
            <a:ext cx="13291661" cy="2168485"/>
          </a:xfrm>
          <a:prstGeom prst="roundRect">
            <a:avLst>
              <a:gd name="adj" fmla="val 3705"/>
            </a:avLst>
          </a:prstGeom>
          <a:solidFill>
            <a:srgbClr val="F7EDD4"/>
          </a:solidFill>
          <a:ln w="7620">
            <a:solidFill>
              <a:srgbClr val="DDD3BA"/>
            </a:solidFill>
            <a:prstDash val="solid"/>
          </a:ln>
        </p:spPr>
        <p:txBody>
          <a:bodyPr/>
          <a:lstStyle/>
          <a:p>
            <a:endParaRPr lang="en-IN"/>
          </a:p>
        </p:txBody>
      </p:sp>
      <p:sp>
        <p:nvSpPr>
          <p:cNvPr id="5" name="Shape 3"/>
          <p:cNvSpPr/>
          <p:nvPr/>
        </p:nvSpPr>
        <p:spPr>
          <a:xfrm>
            <a:off x="676989" y="1975723"/>
            <a:ext cx="6638211" cy="2153245"/>
          </a:xfrm>
          <a:prstGeom prst="roundRect">
            <a:avLst>
              <a:gd name="adj" fmla="val 3731"/>
            </a:avLst>
          </a:prstGeom>
          <a:solidFill>
            <a:srgbClr val="F7EDD4"/>
          </a:solidFill>
          <a:ln/>
        </p:spPr>
        <p:txBody>
          <a:bodyPr/>
          <a:lstStyle/>
          <a:p>
            <a:endParaRPr lang="en-IN"/>
          </a:p>
        </p:txBody>
      </p:sp>
      <p:sp>
        <p:nvSpPr>
          <p:cNvPr id="6" name="Text 4"/>
          <p:cNvSpPr/>
          <p:nvPr/>
        </p:nvSpPr>
        <p:spPr>
          <a:xfrm>
            <a:off x="868204" y="2166938"/>
            <a:ext cx="2390894" cy="298847"/>
          </a:xfrm>
          <a:prstGeom prst="rect">
            <a:avLst/>
          </a:prstGeom>
          <a:noFill/>
          <a:ln/>
        </p:spPr>
        <p:txBody>
          <a:bodyPr wrap="none" lIns="0" tIns="0" rIns="0" bIns="0" rtlCol="0" anchor="t"/>
          <a:lstStyle/>
          <a:p>
            <a:pPr marL="0" indent="0" algn="l">
              <a:lnSpc>
                <a:spcPts val="2350"/>
              </a:lnSpc>
              <a:buNone/>
            </a:pPr>
            <a:r>
              <a:rPr lang="en-US" sz="1850" b="1" dirty="0">
                <a:solidFill>
                  <a:srgbClr val="454240"/>
                </a:solidFill>
                <a:latin typeface="Libre Baskerville" pitchFamily="34" charset="0"/>
                <a:ea typeface="Libre Baskerville" pitchFamily="34" charset="-122"/>
                <a:cs typeface="Libre Baskerville" pitchFamily="34" charset="-120"/>
              </a:rPr>
              <a:t>Release Deed</a:t>
            </a:r>
            <a:endParaRPr lang="en-US" sz="1850" dirty="0"/>
          </a:p>
        </p:txBody>
      </p:sp>
      <p:sp>
        <p:nvSpPr>
          <p:cNvPr id="7" name="Text 5"/>
          <p:cNvSpPr/>
          <p:nvPr/>
        </p:nvSpPr>
        <p:spPr>
          <a:xfrm>
            <a:off x="868204" y="2580442"/>
            <a:ext cx="6255782" cy="305872"/>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454240"/>
                </a:solidFill>
                <a:latin typeface="DM Sans" pitchFamily="34" charset="0"/>
                <a:ea typeface="DM Sans" pitchFamily="34" charset="-122"/>
                <a:cs typeface="DM Sans" pitchFamily="34" charset="-120"/>
              </a:rPr>
              <a:t>Between co-owners or family members.</a:t>
            </a:r>
            <a:endParaRPr lang="en-US" sz="1500" dirty="0"/>
          </a:p>
        </p:txBody>
      </p:sp>
      <p:sp>
        <p:nvSpPr>
          <p:cNvPr id="8" name="Text 6"/>
          <p:cNvSpPr/>
          <p:nvPr/>
        </p:nvSpPr>
        <p:spPr>
          <a:xfrm>
            <a:off x="868204" y="2953226"/>
            <a:ext cx="6255782" cy="305872"/>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454240"/>
                </a:solidFill>
                <a:latin typeface="DM Sans" pitchFamily="34" charset="0"/>
                <a:ea typeface="DM Sans" pitchFamily="34" charset="-122"/>
                <a:cs typeface="DM Sans" pitchFamily="34" charset="-120"/>
              </a:rPr>
              <a:t>May involve monetary consideration.</a:t>
            </a:r>
            <a:endParaRPr lang="en-US" sz="1500" dirty="0"/>
          </a:p>
        </p:txBody>
      </p:sp>
      <p:sp>
        <p:nvSpPr>
          <p:cNvPr id="9" name="Text 7"/>
          <p:cNvSpPr/>
          <p:nvPr/>
        </p:nvSpPr>
        <p:spPr>
          <a:xfrm>
            <a:off x="868204" y="3326011"/>
            <a:ext cx="6255782" cy="611743"/>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454240"/>
                </a:solidFill>
                <a:latin typeface="DM Sans" pitchFamily="34" charset="0"/>
                <a:ea typeface="DM Sans" pitchFamily="34" charset="-122"/>
                <a:cs typeface="DM Sans" pitchFamily="34" charset="-120"/>
              </a:rPr>
              <a:t>Transfers existing rights to another co-owner or family member.</a:t>
            </a:r>
            <a:endParaRPr lang="en-US" sz="1500" dirty="0"/>
          </a:p>
        </p:txBody>
      </p:sp>
      <p:sp>
        <p:nvSpPr>
          <p:cNvPr id="10" name="Shape 8"/>
          <p:cNvSpPr/>
          <p:nvPr/>
        </p:nvSpPr>
        <p:spPr>
          <a:xfrm>
            <a:off x="7315200" y="1975723"/>
            <a:ext cx="6638211" cy="2153245"/>
          </a:xfrm>
          <a:prstGeom prst="rect">
            <a:avLst/>
          </a:prstGeom>
          <a:solidFill>
            <a:srgbClr val="F7EDD4"/>
          </a:solidFill>
          <a:ln/>
        </p:spPr>
        <p:txBody>
          <a:bodyPr/>
          <a:lstStyle/>
          <a:p>
            <a:endParaRPr lang="en-IN"/>
          </a:p>
        </p:txBody>
      </p:sp>
      <p:sp>
        <p:nvSpPr>
          <p:cNvPr id="11" name="Shape 9"/>
          <p:cNvSpPr/>
          <p:nvPr/>
        </p:nvSpPr>
        <p:spPr>
          <a:xfrm>
            <a:off x="7315200" y="1975723"/>
            <a:ext cx="22860" cy="2153245"/>
          </a:xfrm>
          <a:prstGeom prst="roundRect">
            <a:avLst>
              <a:gd name="adj" fmla="val 351419"/>
            </a:avLst>
          </a:prstGeom>
          <a:solidFill>
            <a:srgbClr val="DDD3BA"/>
          </a:solidFill>
          <a:ln/>
        </p:spPr>
        <p:txBody>
          <a:bodyPr/>
          <a:lstStyle/>
          <a:p>
            <a:endParaRPr lang="en-IN"/>
          </a:p>
        </p:txBody>
      </p:sp>
      <p:sp>
        <p:nvSpPr>
          <p:cNvPr id="12" name="Text 10"/>
          <p:cNvSpPr/>
          <p:nvPr/>
        </p:nvSpPr>
        <p:spPr>
          <a:xfrm>
            <a:off x="7506414" y="2166938"/>
            <a:ext cx="2774394" cy="298847"/>
          </a:xfrm>
          <a:prstGeom prst="rect">
            <a:avLst/>
          </a:prstGeom>
          <a:noFill/>
          <a:ln/>
        </p:spPr>
        <p:txBody>
          <a:bodyPr wrap="none" lIns="0" tIns="0" rIns="0" bIns="0" rtlCol="0" anchor="t"/>
          <a:lstStyle/>
          <a:p>
            <a:pPr marL="0" indent="0" algn="l">
              <a:lnSpc>
                <a:spcPts val="2350"/>
              </a:lnSpc>
              <a:buNone/>
            </a:pPr>
            <a:r>
              <a:rPr lang="en-US" sz="1850" b="1" dirty="0">
                <a:solidFill>
                  <a:srgbClr val="454240"/>
                </a:solidFill>
                <a:latin typeface="Libre Baskerville" pitchFamily="34" charset="0"/>
                <a:ea typeface="Libre Baskerville" pitchFamily="34" charset="-122"/>
                <a:cs typeface="Libre Baskerville" pitchFamily="34" charset="-120"/>
              </a:rPr>
              <a:t>Relinquishment Deed</a:t>
            </a:r>
            <a:endParaRPr lang="en-US" sz="1850" dirty="0"/>
          </a:p>
        </p:txBody>
      </p:sp>
      <p:sp>
        <p:nvSpPr>
          <p:cNvPr id="13" name="Text 11"/>
          <p:cNvSpPr/>
          <p:nvPr/>
        </p:nvSpPr>
        <p:spPr>
          <a:xfrm>
            <a:off x="7506414" y="2580442"/>
            <a:ext cx="6255782" cy="305872"/>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454240"/>
                </a:solidFill>
                <a:latin typeface="DM Sans" pitchFamily="34" charset="0"/>
                <a:ea typeface="DM Sans" pitchFamily="34" charset="-122"/>
                <a:cs typeface="DM Sans" pitchFamily="34" charset="-120"/>
              </a:rPr>
              <a:t>Only among legal heirs regarding inherited property.</a:t>
            </a:r>
            <a:endParaRPr lang="en-US" sz="1500" dirty="0"/>
          </a:p>
        </p:txBody>
      </p:sp>
      <p:sp>
        <p:nvSpPr>
          <p:cNvPr id="14" name="Text 12"/>
          <p:cNvSpPr/>
          <p:nvPr/>
        </p:nvSpPr>
        <p:spPr>
          <a:xfrm>
            <a:off x="7506414" y="2953226"/>
            <a:ext cx="6255782" cy="305872"/>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454240"/>
                </a:solidFill>
                <a:latin typeface="DM Sans" pitchFamily="34" charset="0"/>
                <a:ea typeface="DM Sans" pitchFamily="34" charset="-122"/>
                <a:cs typeface="DM Sans" pitchFamily="34" charset="-120"/>
              </a:rPr>
              <a:t>Usually executed without any monetary consideration.</a:t>
            </a:r>
            <a:endParaRPr lang="en-US" sz="1500" dirty="0"/>
          </a:p>
        </p:txBody>
      </p:sp>
      <p:sp>
        <p:nvSpPr>
          <p:cNvPr id="15" name="Text 13"/>
          <p:cNvSpPr/>
          <p:nvPr/>
        </p:nvSpPr>
        <p:spPr>
          <a:xfrm>
            <a:off x="7506414" y="3326011"/>
            <a:ext cx="6255782" cy="611743"/>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454240"/>
                </a:solidFill>
                <a:latin typeface="DM Sans" pitchFamily="34" charset="0"/>
                <a:ea typeface="DM Sans" pitchFamily="34" charset="-122"/>
                <a:cs typeface="DM Sans" pitchFamily="34" charset="-120"/>
              </a:rPr>
              <a:t>Forfeits one's share in an inherited property in favour of other legal heirs.</a:t>
            </a:r>
            <a:endParaRPr lang="en-US" sz="1500" dirty="0"/>
          </a:p>
        </p:txBody>
      </p:sp>
      <p:sp>
        <p:nvSpPr>
          <p:cNvPr id="16" name="Text 14"/>
          <p:cNvSpPr/>
          <p:nvPr/>
        </p:nvSpPr>
        <p:spPr>
          <a:xfrm>
            <a:off x="669369" y="4423410"/>
            <a:ext cx="4204454" cy="478155"/>
          </a:xfrm>
          <a:prstGeom prst="rect">
            <a:avLst/>
          </a:prstGeom>
          <a:noFill/>
          <a:ln/>
        </p:spPr>
        <p:txBody>
          <a:bodyPr wrap="none" lIns="0" tIns="0" rIns="0" bIns="0" rtlCol="0" anchor="t"/>
          <a:lstStyle/>
          <a:p>
            <a:pPr marL="0" indent="0" algn="l">
              <a:lnSpc>
                <a:spcPts val="3750"/>
              </a:lnSpc>
              <a:buNone/>
            </a:pPr>
            <a:r>
              <a:rPr lang="en-US" sz="3000" b="1" dirty="0">
                <a:solidFill>
                  <a:srgbClr val="5C4E3D"/>
                </a:solidFill>
                <a:latin typeface="Libre Baskerville" pitchFamily="34" charset="0"/>
                <a:ea typeface="Libre Baskerville" pitchFamily="34" charset="-122"/>
                <a:cs typeface="Libre Baskerville" pitchFamily="34" charset="-120"/>
              </a:rPr>
              <a:t>When to Use Which?</a:t>
            </a:r>
            <a:endParaRPr lang="en-US" sz="3000" dirty="0"/>
          </a:p>
        </p:txBody>
      </p:sp>
      <p:pic>
        <p:nvPicPr>
          <p:cNvPr id="17" name="Image 0" descr="preencoded.png"/>
          <p:cNvPicPr>
            <a:picLocks noChangeAspect="1"/>
          </p:cNvPicPr>
          <p:nvPr/>
        </p:nvPicPr>
        <p:blipFill>
          <a:blip r:embed="rId3"/>
          <a:stretch>
            <a:fillRect/>
          </a:stretch>
        </p:blipFill>
        <p:spPr>
          <a:xfrm>
            <a:off x="669369" y="5188387"/>
            <a:ext cx="6645831" cy="764977"/>
          </a:xfrm>
          <a:prstGeom prst="rect">
            <a:avLst/>
          </a:prstGeom>
        </p:spPr>
      </p:pic>
      <p:sp>
        <p:nvSpPr>
          <p:cNvPr id="18" name="Text 15"/>
          <p:cNvSpPr/>
          <p:nvPr/>
        </p:nvSpPr>
        <p:spPr>
          <a:xfrm>
            <a:off x="860584" y="6144578"/>
            <a:ext cx="3438644" cy="298847"/>
          </a:xfrm>
          <a:prstGeom prst="rect">
            <a:avLst/>
          </a:prstGeom>
          <a:noFill/>
          <a:ln/>
        </p:spPr>
        <p:txBody>
          <a:bodyPr wrap="none" lIns="0" tIns="0" rIns="0" bIns="0" rtlCol="0" anchor="t"/>
          <a:lstStyle/>
          <a:p>
            <a:pPr marL="0" indent="0" algn="l">
              <a:lnSpc>
                <a:spcPts val="2350"/>
              </a:lnSpc>
              <a:buNone/>
            </a:pPr>
            <a:r>
              <a:rPr lang="en-US" sz="1850" b="1" dirty="0">
                <a:solidFill>
                  <a:srgbClr val="454240"/>
                </a:solidFill>
                <a:latin typeface="Libre Baskerville" pitchFamily="34" charset="0"/>
                <a:ea typeface="Libre Baskerville" pitchFamily="34" charset="-122"/>
                <a:cs typeface="Libre Baskerville" pitchFamily="34" charset="-120"/>
              </a:rPr>
              <a:t>Transfer to family member</a:t>
            </a:r>
            <a:endParaRPr lang="en-US" sz="1850" dirty="0"/>
          </a:p>
        </p:txBody>
      </p:sp>
      <p:sp>
        <p:nvSpPr>
          <p:cNvPr id="19" name="Text 16"/>
          <p:cNvSpPr/>
          <p:nvPr/>
        </p:nvSpPr>
        <p:spPr>
          <a:xfrm>
            <a:off x="860584" y="6558082"/>
            <a:ext cx="6263402" cy="917615"/>
          </a:xfrm>
          <a:prstGeom prst="rect">
            <a:avLst/>
          </a:prstGeom>
          <a:noFill/>
          <a:ln/>
        </p:spPr>
        <p:txBody>
          <a:bodyPr wrap="squar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Use a Release Deed when transferring property shares among existing co-owners or family members, especially if there's any consideration involved.</a:t>
            </a:r>
            <a:endParaRPr lang="en-US" sz="1500" dirty="0"/>
          </a:p>
        </p:txBody>
      </p:sp>
      <p:pic>
        <p:nvPicPr>
          <p:cNvPr id="20" name="Image 1" descr="preencoded.png"/>
          <p:cNvPicPr>
            <a:picLocks noChangeAspect="1"/>
          </p:cNvPicPr>
          <p:nvPr/>
        </p:nvPicPr>
        <p:blipFill>
          <a:blip r:embed="rId4"/>
          <a:stretch>
            <a:fillRect/>
          </a:stretch>
        </p:blipFill>
        <p:spPr>
          <a:xfrm>
            <a:off x="7315200" y="5188387"/>
            <a:ext cx="6645831" cy="764977"/>
          </a:xfrm>
          <a:prstGeom prst="rect">
            <a:avLst/>
          </a:prstGeom>
        </p:spPr>
      </p:pic>
      <p:sp>
        <p:nvSpPr>
          <p:cNvPr id="21" name="Text 17"/>
          <p:cNvSpPr/>
          <p:nvPr/>
        </p:nvSpPr>
        <p:spPr>
          <a:xfrm>
            <a:off x="7506414" y="6144578"/>
            <a:ext cx="3221236" cy="298847"/>
          </a:xfrm>
          <a:prstGeom prst="rect">
            <a:avLst/>
          </a:prstGeom>
          <a:noFill/>
          <a:ln/>
        </p:spPr>
        <p:txBody>
          <a:bodyPr wrap="none" lIns="0" tIns="0" rIns="0" bIns="0" rtlCol="0" anchor="t"/>
          <a:lstStyle/>
          <a:p>
            <a:pPr marL="0" indent="0" algn="l">
              <a:lnSpc>
                <a:spcPts val="2350"/>
              </a:lnSpc>
              <a:buNone/>
            </a:pPr>
            <a:r>
              <a:rPr lang="en-US" sz="1850" b="1" dirty="0">
                <a:solidFill>
                  <a:srgbClr val="454240"/>
                </a:solidFill>
                <a:latin typeface="Libre Baskerville" pitchFamily="34" charset="0"/>
                <a:ea typeface="Libre Baskerville" pitchFamily="34" charset="-122"/>
                <a:cs typeface="Libre Baskerville" pitchFamily="34" charset="-120"/>
              </a:rPr>
              <a:t>Giving up inherited share</a:t>
            </a:r>
            <a:endParaRPr lang="en-US" sz="1850" dirty="0"/>
          </a:p>
        </p:txBody>
      </p:sp>
      <p:sp>
        <p:nvSpPr>
          <p:cNvPr id="22" name="Text 18"/>
          <p:cNvSpPr/>
          <p:nvPr/>
        </p:nvSpPr>
        <p:spPr>
          <a:xfrm>
            <a:off x="7506414" y="6558082"/>
            <a:ext cx="6263402" cy="917615"/>
          </a:xfrm>
          <a:prstGeom prst="rect">
            <a:avLst/>
          </a:prstGeom>
          <a:noFill/>
          <a:ln/>
        </p:spPr>
        <p:txBody>
          <a:bodyPr wrap="squar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Opt for a Relinquishment Deed if you are a legal heir foregoing your share in an inherited property, typically without any payment, to benefit other legal heirs.</a:t>
            </a:r>
            <a:endParaRPr lang="en-US" sz="1500" dirty="0"/>
          </a:p>
        </p:txBody>
      </p:sp>
      <p:grpSp>
        <p:nvGrpSpPr>
          <p:cNvPr id="33" name="Group 32">
            <a:extLst>
              <a:ext uri="{FF2B5EF4-FFF2-40B4-BE49-F238E27FC236}">
                <a16:creationId xmlns:a16="http://schemas.microsoft.com/office/drawing/2014/main" id="{A8743725-851A-2F15-1DC1-1D76B395ABC4}"/>
              </a:ext>
            </a:extLst>
          </p:cNvPr>
          <p:cNvGrpSpPr/>
          <p:nvPr/>
        </p:nvGrpSpPr>
        <p:grpSpPr>
          <a:xfrm>
            <a:off x="12580655" y="7675636"/>
            <a:ext cx="1908720" cy="434728"/>
            <a:chOff x="12580655" y="7675636"/>
            <a:chExt cx="1908720" cy="434728"/>
          </a:xfrm>
        </p:grpSpPr>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94F62D0B-6BD4-9D5C-0849-071C493B2718}"/>
                    </a:ext>
                  </a:extLst>
                </p14:cNvPr>
                <p14:cNvContentPartPr/>
                <p14:nvPr/>
              </p14:nvContentPartPr>
              <p14:xfrm>
                <a:off x="12580655" y="7790324"/>
                <a:ext cx="1843200" cy="320040"/>
              </p14:xfrm>
            </p:contentPart>
          </mc:Choice>
          <mc:Fallback xmlns="">
            <p:pic>
              <p:nvPicPr>
                <p:cNvPr id="23" name="Ink 22">
                  <a:extLst>
                    <a:ext uri="{FF2B5EF4-FFF2-40B4-BE49-F238E27FC236}">
                      <a16:creationId xmlns:a16="http://schemas.microsoft.com/office/drawing/2014/main" id="{94F62D0B-6BD4-9D5C-0849-071C493B2718}"/>
                    </a:ext>
                  </a:extLst>
                </p:cNvPr>
                <p:cNvPicPr/>
                <p:nvPr/>
              </p:nvPicPr>
              <p:blipFill>
                <a:blip r:embed="rId6"/>
                <a:stretch>
                  <a:fillRect/>
                </a:stretch>
              </p:blipFill>
              <p:spPr>
                <a:xfrm>
                  <a:off x="12517655" y="7727684"/>
                  <a:ext cx="196884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4" name="Ink 23">
                  <a:extLst>
                    <a:ext uri="{FF2B5EF4-FFF2-40B4-BE49-F238E27FC236}">
                      <a16:creationId xmlns:a16="http://schemas.microsoft.com/office/drawing/2014/main" id="{94503ED2-4561-62F2-F8BF-F815D87824D9}"/>
                    </a:ext>
                  </a:extLst>
                </p14:cNvPr>
                <p14:cNvContentPartPr/>
                <p14:nvPr/>
              </p14:nvContentPartPr>
              <p14:xfrm>
                <a:off x="14052695" y="7675636"/>
                <a:ext cx="128880" cy="203040"/>
              </p14:xfrm>
            </p:contentPart>
          </mc:Choice>
          <mc:Fallback xmlns="">
            <p:pic>
              <p:nvPicPr>
                <p:cNvPr id="24" name="Ink 23">
                  <a:extLst>
                    <a:ext uri="{FF2B5EF4-FFF2-40B4-BE49-F238E27FC236}">
                      <a16:creationId xmlns:a16="http://schemas.microsoft.com/office/drawing/2014/main" id="{94503ED2-4561-62F2-F8BF-F815D87824D9}"/>
                    </a:ext>
                  </a:extLst>
                </p:cNvPr>
                <p:cNvPicPr/>
                <p:nvPr/>
              </p:nvPicPr>
              <p:blipFill>
                <a:blip r:embed="rId8"/>
                <a:stretch>
                  <a:fillRect/>
                </a:stretch>
              </p:blipFill>
              <p:spPr>
                <a:xfrm>
                  <a:off x="13990055" y="7612996"/>
                  <a:ext cx="25452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2" name="Ink 31">
                  <a:extLst>
                    <a:ext uri="{FF2B5EF4-FFF2-40B4-BE49-F238E27FC236}">
                      <a16:creationId xmlns:a16="http://schemas.microsoft.com/office/drawing/2014/main" id="{690ECDB6-C830-E04D-F1F7-005DCB0151BE}"/>
                    </a:ext>
                  </a:extLst>
                </p14:cNvPr>
                <p14:cNvContentPartPr/>
                <p14:nvPr/>
              </p14:nvContentPartPr>
              <p14:xfrm>
                <a:off x="14365895" y="7918636"/>
                <a:ext cx="123480" cy="130680"/>
              </p14:xfrm>
            </p:contentPart>
          </mc:Choice>
          <mc:Fallback xmlns="">
            <p:pic>
              <p:nvPicPr>
                <p:cNvPr id="32" name="Ink 31">
                  <a:extLst>
                    <a:ext uri="{FF2B5EF4-FFF2-40B4-BE49-F238E27FC236}">
                      <a16:creationId xmlns:a16="http://schemas.microsoft.com/office/drawing/2014/main" id="{690ECDB6-C830-E04D-F1F7-005DCB0151BE}"/>
                    </a:ext>
                  </a:extLst>
                </p:cNvPr>
                <p:cNvPicPr/>
                <p:nvPr/>
              </p:nvPicPr>
              <p:blipFill>
                <a:blip r:embed="rId10"/>
                <a:stretch>
                  <a:fillRect/>
                </a:stretch>
              </p:blipFill>
              <p:spPr>
                <a:xfrm>
                  <a:off x="14302895" y="7855996"/>
                  <a:ext cx="249120" cy="256320"/>
                </a:xfrm>
                <a:prstGeom prst="rect">
                  <a:avLst/>
                </a:prstGeom>
              </p:spPr>
            </p:pic>
          </mc:Fallback>
        </mc:AlternateContent>
      </p:grpSp>
      <p:sp>
        <p:nvSpPr>
          <p:cNvPr id="34" name="TextBox 33">
            <a:extLst>
              <a:ext uri="{FF2B5EF4-FFF2-40B4-BE49-F238E27FC236}">
                <a16:creationId xmlns:a16="http://schemas.microsoft.com/office/drawing/2014/main" id="{138E8C47-B675-FFE2-DC3A-400D4307AF13}"/>
              </a:ext>
            </a:extLst>
          </p:cNvPr>
          <p:cNvSpPr txBox="1"/>
          <p:nvPr/>
        </p:nvSpPr>
        <p:spPr>
          <a:xfrm>
            <a:off x="12052300" y="7675636"/>
            <a:ext cx="2437075"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78775" y="613529"/>
            <a:ext cx="5964317" cy="606147"/>
          </a:xfrm>
          <a:prstGeom prst="rect">
            <a:avLst/>
          </a:prstGeom>
          <a:noFill/>
          <a:ln/>
        </p:spPr>
        <p:txBody>
          <a:bodyPr wrap="none" lIns="0" tIns="0" rIns="0" bIns="0" rtlCol="0" anchor="t"/>
          <a:lstStyle/>
          <a:p>
            <a:pPr marL="0" indent="0" algn="l">
              <a:lnSpc>
                <a:spcPts val="4750"/>
              </a:lnSpc>
              <a:buNone/>
            </a:pPr>
            <a:r>
              <a:rPr lang="en-US" sz="3800" b="1" dirty="0">
                <a:solidFill>
                  <a:srgbClr val="910D0D"/>
                </a:solidFill>
                <a:latin typeface="Libre Baskerville" pitchFamily="34" charset="0"/>
                <a:ea typeface="Libre Baskerville" pitchFamily="34" charset="-122"/>
                <a:cs typeface="Libre Baskerville" pitchFamily="34" charset="-120"/>
              </a:rPr>
              <a:t>Types of Release Deeds</a:t>
            </a:r>
            <a:endParaRPr lang="en-US" sz="3800" dirty="0"/>
          </a:p>
        </p:txBody>
      </p:sp>
      <p:sp>
        <p:nvSpPr>
          <p:cNvPr id="4" name="Shape 1"/>
          <p:cNvSpPr/>
          <p:nvPr/>
        </p:nvSpPr>
        <p:spPr>
          <a:xfrm>
            <a:off x="678775" y="1510546"/>
            <a:ext cx="3796189" cy="3266003"/>
          </a:xfrm>
          <a:prstGeom prst="roundRect">
            <a:avLst>
              <a:gd name="adj" fmla="val 2494"/>
            </a:avLst>
          </a:prstGeom>
          <a:solidFill>
            <a:srgbClr val="F7EDD4"/>
          </a:solidFill>
          <a:ln w="7620">
            <a:solidFill>
              <a:srgbClr val="DDD3BA"/>
            </a:solidFill>
            <a:prstDash val="solid"/>
          </a:ln>
        </p:spPr>
        <p:txBody>
          <a:bodyPr/>
          <a:lstStyle/>
          <a:p>
            <a:endParaRPr lang="en-IN"/>
          </a:p>
        </p:txBody>
      </p:sp>
      <p:sp>
        <p:nvSpPr>
          <p:cNvPr id="5" name="Shape 2"/>
          <p:cNvSpPr/>
          <p:nvPr/>
        </p:nvSpPr>
        <p:spPr>
          <a:xfrm>
            <a:off x="880348" y="1712119"/>
            <a:ext cx="581858" cy="581858"/>
          </a:xfrm>
          <a:prstGeom prst="roundRect">
            <a:avLst>
              <a:gd name="adj" fmla="val 15713603"/>
            </a:avLst>
          </a:prstGeom>
          <a:solidFill>
            <a:srgbClr val="B88E23"/>
          </a:solidFill>
          <a:ln/>
        </p:spPr>
        <p:txBody>
          <a:bodyPr/>
          <a:lstStyle/>
          <a:p>
            <a:endParaRPr lang="en-IN"/>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0368" y="1872020"/>
            <a:ext cx="261818" cy="261818"/>
          </a:xfrm>
          <a:prstGeom prst="rect">
            <a:avLst/>
          </a:prstGeom>
        </p:spPr>
      </p:pic>
      <p:sp>
        <p:nvSpPr>
          <p:cNvPr id="7" name="Text 3"/>
          <p:cNvSpPr/>
          <p:nvPr/>
        </p:nvSpPr>
        <p:spPr>
          <a:xfrm>
            <a:off x="880348" y="2487930"/>
            <a:ext cx="3334703" cy="303014"/>
          </a:xfrm>
          <a:prstGeom prst="rect">
            <a:avLst/>
          </a:prstGeom>
          <a:noFill/>
          <a:ln/>
        </p:spPr>
        <p:txBody>
          <a:bodyPr wrap="none" lIns="0" tIns="0" rIns="0" bIns="0" rtlCol="0" anchor="t"/>
          <a:lstStyle/>
          <a:p>
            <a:pPr marL="0" indent="0" algn="l">
              <a:lnSpc>
                <a:spcPts val="2350"/>
              </a:lnSpc>
              <a:buNone/>
            </a:pPr>
            <a:r>
              <a:rPr lang="en-US" sz="1900" b="1" dirty="0">
                <a:solidFill>
                  <a:srgbClr val="454240"/>
                </a:solidFill>
                <a:latin typeface="Libre Baskerville" pitchFamily="34" charset="0"/>
                <a:ea typeface="Libre Baskerville" pitchFamily="34" charset="-122"/>
                <a:cs typeface="Libre Baskerville" pitchFamily="34" charset="-120"/>
              </a:rPr>
              <a:t>Between Family Members</a:t>
            </a:r>
            <a:endParaRPr lang="en-US" sz="1900" dirty="0"/>
          </a:p>
        </p:txBody>
      </p:sp>
      <p:sp>
        <p:nvSpPr>
          <p:cNvPr id="8" name="Text 4"/>
          <p:cNvSpPr/>
          <p:nvPr/>
        </p:nvSpPr>
        <p:spPr>
          <a:xfrm>
            <a:off x="880348" y="2907268"/>
            <a:ext cx="3393043" cy="930831"/>
          </a:xfrm>
          <a:prstGeom prst="rect">
            <a:avLst/>
          </a:prstGeom>
          <a:noFill/>
          <a:ln/>
        </p:spPr>
        <p:txBody>
          <a:bodyPr wrap="squar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Common when one family member voluntarily gives up their share in favor of another.</a:t>
            </a:r>
            <a:endParaRPr lang="en-US" sz="1500" dirty="0"/>
          </a:p>
        </p:txBody>
      </p:sp>
      <p:sp>
        <p:nvSpPr>
          <p:cNvPr id="9" name="Text 5"/>
          <p:cNvSpPr/>
          <p:nvPr/>
        </p:nvSpPr>
        <p:spPr>
          <a:xfrm>
            <a:off x="880348" y="3954423"/>
            <a:ext cx="3393043" cy="620554"/>
          </a:xfrm>
          <a:prstGeom prst="rect">
            <a:avLst/>
          </a:prstGeom>
          <a:noFill/>
          <a:ln/>
        </p:spPr>
        <p:txBody>
          <a:bodyPr wrap="squar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Example: Daughter releasing her share to brother</a:t>
            </a:r>
            <a:endParaRPr lang="en-US" sz="1500" dirty="0"/>
          </a:p>
        </p:txBody>
      </p:sp>
      <p:sp>
        <p:nvSpPr>
          <p:cNvPr id="10" name="Shape 6"/>
          <p:cNvSpPr/>
          <p:nvPr/>
        </p:nvSpPr>
        <p:spPr>
          <a:xfrm>
            <a:off x="4668917" y="1510546"/>
            <a:ext cx="3796308" cy="3266003"/>
          </a:xfrm>
          <a:prstGeom prst="roundRect">
            <a:avLst>
              <a:gd name="adj" fmla="val 2494"/>
            </a:avLst>
          </a:prstGeom>
          <a:solidFill>
            <a:srgbClr val="F7EDD4"/>
          </a:solidFill>
          <a:ln w="7620">
            <a:solidFill>
              <a:srgbClr val="DDD3BA"/>
            </a:solidFill>
            <a:prstDash val="solid"/>
          </a:ln>
        </p:spPr>
        <p:txBody>
          <a:bodyPr/>
          <a:lstStyle/>
          <a:p>
            <a:endParaRPr lang="en-IN"/>
          </a:p>
        </p:txBody>
      </p:sp>
      <p:sp>
        <p:nvSpPr>
          <p:cNvPr id="11" name="Shape 7"/>
          <p:cNvSpPr/>
          <p:nvPr/>
        </p:nvSpPr>
        <p:spPr>
          <a:xfrm>
            <a:off x="4870490" y="1712119"/>
            <a:ext cx="581858" cy="581858"/>
          </a:xfrm>
          <a:prstGeom prst="roundRect">
            <a:avLst>
              <a:gd name="adj" fmla="val 15713603"/>
            </a:avLst>
          </a:prstGeom>
          <a:solidFill>
            <a:srgbClr val="B88E23"/>
          </a:solidFill>
          <a:ln/>
        </p:spPr>
        <p:txBody>
          <a:bodyPr/>
          <a:lstStyle/>
          <a:p>
            <a:endParaRPr lang="en-IN"/>
          </a:p>
        </p:txBody>
      </p:sp>
      <p:pic>
        <p:nvPicPr>
          <p:cNvPr id="12"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30510" y="1872020"/>
            <a:ext cx="261818" cy="261818"/>
          </a:xfrm>
          <a:prstGeom prst="rect">
            <a:avLst/>
          </a:prstGeom>
        </p:spPr>
      </p:pic>
      <p:sp>
        <p:nvSpPr>
          <p:cNvPr id="13" name="Text 8"/>
          <p:cNvSpPr/>
          <p:nvPr/>
        </p:nvSpPr>
        <p:spPr>
          <a:xfrm>
            <a:off x="4870490" y="2487930"/>
            <a:ext cx="2901791" cy="303014"/>
          </a:xfrm>
          <a:prstGeom prst="rect">
            <a:avLst/>
          </a:prstGeom>
          <a:noFill/>
          <a:ln/>
        </p:spPr>
        <p:txBody>
          <a:bodyPr wrap="none" lIns="0" tIns="0" rIns="0" bIns="0" rtlCol="0" anchor="t"/>
          <a:lstStyle/>
          <a:p>
            <a:pPr marL="0" indent="0" algn="l">
              <a:lnSpc>
                <a:spcPts val="2350"/>
              </a:lnSpc>
              <a:buNone/>
            </a:pPr>
            <a:r>
              <a:rPr lang="en-US" sz="1900" b="1" dirty="0">
                <a:solidFill>
                  <a:srgbClr val="454240"/>
                </a:solidFill>
                <a:latin typeface="Libre Baskerville" pitchFamily="34" charset="0"/>
                <a:ea typeface="Libre Baskerville" pitchFamily="34" charset="-122"/>
                <a:cs typeface="Libre Baskerville" pitchFamily="34" charset="-120"/>
              </a:rPr>
              <a:t>For Inherited Property</a:t>
            </a:r>
            <a:endParaRPr lang="en-US" sz="1900" dirty="0"/>
          </a:p>
        </p:txBody>
      </p:sp>
      <p:sp>
        <p:nvSpPr>
          <p:cNvPr id="14" name="Text 9"/>
          <p:cNvSpPr/>
          <p:nvPr/>
        </p:nvSpPr>
        <p:spPr>
          <a:xfrm>
            <a:off x="4870490" y="2907268"/>
            <a:ext cx="3393162" cy="930831"/>
          </a:xfrm>
          <a:prstGeom prst="rect">
            <a:avLst/>
          </a:prstGeom>
          <a:noFill/>
          <a:ln/>
        </p:spPr>
        <p:txBody>
          <a:bodyPr wrap="squar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Used when co-heirs want to consolidate ownership by releasing their inherited portions.</a:t>
            </a:r>
            <a:endParaRPr lang="en-US" sz="1500" dirty="0"/>
          </a:p>
        </p:txBody>
      </p:sp>
      <p:sp>
        <p:nvSpPr>
          <p:cNvPr id="15" name="Text 10"/>
          <p:cNvSpPr/>
          <p:nvPr/>
        </p:nvSpPr>
        <p:spPr>
          <a:xfrm>
            <a:off x="4870490" y="3954423"/>
            <a:ext cx="3393162" cy="620554"/>
          </a:xfrm>
          <a:prstGeom prst="rect">
            <a:avLst/>
          </a:prstGeom>
          <a:noFill/>
          <a:ln/>
        </p:spPr>
        <p:txBody>
          <a:bodyPr wrap="squar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Example: Sibling giving up inherited portion to another sibling</a:t>
            </a:r>
            <a:endParaRPr lang="en-US" sz="1500" dirty="0"/>
          </a:p>
        </p:txBody>
      </p:sp>
      <p:sp>
        <p:nvSpPr>
          <p:cNvPr id="16" name="Shape 11"/>
          <p:cNvSpPr/>
          <p:nvPr/>
        </p:nvSpPr>
        <p:spPr>
          <a:xfrm>
            <a:off x="678775" y="4970502"/>
            <a:ext cx="7786449" cy="2645450"/>
          </a:xfrm>
          <a:prstGeom prst="roundRect">
            <a:avLst>
              <a:gd name="adj" fmla="val 3079"/>
            </a:avLst>
          </a:prstGeom>
          <a:solidFill>
            <a:srgbClr val="F7EDD4"/>
          </a:solidFill>
          <a:ln w="7620">
            <a:solidFill>
              <a:srgbClr val="DDD3BA"/>
            </a:solidFill>
            <a:prstDash val="solid"/>
          </a:ln>
        </p:spPr>
        <p:txBody>
          <a:bodyPr/>
          <a:lstStyle/>
          <a:p>
            <a:endParaRPr lang="en-IN"/>
          </a:p>
        </p:txBody>
      </p:sp>
      <p:sp>
        <p:nvSpPr>
          <p:cNvPr id="17" name="Shape 12"/>
          <p:cNvSpPr/>
          <p:nvPr/>
        </p:nvSpPr>
        <p:spPr>
          <a:xfrm>
            <a:off x="880348" y="5172075"/>
            <a:ext cx="581858" cy="581858"/>
          </a:xfrm>
          <a:prstGeom prst="roundRect">
            <a:avLst>
              <a:gd name="adj" fmla="val 15713603"/>
            </a:avLst>
          </a:prstGeom>
          <a:solidFill>
            <a:srgbClr val="B88E23"/>
          </a:solidFill>
          <a:ln/>
        </p:spPr>
        <p:txBody>
          <a:bodyPr/>
          <a:lstStyle/>
          <a:p>
            <a:endParaRPr lang="en-IN"/>
          </a:p>
        </p:txBody>
      </p:sp>
      <p:pic>
        <p:nvPicPr>
          <p:cNvPr id="1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0368" y="5331976"/>
            <a:ext cx="261818" cy="261818"/>
          </a:xfrm>
          <a:prstGeom prst="rect">
            <a:avLst/>
          </a:prstGeom>
        </p:spPr>
      </p:pic>
      <p:sp>
        <p:nvSpPr>
          <p:cNvPr id="19" name="Text 13"/>
          <p:cNvSpPr/>
          <p:nvPr/>
        </p:nvSpPr>
        <p:spPr>
          <a:xfrm>
            <a:off x="880348" y="5947886"/>
            <a:ext cx="3914061" cy="303014"/>
          </a:xfrm>
          <a:prstGeom prst="rect">
            <a:avLst/>
          </a:prstGeom>
          <a:noFill/>
          <a:ln/>
        </p:spPr>
        <p:txBody>
          <a:bodyPr wrap="none" lIns="0" tIns="0" rIns="0" bIns="0" rtlCol="0" anchor="t"/>
          <a:lstStyle/>
          <a:p>
            <a:pPr marL="0" indent="0" algn="l">
              <a:lnSpc>
                <a:spcPts val="2350"/>
              </a:lnSpc>
              <a:buNone/>
            </a:pPr>
            <a:r>
              <a:rPr lang="en-US" sz="1900" b="1" dirty="0">
                <a:solidFill>
                  <a:srgbClr val="454240"/>
                </a:solidFill>
                <a:latin typeface="Libre Baskerville" pitchFamily="34" charset="0"/>
                <a:ea typeface="Libre Baskerville" pitchFamily="34" charset="-122"/>
                <a:cs typeface="Libre Baskerville" pitchFamily="34" charset="-120"/>
              </a:rPr>
              <a:t>By Lenders (Mortgage Release)</a:t>
            </a:r>
            <a:endParaRPr lang="en-US" sz="1900" dirty="0"/>
          </a:p>
        </p:txBody>
      </p:sp>
      <p:sp>
        <p:nvSpPr>
          <p:cNvPr id="20" name="Text 14"/>
          <p:cNvSpPr/>
          <p:nvPr/>
        </p:nvSpPr>
        <p:spPr>
          <a:xfrm>
            <a:off x="880348" y="6367224"/>
            <a:ext cx="7383304" cy="620554"/>
          </a:xfrm>
          <a:prstGeom prst="rect">
            <a:avLst/>
          </a:prstGeom>
          <a:noFill/>
          <a:ln/>
        </p:spPr>
        <p:txBody>
          <a:bodyPr wrap="squar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Issued by banks or financial institutions after full loan repayment to release the lien on property.</a:t>
            </a:r>
            <a:endParaRPr lang="en-US" sz="1500" dirty="0"/>
          </a:p>
        </p:txBody>
      </p:sp>
      <p:sp>
        <p:nvSpPr>
          <p:cNvPr id="21" name="Text 15"/>
          <p:cNvSpPr/>
          <p:nvPr/>
        </p:nvSpPr>
        <p:spPr>
          <a:xfrm>
            <a:off x="880348" y="7104102"/>
            <a:ext cx="7383304" cy="310277"/>
          </a:xfrm>
          <a:prstGeom prst="rect">
            <a:avLst/>
          </a:prstGeom>
          <a:noFill/>
          <a:ln/>
        </p:spPr>
        <p:txBody>
          <a:bodyPr wrap="non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Example: Bank releasing lien after loan repayment</a:t>
            </a:r>
            <a:endParaRPr lang="en-US" sz="1500" dirty="0"/>
          </a:p>
        </p:txBody>
      </p:sp>
      <p:sp>
        <p:nvSpPr>
          <p:cNvPr id="22" name="TextBox 21">
            <a:extLst>
              <a:ext uri="{FF2B5EF4-FFF2-40B4-BE49-F238E27FC236}">
                <a16:creationId xmlns:a16="http://schemas.microsoft.com/office/drawing/2014/main" id="{5D42FBD9-B52E-C8D2-E137-8F62F0FB5628}"/>
              </a:ext>
            </a:extLst>
          </p:cNvPr>
          <p:cNvSpPr txBox="1"/>
          <p:nvPr/>
        </p:nvSpPr>
        <p:spPr>
          <a:xfrm>
            <a:off x="10419278" y="7951568"/>
            <a:ext cx="257810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966680"/>
            <a:ext cx="6024682" cy="708779"/>
          </a:xfrm>
          <a:prstGeom prst="rect">
            <a:avLst/>
          </a:prstGeom>
          <a:noFill/>
          <a:ln/>
        </p:spPr>
        <p:txBody>
          <a:bodyPr wrap="none" lIns="0" tIns="0" rIns="0" bIns="0" rtlCol="0" anchor="t"/>
          <a:lstStyle/>
          <a:p>
            <a:pPr marL="0" indent="0" algn="l">
              <a:lnSpc>
                <a:spcPts val="5550"/>
              </a:lnSpc>
              <a:buNone/>
            </a:pPr>
            <a:r>
              <a:rPr lang="en-US" sz="4450" b="1" dirty="0">
                <a:solidFill>
                  <a:srgbClr val="910D0D"/>
                </a:solidFill>
                <a:latin typeface="Libre Baskerville" pitchFamily="34" charset="0"/>
                <a:ea typeface="Libre Baskerville" pitchFamily="34" charset="-122"/>
                <a:cs typeface="Libre Baskerville" pitchFamily="34" charset="-120"/>
              </a:rPr>
              <a:t>Legal Requirements</a:t>
            </a:r>
            <a:endParaRPr lang="en-US" sz="4450" dirty="0"/>
          </a:p>
        </p:txBody>
      </p:sp>
      <p:sp>
        <p:nvSpPr>
          <p:cNvPr id="4" name="Text 1"/>
          <p:cNvSpPr/>
          <p:nvPr/>
        </p:nvSpPr>
        <p:spPr>
          <a:xfrm>
            <a:off x="793790" y="4015621"/>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54240"/>
                </a:solidFill>
                <a:latin typeface="DM Sans" pitchFamily="34" charset="0"/>
                <a:ea typeface="DM Sans" pitchFamily="34" charset="-122"/>
                <a:cs typeface="DM Sans" pitchFamily="34" charset="-120"/>
              </a:rPr>
              <a:t>Stamp duty under Indian Stamp Act</a:t>
            </a:r>
            <a:endParaRPr lang="en-US" sz="1750" dirty="0"/>
          </a:p>
        </p:txBody>
      </p:sp>
      <p:sp>
        <p:nvSpPr>
          <p:cNvPr id="5" name="Text 2"/>
          <p:cNvSpPr/>
          <p:nvPr/>
        </p:nvSpPr>
        <p:spPr>
          <a:xfrm>
            <a:off x="793790" y="4457819"/>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54240"/>
                </a:solidFill>
                <a:latin typeface="DM Sans" pitchFamily="34" charset="0"/>
                <a:ea typeface="DM Sans" pitchFamily="34" charset="-122"/>
                <a:cs typeface="DM Sans" pitchFamily="34" charset="-120"/>
              </a:rPr>
              <a:t>Registration mandatory under Registration Act, 1908</a:t>
            </a:r>
            <a:endParaRPr lang="en-US" sz="1750" dirty="0"/>
          </a:p>
        </p:txBody>
      </p:sp>
      <p:sp>
        <p:nvSpPr>
          <p:cNvPr id="6" name="Text 3"/>
          <p:cNvSpPr/>
          <p:nvPr/>
        </p:nvSpPr>
        <p:spPr>
          <a:xfrm>
            <a:off x="793790" y="4900017"/>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54240"/>
                </a:solidFill>
                <a:latin typeface="DM Sans" pitchFamily="34" charset="0"/>
                <a:ea typeface="DM Sans" pitchFamily="34" charset="-122"/>
                <a:cs typeface="DM Sans" pitchFamily="34" charset="-120"/>
              </a:rPr>
              <a:t>Valid only when executed on proper stamp paper and registered</a:t>
            </a:r>
            <a:endParaRPr lang="en-US" sz="1750" dirty="0"/>
          </a:p>
        </p:txBody>
      </p:sp>
      <p:sp>
        <p:nvSpPr>
          <p:cNvPr id="7" name="TextBox 6">
            <a:extLst>
              <a:ext uri="{FF2B5EF4-FFF2-40B4-BE49-F238E27FC236}">
                <a16:creationId xmlns:a16="http://schemas.microsoft.com/office/drawing/2014/main" id="{4E9ED181-A28A-E423-202E-78AC033DECF8}"/>
              </a:ext>
            </a:extLst>
          </p:cNvPr>
          <p:cNvSpPr txBox="1"/>
          <p:nvPr/>
        </p:nvSpPr>
        <p:spPr>
          <a:xfrm>
            <a:off x="12331700" y="7906434"/>
            <a:ext cx="238760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4490" y="537805"/>
            <a:ext cx="9973508" cy="611148"/>
          </a:xfrm>
          <a:prstGeom prst="rect">
            <a:avLst/>
          </a:prstGeom>
          <a:noFill/>
          <a:ln/>
        </p:spPr>
        <p:txBody>
          <a:bodyPr wrap="none" lIns="0" tIns="0" rIns="0" bIns="0" rtlCol="0" anchor="t"/>
          <a:lstStyle/>
          <a:p>
            <a:pPr marL="0" indent="0" algn="l">
              <a:lnSpc>
                <a:spcPts val="4800"/>
              </a:lnSpc>
              <a:buNone/>
            </a:pPr>
            <a:r>
              <a:rPr lang="en-US" sz="3850" b="1" dirty="0">
                <a:solidFill>
                  <a:srgbClr val="910D0D"/>
                </a:solidFill>
                <a:latin typeface="Libre Baskerville" pitchFamily="34" charset="0"/>
                <a:ea typeface="Libre Baskerville" pitchFamily="34" charset="-122"/>
                <a:cs typeface="Libre Baskerville" pitchFamily="34" charset="-120"/>
              </a:rPr>
              <a:t>Documents Required for Release Deed</a:t>
            </a:r>
            <a:endParaRPr lang="en-US" sz="3850" dirty="0"/>
          </a:p>
        </p:txBody>
      </p:sp>
      <p:pic>
        <p:nvPicPr>
          <p:cNvPr id="3" name="Image 0" descr="preencoded.png"/>
          <p:cNvPicPr>
            <a:picLocks noChangeAspect="1"/>
          </p:cNvPicPr>
          <p:nvPr/>
        </p:nvPicPr>
        <p:blipFill>
          <a:blip r:embed="rId3"/>
          <a:stretch>
            <a:fillRect/>
          </a:stretch>
        </p:blipFill>
        <p:spPr>
          <a:xfrm>
            <a:off x="1280517" y="1540073"/>
            <a:ext cx="3065264" cy="3065264"/>
          </a:xfrm>
          <a:prstGeom prst="rect">
            <a:avLst/>
          </a:prstGeom>
        </p:spPr>
      </p:pic>
      <p:sp>
        <p:nvSpPr>
          <p:cNvPr id="4" name="Text 1"/>
          <p:cNvSpPr/>
          <p:nvPr/>
        </p:nvSpPr>
        <p:spPr>
          <a:xfrm>
            <a:off x="1135856" y="4849773"/>
            <a:ext cx="3354705" cy="305514"/>
          </a:xfrm>
          <a:prstGeom prst="rect">
            <a:avLst/>
          </a:prstGeom>
          <a:noFill/>
          <a:ln/>
        </p:spPr>
        <p:txBody>
          <a:bodyPr wrap="none" lIns="0" tIns="0" rIns="0" bIns="0" rtlCol="0" anchor="t"/>
          <a:lstStyle/>
          <a:p>
            <a:pPr marL="0" indent="0" algn="ctr">
              <a:lnSpc>
                <a:spcPts val="2400"/>
              </a:lnSpc>
              <a:buNone/>
            </a:pPr>
            <a:r>
              <a:rPr lang="en-US" sz="1900" b="1" dirty="0">
                <a:solidFill>
                  <a:srgbClr val="454240"/>
                </a:solidFill>
                <a:latin typeface="Libre Baskerville" pitchFamily="34" charset="0"/>
                <a:ea typeface="Libre Baskerville" pitchFamily="34" charset="-122"/>
                <a:cs typeface="Libre Baskerville" pitchFamily="34" charset="-120"/>
              </a:rPr>
              <a:t>Drafting the Release Deed</a:t>
            </a:r>
            <a:endParaRPr lang="en-US" sz="1900" dirty="0"/>
          </a:p>
        </p:txBody>
      </p:sp>
      <p:sp>
        <p:nvSpPr>
          <p:cNvPr id="5" name="Text 2"/>
          <p:cNvSpPr/>
          <p:nvPr/>
        </p:nvSpPr>
        <p:spPr>
          <a:xfrm>
            <a:off x="684490" y="5272564"/>
            <a:ext cx="4257437" cy="625793"/>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Identity proof of Releasor &amp; Releasee (Aadhaar, PAN)</a:t>
            </a:r>
            <a:endParaRPr lang="en-US" sz="1500" dirty="0"/>
          </a:p>
        </p:txBody>
      </p:sp>
      <p:sp>
        <p:nvSpPr>
          <p:cNvPr id="6" name="Text 3"/>
          <p:cNvSpPr/>
          <p:nvPr/>
        </p:nvSpPr>
        <p:spPr>
          <a:xfrm>
            <a:off x="684490" y="5966698"/>
            <a:ext cx="4257437" cy="312896"/>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Property details (Khata, survey number)</a:t>
            </a:r>
            <a:endParaRPr lang="en-US" sz="1500" dirty="0"/>
          </a:p>
        </p:txBody>
      </p:sp>
      <p:sp>
        <p:nvSpPr>
          <p:cNvPr id="7" name="Text 4"/>
          <p:cNvSpPr/>
          <p:nvPr/>
        </p:nvSpPr>
        <p:spPr>
          <a:xfrm>
            <a:off x="684490" y="6347936"/>
            <a:ext cx="4257437" cy="625793"/>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Relationship proof (if claiming concessional stamp duty)</a:t>
            </a:r>
            <a:endParaRPr lang="en-US" sz="1500" dirty="0"/>
          </a:p>
        </p:txBody>
      </p:sp>
      <p:pic>
        <p:nvPicPr>
          <p:cNvPr id="8" name="Image 1" descr="preencoded.png"/>
          <p:cNvPicPr>
            <a:picLocks noChangeAspect="1"/>
          </p:cNvPicPr>
          <p:nvPr/>
        </p:nvPicPr>
        <p:blipFill>
          <a:blip r:embed="rId4"/>
          <a:stretch>
            <a:fillRect/>
          </a:stretch>
        </p:blipFill>
        <p:spPr>
          <a:xfrm>
            <a:off x="5782389" y="1540073"/>
            <a:ext cx="3065383" cy="3065383"/>
          </a:xfrm>
          <a:prstGeom prst="rect">
            <a:avLst/>
          </a:prstGeom>
        </p:spPr>
      </p:pic>
      <p:sp>
        <p:nvSpPr>
          <p:cNvPr id="9" name="Text 5"/>
          <p:cNvSpPr/>
          <p:nvPr/>
        </p:nvSpPr>
        <p:spPr>
          <a:xfrm>
            <a:off x="5586174" y="4849892"/>
            <a:ext cx="3457813" cy="305514"/>
          </a:xfrm>
          <a:prstGeom prst="rect">
            <a:avLst/>
          </a:prstGeom>
          <a:noFill/>
          <a:ln/>
        </p:spPr>
        <p:txBody>
          <a:bodyPr wrap="none" lIns="0" tIns="0" rIns="0" bIns="0" rtlCol="0" anchor="t"/>
          <a:lstStyle/>
          <a:p>
            <a:pPr marL="0" indent="0" algn="ctr">
              <a:lnSpc>
                <a:spcPts val="2400"/>
              </a:lnSpc>
              <a:buNone/>
            </a:pPr>
            <a:r>
              <a:rPr lang="en-US" sz="1900" b="1" dirty="0">
                <a:solidFill>
                  <a:srgbClr val="454240"/>
                </a:solidFill>
                <a:latin typeface="Libre Baskerville" pitchFamily="34" charset="0"/>
                <a:ea typeface="Libre Baskerville" pitchFamily="34" charset="-122"/>
                <a:cs typeface="Libre Baskerville" pitchFamily="34" charset="-120"/>
              </a:rPr>
              <a:t>Stamp Duty &amp; Registration</a:t>
            </a:r>
            <a:endParaRPr lang="en-US" sz="1900" dirty="0"/>
          </a:p>
        </p:txBody>
      </p:sp>
      <p:sp>
        <p:nvSpPr>
          <p:cNvPr id="10" name="Text 6"/>
          <p:cNvSpPr/>
          <p:nvPr/>
        </p:nvSpPr>
        <p:spPr>
          <a:xfrm>
            <a:off x="5186363" y="5272683"/>
            <a:ext cx="4257556" cy="312896"/>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Draft of the release deed</a:t>
            </a:r>
            <a:endParaRPr lang="en-US" sz="1500" dirty="0"/>
          </a:p>
        </p:txBody>
      </p:sp>
      <p:sp>
        <p:nvSpPr>
          <p:cNvPr id="11" name="Text 7"/>
          <p:cNvSpPr/>
          <p:nvPr/>
        </p:nvSpPr>
        <p:spPr>
          <a:xfrm>
            <a:off x="5186363" y="5653921"/>
            <a:ext cx="4257556" cy="312896"/>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Stamp duty payment receipt</a:t>
            </a:r>
            <a:endParaRPr lang="en-US" sz="1500" dirty="0"/>
          </a:p>
        </p:txBody>
      </p:sp>
      <p:sp>
        <p:nvSpPr>
          <p:cNvPr id="12" name="Text 8"/>
          <p:cNvSpPr/>
          <p:nvPr/>
        </p:nvSpPr>
        <p:spPr>
          <a:xfrm>
            <a:off x="5186363" y="6035159"/>
            <a:ext cx="4257556" cy="312896"/>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Signed deed on stamp paper</a:t>
            </a:r>
            <a:endParaRPr lang="en-US" sz="1500" dirty="0"/>
          </a:p>
        </p:txBody>
      </p:sp>
      <p:sp>
        <p:nvSpPr>
          <p:cNvPr id="13" name="Text 9"/>
          <p:cNvSpPr/>
          <p:nvPr/>
        </p:nvSpPr>
        <p:spPr>
          <a:xfrm>
            <a:off x="5186363" y="6416397"/>
            <a:ext cx="4257556" cy="625793"/>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Two passport-sized photos of both parties</a:t>
            </a:r>
            <a:endParaRPr lang="en-US" sz="1500" dirty="0"/>
          </a:p>
        </p:txBody>
      </p:sp>
      <p:sp>
        <p:nvSpPr>
          <p:cNvPr id="14" name="Text 10"/>
          <p:cNvSpPr/>
          <p:nvPr/>
        </p:nvSpPr>
        <p:spPr>
          <a:xfrm>
            <a:off x="5186363" y="7110532"/>
            <a:ext cx="4257556" cy="312896"/>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ID proof of witnesses</a:t>
            </a:r>
            <a:endParaRPr lang="en-US" sz="1500" dirty="0"/>
          </a:p>
        </p:txBody>
      </p:sp>
      <p:pic>
        <p:nvPicPr>
          <p:cNvPr id="15" name="Image 2" descr="preencoded.png"/>
          <p:cNvPicPr>
            <a:picLocks noChangeAspect="1"/>
          </p:cNvPicPr>
          <p:nvPr/>
        </p:nvPicPr>
        <p:blipFill>
          <a:blip r:embed="rId5"/>
          <a:stretch>
            <a:fillRect/>
          </a:stretch>
        </p:blipFill>
        <p:spPr>
          <a:xfrm>
            <a:off x="10284381" y="1540073"/>
            <a:ext cx="3065264" cy="3065264"/>
          </a:xfrm>
          <a:prstGeom prst="rect">
            <a:avLst/>
          </a:prstGeom>
        </p:spPr>
      </p:pic>
      <p:sp>
        <p:nvSpPr>
          <p:cNvPr id="16" name="Text 11"/>
          <p:cNvSpPr/>
          <p:nvPr/>
        </p:nvSpPr>
        <p:spPr>
          <a:xfrm>
            <a:off x="10141982" y="4849773"/>
            <a:ext cx="3350062" cy="305514"/>
          </a:xfrm>
          <a:prstGeom prst="rect">
            <a:avLst/>
          </a:prstGeom>
          <a:noFill/>
          <a:ln/>
        </p:spPr>
        <p:txBody>
          <a:bodyPr wrap="none" lIns="0" tIns="0" rIns="0" bIns="0" rtlCol="0" anchor="t"/>
          <a:lstStyle/>
          <a:p>
            <a:pPr marL="0" indent="0" algn="ctr">
              <a:lnSpc>
                <a:spcPts val="2400"/>
              </a:lnSpc>
              <a:buNone/>
            </a:pPr>
            <a:r>
              <a:rPr lang="en-US" sz="1900" b="1" dirty="0">
                <a:solidFill>
                  <a:srgbClr val="454240"/>
                </a:solidFill>
                <a:latin typeface="Libre Baskerville" pitchFamily="34" charset="0"/>
                <a:ea typeface="Libre Baskerville" pitchFamily="34" charset="-122"/>
                <a:cs typeface="Libre Baskerville" pitchFamily="34" charset="-120"/>
              </a:rPr>
              <a:t>Sub-Registrar Submission</a:t>
            </a:r>
            <a:endParaRPr lang="en-US" sz="1900" dirty="0"/>
          </a:p>
        </p:txBody>
      </p:sp>
      <p:sp>
        <p:nvSpPr>
          <p:cNvPr id="17" name="Text 12"/>
          <p:cNvSpPr/>
          <p:nvPr/>
        </p:nvSpPr>
        <p:spPr>
          <a:xfrm>
            <a:off x="9688354" y="5272564"/>
            <a:ext cx="4257437" cy="312896"/>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Original signed release deed</a:t>
            </a:r>
            <a:endParaRPr lang="en-US" sz="1500" dirty="0"/>
          </a:p>
        </p:txBody>
      </p:sp>
      <p:sp>
        <p:nvSpPr>
          <p:cNvPr id="18" name="Text 13"/>
          <p:cNvSpPr/>
          <p:nvPr/>
        </p:nvSpPr>
        <p:spPr>
          <a:xfrm>
            <a:off x="9688354" y="5653802"/>
            <a:ext cx="4257437" cy="312896"/>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ID and address proof of both parties</a:t>
            </a:r>
            <a:endParaRPr lang="en-US" sz="1500" dirty="0"/>
          </a:p>
        </p:txBody>
      </p:sp>
      <p:sp>
        <p:nvSpPr>
          <p:cNvPr id="19" name="Text 14"/>
          <p:cNvSpPr/>
          <p:nvPr/>
        </p:nvSpPr>
        <p:spPr>
          <a:xfrm>
            <a:off x="9688354" y="6035040"/>
            <a:ext cx="4257437" cy="312896"/>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PAN card copies</a:t>
            </a:r>
            <a:endParaRPr lang="en-US" sz="1500" dirty="0"/>
          </a:p>
        </p:txBody>
      </p:sp>
      <p:sp>
        <p:nvSpPr>
          <p:cNvPr id="20" name="Text 15"/>
          <p:cNvSpPr/>
          <p:nvPr/>
        </p:nvSpPr>
        <p:spPr>
          <a:xfrm>
            <a:off x="9688354" y="6416278"/>
            <a:ext cx="4257437" cy="312896"/>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Encumbrance Certificate (if available)</a:t>
            </a:r>
            <a:endParaRPr lang="en-US" sz="1500" dirty="0"/>
          </a:p>
        </p:txBody>
      </p:sp>
      <p:sp>
        <p:nvSpPr>
          <p:cNvPr id="21" name="Text 16"/>
          <p:cNvSpPr/>
          <p:nvPr/>
        </p:nvSpPr>
        <p:spPr>
          <a:xfrm>
            <a:off x="9688354" y="6797516"/>
            <a:ext cx="4257437" cy="625793"/>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Property documents (Sale deed, Khata, tax receipts)</a:t>
            </a:r>
            <a:endParaRPr lang="en-US" sz="1500" dirty="0"/>
          </a:p>
        </p:txBody>
      </p:sp>
      <p:sp>
        <p:nvSpPr>
          <p:cNvPr id="22" name="Text 17"/>
          <p:cNvSpPr/>
          <p:nvPr/>
        </p:nvSpPr>
        <p:spPr>
          <a:xfrm>
            <a:off x="9688354" y="7491651"/>
            <a:ext cx="4257437" cy="312896"/>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454240"/>
                </a:solidFill>
                <a:latin typeface="DM Sans" pitchFamily="34" charset="0"/>
                <a:ea typeface="DM Sans" pitchFamily="34" charset="-122"/>
                <a:cs typeface="DM Sans" pitchFamily="34" charset="-120"/>
              </a:rPr>
              <a:t>Passport-sized photos</a:t>
            </a:r>
            <a:endParaRPr lang="en-US" sz="1500" dirty="0"/>
          </a:p>
        </p:txBody>
      </p:sp>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C35D32ED-23FE-EA80-AA65-750203C3239E}"/>
                  </a:ext>
                </a:extLst>
              </p14:cNvPr>
              <p14:cNvContentPartPr/>
              <p14:nvPr/>
            </p14:nvContentPartPr>
            <p14:xfrm>
              <a:off x="12981695" y="7662884"/>
              <a:ext cx="1199520" cy="242640"/>
            </p14:xfrm>
          </p:contentPart>
        </mc:Choice>
        <mc:Fallback xmlns="">
          <p:pic>
            <p:nvPicPr>
              <p:cNvPr id="23" name="Ink 22">
                <a:extLst>
                  <a:ext uri="{FF2B5EF4-FFF2-40B4-BE49-F238E27FC236}">
                    <a16:creationId xmlns:a16="http://schemas.microsoft.com/office/drawing/2014/main" id="{C35D32ED-23FE-EA80-AA65-750203C3239E}"/>
                  </a:ext>
                </a:extLst>
              </p:cNvPr>
              <p:cNvPicPr/>
              <p:nvPr/>
            </p:nvPicPr>
            <p:blipFill>
              <a:blip r:embed="rId7"/>
              <a:stretch>
                <a:fillRect/>
              </a:stretch>
            </p:blipFill>
            <p:spPr>
              <a:xfrm>
                <a:off x="12919055" y="7600244"/>
                <a:ext cx="132516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6ED9DEAE-287B-0D7A-75BE-ADDBB84DB563}"/>
                  </a:ext>
                </a:extLst>
              </p14:cNvPr>
              <p14:cNvContentPartPr/>
              <p14:nvPr/>
            </p14:nvContentPartPr>
            <p14:xfrm>
              <a:off x="12829415" y="7700324"/>
              <a:ext cx="1575000" cy="326160"/>
            </p14:xfrm>
          </p:contentPart>
        </mc:Choice>
        <mc:Fallback xmlns="">
          <p:pic>
            <p:nvPicPr>
              <p:cNvPr id="24" name="Ink 23">
                <a:extLst>
                  <a:ext uri="{FF2B5EF4-FFF2-40B4-BE49-F238E27FC236}">
                    <a16:creationId xmlns:a16="http://schemas.microsoft.com/office/drawing/2014/main" id="{6ED9DEAE-287B-0D7A-75BE-ADDBB84DB563}"/>
                  </a:ext>
                </a:extLst>
              </p:cNvPr>
              <p:cNvPicPr/>
              <p:nvPr/>
            </p:nvPicPr>
            <p:blipFill>
              <a:blip r:embed="rId9"/>
              <a:stretch>
                <a:fillRect/>
              </a:stretch>
            </p:blipFill>
            <p:spPr>
              <a:xfrm>
                <a:off x="12766415" y="7637324"/>
                <a:ext cx="1700640" cy="451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5" name="Ink 24">
                <a:extLst>
                  <a:ext uri="{FF2B5EF4-FFF2-40B4-BE49-F238E27FC236}">
                    <a16:creationId xmlns:a16="http://schemas.microsoft.com/office/drawing/2014/main" id="{9EC33B6F-3427-FD21-9A1D-FFC56E72EEE0}"/>
                  </a:ext>
                </a:extLst>
              </p14:cNvPr>
              <p14:cNvContentPartPr/>
              <p14:nvPr/>
            </p14:nvContentPartPr>
            <p14:xfrm>
              <a:off x="769775" y="2647004"/>
              <a:ext cx="360" cy="360"/>
            </p14:xfrm>
          </p:contentPart>
        </mc:Choice>
        <mc:Fallback xmlns="">
          <p:pic>
            <p:nvPicPr>
              <p:cNvPr id="25" name="Ink 24">
                <a:extLst>
                  <a:ext uri="{FF2B5EF4-FFF2-40B4-BE49-F238E27FC236}">
                    <a16:creationId xmlns:a16="http://schemas.microsoft.com/office/drawing/2014/main" id="{9EC33B6F-3427-FD21-9A1D-FFC56E72EEE0}"/>
                  </a:ext>
                </a:extLst>
              </p:cNvPr>
              <p:cNvPicPr/>
              <p:nvPr/>
            </p:nvPicPr>
            <p:blipFill>
              <a:blip r:embed="rId11"/>
              <a:stretch>
                <a:fillRect/>
              </a:stretch>
            </p:blipFill>
            <p:spPr>
              <a:xfrm>
                <a:off x="734135" y="261100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7" name="Ink 26">
                <a:extLst>
                  <a:ext uri="{FF2B5EF4-FFF2-40B4-BE49-F238E27FC236}">
                    <a16:creationId xmlns:a16="http://schemas.microsoft.com/office/drawing/2014/main" id="{5FDD041C-9286-4D14-6FB3-AC350EF06013}"/>
                  </a:ext>
                </a:extLst>
              </p14:cNvPr>
              <p14:cNvContentPartPr/>
              <p14:nvPr/>
            </p14:nvContentPartPr>
            <p14:xfrm>
              <a:off x="13535735" y="7724444"/>
              <a:ext cx="360" cy="360"/>
            </p14:xfrm>
          </p:contentPart>
        </mc:Choice>
        <mc:Fallback xmlns="">
          <p:pic>
            <p:nvPicPr>
              <p:cNvPr id="27" name="Ink 26">
                <a:extLst>
                  <a:ext uri="{FF2B5EF4-FFF2-40B4-BE49-F238E27FC236}">
                    <a16:creationId xmlns:a16="http://schemas.microsoft.com/office/drawing/2014/main" id="{5FDD041C-9286-4D14-6FB3-AC350EF06013}"/>
                  </a:ext>
                </a:extLst>
              </p:cNvPr>
              <p:cNvPicPr/>
              <p:nvPr/>
            </p:nvPicPr>
            <p:blipFill>
              <a:blip r:embed="rId11"/>
              <a:stretch>
                <a:fillRect/>
              </a:stretch>
            </p:blipFill>
            <p:spPr>
              <a:xfrm>
                <a:off x="13499735" y="768844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1" name="Ink 30">
                <a:extLst>
                  <a:ext uri="{FF2B5EF4-FFF2-40B4-BE49-F238E27FC236}">
                    <a16:creationId xmlns:a16="http://schemas.microsoft.com/office/drawing/2014/main" id="{AA854605-B30A-2066-ED12-82DFAB43A75C}"/>
                  </a:ext>
                </a:extLst>
              </p14:cNvPr>
              <p14:cNvContentPartPr/>
              <p14:nvPr/>
            </p14:nvContentPartPr>
            <p14:xfrm>
              <a:off x="13468055" y="7976084"/>
              <a:ext cx="777600" cy="14040"/>
            </p14:xfrm>
          </p:contentPart>
        </mc:Choice>
        <mc:Fallback xmlns="">
          <p:pic>
            <p:nvPicPr>
              <p:cNvPr id="31" name="Ink 30">
                <a:extLst>
                  <a:ext uri="{FF2B5EF4-FFF2-40B4-BE49-F238E27FC236}">
                    <a16:creationId xmlns:a16="http://schemas.microsoft.com/office/drawing/2014/main" id="{AA854605-B30A-2066-ED12-82DFAB43A75C}"/>
                  </a:ext>
                </a:extLst>
              </p:cNvPr>
              <p:cNvPicPr/>
              <p:nvPr/>
            </p:nvPicPr>
            <p:blipFill>
              <a:blip r:embed="rId14"/>
              <a:stretch>
                <a:fillRect/>
              </a:stretch>
            </p:blipFill>
            <p:spPr>
              <a:xfrm>
                <a:off x="13405055" y="7913444"/>
                <a:ext cx="9032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2" name="Ink 31">
                <a:extLst>
                  <a:ext uri="{FF2B5EF4-FFF2-40B4-BE49-F238E27FC236}">
                    <a16:creationId xmlns:a16="http://schemas.microsoft.com/office/drawing/2014/main" id="{298C36EA-70DA-1FFE-B3A4-24405D85232B}"/>
                  </a:ext>
                </a:extLst>
              </p14:cNvPr>
              <p14:cNvContentPartPr/>
              <p14:nvPr/>
            </p14:nvContentPartPr>
            <p14:xfrm>
              <a:off x="13981775" y="7880684"/>
              <a:ext cx="444240" cy="85320"/>
            </p14:xfrm>
          </p:contentPart>
        </mc:Choice>
        <mc:Fallback xmlns="">
          <p:pic>
            <p:nvPicPr>
              <p:cNvPr id="32" name="Ink 31">
                <a:extLst>
                  <a:ext uri="{FF2B5EF4-FFF2-40B4-BE49-F238E27FC236}">
                    <a16:creationId xmlns:a16="http://schemas.microsoft.com/office/drawing/2014/main" id="{298C36EA-70DA-1FFE-B3A4-24405D85232B}"/>
                  </a:ext>
                </a:extLst>
              </p:cNvPr>
              <p:cNvPicPr/>
              <p:nvPr/>
            </p:nvPicPr>
            <p:blipFill>
              <a:blip r:embed="rId16"/>
              <a:stretch>
                <a:fillRect/>
              </a:stretch>
            </p:blipFill>
            <p:spPr>
              <a:xfrm>
                <a:off x="13919135" y="7817684"/>
                <a:ext cx="56988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7" name="Ink 36">
                <a:extLst>
                  <a:ext uri="{FF2B5EF4-FFF2-40B4-BE49-F238E27FC236}">
                    <a16:creationId xmlns:a16="http://schemas.microsoft.com/office/drawing/2014/main" id="{3AB17BFE-29F8-32FF-B602-5F0EB8CCC619}"/>
                  </a:ext>
                </a:extLst>
              </p14:cNvPr>
              <p14:cNvContentPartPr/>
              <p14:nvPr/>
            </p14:nvContentPartPr>
            <p14:xfrm>
              <a:off x="12404615" y="7915964"/>
              <a:ext cx="2022480" cy="182160"/>
            </p14:xfrm>
          </p:contentPart>
        </mc:Choice>
        <mc:Fallback xmlns="">
          <p:pic>
            <p:nvPicPr>
              <p:cNvPr id="37" name="Ink 36">
                <a:extLst>
                  <a:ext uri="{FF2B5EF4-FFF2-40B4-BE49-F238E27FC236}">
                    <a16:creationId xmlns:a16="http://schemas.microsoft.com/office/drawing/2014/main" id="{3AB17BFE-29F8-32FF-B602-5F0EB8CCC619}"/>
                  </a:ext>
                </a:extLst>
              </p:cNvPr>
              <p:cNvPicPr/>
              <p:nvPr/>
            </p:nvPicPr>
            <p:blipFill>
              <a:blip r:embed="rId18"/>
              <a:stretch>
                <a:fillRect/>
              </a:stretch>
            </p:blipFill>
            <p:spPr>
              <a:xfrm>
                <a:off x="12341975" y="7852964"/>
                <a:ext cx="2148120" cy="307800"/>
              </a:xfrm>
              <a:prstGeom prst="rect">
                <a:avLst/>
              </a:prstGeom>
            </p:spPr>
          </p:pic>
        </mc:Fallback>
      </mc:AlternateContent>
      <p:grpSp>
        <p:nvGrpSpPr>
          <p:cNvPr id="40" name="Group 39">
            <a:extLst>
              <a:ext uri="{FF2B5EF4-FFF2-40B4-BE49-F238E27FC236}">
                <a16:creationId xmlns:a16="http://schemas.microsoft.com/office/drawing/2014/main" id="{16CB30DA-F8A3-386F-EE92-A42BF5EBA5D9}"/>
              </a:ext>
            </a:extLst>
          </p:cNvPr>
          <p:cNvGrpSpPr/>
          <p:nvPr/>
        </p:nvGrpSpPr>
        <p:grpSpPr>
          <a:xfrm>
            <a:off x="12556175" y="7796084"/>
            <a:ext cx="1904400" cy="334440"/>
            <a:chOff x="12556175" y="7796084"/>
            <a:chExt cx="1904400" cy="334440"/>
          </a:xfrm>
        </p:grpSpPr>
        <mc:AlternateContent xmlns:mc="http://schemas.openxmlformats.org/markup-compatibility/2006" xmlns:p14="http://schemas.microsoft.com/office/powerpoint/2010/main">
          <mc:Choice Requires="p14">
            <p:contentPart p14:bwMode="auto" r:id="rId19">
              <p14:nvContentPartPr>
                <p14:cNvPr id="34" name="Ink 33">
                  <a:extLst>
                    <a:ext uri="{FF2B5EF4-FFF2-40B4-BE49-F238E27FC236}">
                      <a16:creationId xmlns:a16="http://schemas.microsoft.com/office/drawing/2014/main" id="{40C121BF-670A-1266-0E7E-8F73967A57BA}"/>
                    </a:ext>
                  </a:extLst>
                </p14:cNvPr>
                <p14:cNvContentPartPr/>
                <p14:nvPr/>
              </p14:nvContentPartPr>
              <p14:xfrm>
                <a:off x="12728975" y="7831004"/>
                <a:ext cx="1165320" cy="158400"/>
              </p14:xfrm>
            </p:contentPart>
          </mc:Choice>
          <mc:Fallback xmlns="">
            <p:pic>
              <p:nvPicPr>
                <p:cNvPr id="34" name="Ink 33">
                  <a:extLst>
                    <a:ext uri="{FF2B5EF4-FFF2-40B4-BE49-F238E27FC236}">
                      <a16:creationId xmlns:a16="http://schemas.microsoft.com/office/drawing/2014/main" id="{40C121BF-670A-1266-0E7E-8F73967A57BA}"/>
                    </a:ext>
                  </a:extLst>
                </p:cNvPr>
                <p:cNvPicPr/>
                <p:nvPr/>
              </p:nvPicPr>
              <p:blipFill>
                <a:blip r:embed="rId20"/>
                <a:stretch>
                  <a:fillRect/>
                </a:stretch>
              </p:blipFill>
              <p:spPr>
                <a:xfrm>
                  <a:off x="12666335" y="7768364"/>
                  <a:ext cx="129096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5" name="Ink 34">
                  <a:extLst>
                    <a:ext uri="{FF2B5EF4-FFF2-40B4-BE49-F238E27FC236}">
                      <a16:creationId xmlns:a16="http://schemas.microsoft.com/office/drawing/2014/main" id="{0F0025E9-B168-8665-B2B2-CE9830BCD2F5}"/>
                    </a:ext>
                  </a:extLst>
                </p14:cNvPr>
                <p14:cNvContentPartPr/>
                <p14:nvPr/>
              </p14:nvContentPartPr>
              <p14:xfrm>
                <a:off x="12556175" y="7796084"/>
                <a:ext cx="678960" cy="181800"/>
              </p14:xfrm>
            </p:contentPart>
          </mc:Choice>
          <mc:Fallback xmlns="">
            <p:pic>
              <p:nvPicPr>
                <p:cNvPr id="35" name="Ink 34">
                  <a:extLst>
                    <a:ext uri="{FF2B5EF4-FFF2-40B4-BE49-F238E27FC236}">
                      <a16:creationId xmlns:a16="http://schemas.microsoft.com/office/drawing/2014/main" id="{0F0025E9-B168-8665-B2B2-CE9830BCD2F5}"/>
                    </a:ext>
                  </a:extLst>
                </p:cNvPr>
                <p:cNvPicPr/>
                <p:nvPr/>
              </p:nvPicPr>
              <p:blipFill>
                <a:blip r:embed="rId22"/>
                <a:stretch>
                  <a:fillRect/>
                </a:stretch>
              </p:blipFill>
              <p:spPr>
                <a:xfrm>
                  <a:off x="12493175" y="7733084"/>
                  <a:ext cx="80460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9" name="Ink 38">
                  <a:extLst>
                    <a:ext uri="{FF2B5EF4-FFF2-40B4-BE49-F238E27FC236}">
                      <a16:creationId xmlns:a16="http://schemas.microsoft.com/office/drawing/2014/main" id="{AAF5D99F-71D3-11D1-03F9-6118818C276C}"/>
                    </a:ext>
                  </a:extLst>
                </p14:cNvPr>
                <p14:cNvContentPartPr/>
                <p14:nvPr/>
              </p14:nvContentPartPr>
              <p14:xfrm>
                <a:off x="13723295" y="7892204"/>
                <a:ext cx="737280" cy="238320"/>
              </p14:xfrm>
            </p:contentPart>
          </mc:Choice>
          <mc:Fallback xmlns="">
            <p:pic>
              <p:nvPicPr>
                <p:cNvPr id="39" name="Ink 38">
                  <a:extLst>
                    <a:ext uri="{FF2B5EF4-FFF2-40B4-BE49-F238E27FC236}">
                      <a16:creationId xmlns:a16="http://schemas.microsoft.com/office/drawing/2014/main" id="{AAF5D99F-71D3-11D1-03F9-6118818C276C}"/>
                    </a:ext>
                  </a:extLst>
                </p:cNvPr>
                <p:cNvPicPr/>
                <p:nvPr/>
              </p:nvPicPr>
              <p:blipFill>
                <a:blip r:embed="rId24"/>
                <a:stretch>
                  <a:fillRect/>
                </a:stretch>
              </p:blipFill>
              <p:spPr>
                <a:xfrm>
                  <a:off x="13660655" y="7829564"/>
                  <a:ext cx="862920" cy="363960"/>
                </a:xfrm>
                <a:prstGeom prst="rect">
                  <a:avLst/>
                </a:prstGeom>
              </p:spPr>
            </p:pic>
          </mc:Fallback>
        </mc:AlternateContent>
      </p:grpSp>
      <p:sp>
        <p:nvSpPr>
          <p:cNvPr id="41" name="TextBox 40">
            <a:extLst>
              <a:ext uri="{FF2B5EF4-FFF2-40B4-BE49-F238E27FC236}">
                <a16:creationId xmlns:a16="http://schemas.microsoft.com/office/drawing/2014/main" id="{E4F38E11-5DB5-830F-6C28-735A8F78DFA9}"/>
              </a:ext>
            </a:extLst>
          </p:cNvPr>
          <p:cNvSpPr txBox="1"/>
          <p:nvPr/>
        </p:nvSpPr>
        <p:spPr>
          <a:xfrm>
            <a:off x="12085995" y="7863404"/>
            <a:ext cx="252730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alpha val="85000"/>
            </a:srgbClr>
          </a:solidFill>
          <a:ln/>
        </p:spPr>
        <p:txBody>
          <a:bodyPr/>
          <a:lstStyle/>
          <a:p>
            <a:endParaRPr lang="en-IN"/>
          </a:p>
        </p:txBody>
      </p:sp>
      <p:sp>
        <p:nvSpPr>
          <p:cNvPr id="4" name="Text 1"/>
          <p:cNvSpPr/>
          <p:nvPr/>
        </p:nvSpPr>
        <p:spPr>
          <a:xfrm>
            <a:off x="606385" y="478155"/>
            <a:ext cx="7679888" cy="541377"/>
          </a:xfrm>
          <a:prstGeom prst="rect">
            <a:avLst/>
          </a:prstGeom>
          <a:noFill/>
          <a:ln/>
        </p:spPr>
        <p:txBody>
          <a:bodyPr wrap="none" lIns="0" tIns="0" rIns="0" bIns="0" rtlCol="0" anchor="t"/>
          <a:lstStyle/>
          <a:p>
            <a:pPr marL="0" indent="0" algn="l">
              <a:lnSpc>
                <a:spcPts val="4250"/>
              </a:lnSpc>
              <a:buNone/>
            </a:pPr>
            <a:r>
              <a:rPr lang="en-US" sz="3400" b="1" dirty="0">
                <a:solidFill>
                  <a:srgbClr val="910D0D"/>
                </a:solidFill>
                <a:latin typeface="Libre Baskerville" pitchFamily="34" charset="0"/>
                <a:ea typeface="Libre Baskerville" pitchFamily="34" charset="-122"/>
                <a:cs typeface="Libre Baskerville" pitchFamily="34" charset="-120"/>
              </a:rPr>
              <a:t>Step-by-Step Registration Process</a:t>
            </a:r>
            <a:endParaRPr lang="en-US" sz="3400" dirty="0"/>
          </a:p>
        </p:txBody>
      </p:sp>
      <p:sp>
        <p:nvSpPr>
          <p:cNvPr id="5" name="Text 2"/>
          <p:cNvSpPr/>
          <p:nvPr/>
        </p:nvSpPr>
        <p:spPr>
          <a:xfrm>
            <a:off x="606385" y="1279327"/>
            <a:ext cx="13417629" cy="277178"/>
          </a:xfrm>
          <a:prstGeom prst="rect">
            <a:avLst/>
          </a:prstGeom>
          <a:noFill/>
          <a:ln/>
        </p:spPr>
        <p:txBody>
          <a:bodyPr wrap="none" lIns="0" tIns="0" rIns="0" bIns="0" rtlCol="0" anchor="t"/>
          <a:lstStyle/>
          <a:p>
            <a:pPr marL="0" indent="0" algn="l">
              <a:lnSpc>
                <a:spcPts val="2150"/>
              </a:lnSpc>
              <a:buNone/>
            </a:pPr>
            <a:r>
              <a:rPr lang="en-US" sz="1350" b="1" dirty="0">
                <a:solidFill>
                  <a:srgbClr val="454240"/>
                </a:solidFill>
                <a:latin typeface="DM Sans" pitchFamily="34" charset="0"/>
                <a:ea typeface="DM Sans" pitchFamily="34" charset="-122"/>
                <a:cs typeface="DM Sans" pitchFamily="34" charset="-120"/>
              </a:rPr>
              <a:t>Follow these essential steps to ensure your Release Deed is legally registered and valid:</a:t>
            </a:r>
            <a:endParaRPr lang="en-US" sz="1350" dirty="0"/>
          </a:p>
        </p:txBody>
      </p:sp>
      <p:sp>
        <p:nvSpPr>
          <p:cNvPr id="6" name="Shape 3"/>
          <p:cNvSpPr/>
          <p:nvPr/>
        </p:nvSpPr>
        <p:spPr>
          <a:xfrm>
            <a:off x="801291" y="1751409"/>
            <a:ext cx="22860" cy="6000036"/>
          </a:xfrm>
          <a:prstGeom prst="roundRect">
            <a:avLst>
              <a:gd name="adj" fmla="val 318352"/>
            </a:avLst>
          </a:prstGeom>
          <a:solidFill>
            <a:srgbClr val="AA2626"/>
          </a:solidFill>
          <a:ln/>
        </p:spPr>
        <p:txBody>
          <a:bodyPr/>
          <a:lstStyle/>
          <a:p>
            <a:endParaRPr lang="en-IN"/>
          </a:p>
        </p:txBody>
      </p:sp>
      <p:sp>
        <p:nvSpPr>
          <p:cNvPr id="7" name="Shape 4"/>
          <p:cNvSpPr/>
          <p:nvPr/>
        </p:nvSpPr>
        <p:spPr>
          <a:xfrm>
            <a:off x="606385" y="1751409"/>
            <a:ext cx="389811" cy="389811"/>
          </a:xfrm>
          <a:prstGeom prst="roundRect">
            <a:avLst>
              <a:gd name="adj" fmla="val 18669"/>
            </a:avLst>
          </a:prstGeom>
          <a:solidFill>
            <a:srgbClr val="910D0D"/>
          </a:solidFill>
          <a:ln w="7620">
            <a:solidFill>
              <a:srgbClr val="AA2626"/>
            </a:solidFill>
            <a:prstDash val="solid"/>
          </a:ln>
        </p:spPr>
        <p:txBody>
          <a:bodyPr/>
          <a:lstStyle/>
          <a:p>
            <a:endParaRPr lang="en-IN"/>
          </a:p>
        </p:txBody>
      </p:sp>
      <p:sp>
        <p:nvSpPr>
          <p:cNvPr id="8" name="Text 5"/>
          <p:cNvSpPr/>
          <p:nvPr/>
        </p:nvSpPr>
        <p:spPr>
          <a:xfrm>
            <a:off x="671393" y="1783913"/>
            <a:ext cx="259794" cy="324802"/>
          </a:xfrm>
          <a:prstGeom prst="rect">
            <a:avLst/>
          </a:prstGeom>
          <a:noFill/>
          <a:ln/>
        </p:spPr>
        <p:txBody>
          <a:bodyPr wrap="none" lIns="0" tIns="0" rIns="0" bIns="0" rtlCol="0" anchor="t"/>
          <a:lstStyle/>
          <a:p>
            <a:pPr marL="0" indent="0" algn="ctr">
              <a:lnSpc>
                <a:spcPts val="2000"/>
              </a:lnSpc>
              <a:buNone/>
            </a:pPr>
            <a:r>
              <a:rPr lang="en-US" sz="2000" dirty="0">
                <a:solidFill>
                  <a:srgbClr val="FFFFFF"/>
                </a:solidFill>
                <a:latin typeface="Libre Baskerville" pitchFamily="34" charset="0"/>
                <a:ea typeface="Libre Baskerville" pitchFamily="34" charset="-122"/>
                <a:cs typeface="Libre Baskerville" pitchFamily="34" charset="-120"/>
              </a:rPr>
              <a:t>1</a:t>
            </a:r>
            <a:endParaRPr lang="en-US" sz="2000" dirty="0"/>
          </a:p>
        </p:txBody>
      </p:sp>
      <p:sp>
        <p:nvSpPr>
          <p:cNvPr id="9" name="Text 6"/>
          <p:cNvSpPr/>
          <p:nvPr/>
        </p:nvSpPr>
        <p:spPr>
          <a:xfrm>
            <a:off x="1342787" y="1810941"/>
            <a:ext cx="2165866" cy="270629"/>
          </a:xfrm>
          <a:prstGeom prst="rect">
            <a:avLst/>
          </a:prstGeom>
          <a:noFill/>
          <a:ln/>
        </p:spPr>
        <p:txBody>
          <a:bodyPr wrap="none" lIns="0" tIns="0" rIns="0" bIns="0" rtlCol="0" anchor="t"/>
          <a:lstStyle/>
          <a:p>
            <a:pPr marL="0" indent="0" algn="l">
              <a:lnSpc>
                <a:spcPts val="2100"/>
              </a:lnSpc>
              <a:buNone/>
            </a:pPr>
            <a:r>
              <a:rPr lang="en-US" sz="1700" b="1" dirty="0">
                <a:solidFill>
                  <a:srgbClr val="454240"/>
                </a:solidFill>
                <a:latin typeface="Libre Baskerville" pitchFamily="34" charset="0"/>
                <a:ea typeface="Libre Baskerville" pitchFamily="34" charset="-122"/>
                <a:cs typeface="Libre Baskerville" pitchFamily="34" charset="-120"/>
              </a:rPr>
              <a:t>Drafting the Deed</a:t>
            </a:r>
            <a:endParaRPr lang="en-US" sz="1700" dirty="0"/>
          </a:p>
        </p:txBody>
      </p:sp>
      <p:sp>
        <p:nvSpPr>
          <p:cNvPr id="10" name="Text 7"/>
          <p:cNvSpPr/>
          <p:nvPr/>
        </p:nvSpPr>
        <p:spPr>
          <a:xfrm>
            <a:off x="1342787" y="2185511"/>
            <a:ext cx="12681228" cy="277178"/>
          </a:xfrm>
          <a:prstGeom prst="rect">
            <a:avLst/>
          </a:prstGeom>
          <a:noFill/>
          <a:ln/>
        </p:spPr>
        <p:txBody>
          <a:bodyPr wrap="none" lIns="0" tIns="0" rIns="0" bIns="0" rtlCol="0" anchor="t"/>
          <a:lstStyle/>
          <a:p>
            <a:pPr marL="0" indent="0" algn="l">
              <a:lnSpc>
                <a:spcPts val="2150"/>
              </a:lnSpc>
              <a:buNone/>
            </a:pPr>
            <a:r>
              <a:rPr lang="en-US" sz="1350" b="1" dirty="0">
                <a:solidFill>
                  <a:srgbClr val="454240"/>
                </a:solidFill>
                <a:latin typeface="DM Sans" pitchFamily="34" charset="0"/>
                <a:ea typeface="DM Sans" pitchFamily="34" charset="-122"/>
                <a:cs typeface="DM Sans" pitchFamily="34" charset="-120"/>
              </a:rPr>
              <a:t>Prepare the deed with comprehensive property details and identities of both the releasor and releasee.</a:t>
            </a:r>
            <a:endParaRPr lang="en-US" sz="1350" dirty="0"/>
          </a:p>
        </p:txBody>
      </p:sp>
      <p:sp>
        <p:nvSpPr>
          <p:cNvPr id="11" name="Shape 8"/>
          <p:cNvSpPr/>
          <p:nvPr/>
        </p:nvSpPr>
        <p:spPr>
          <a:xfrm>
            <a:off x="606385" y="2809161"/>
            <a:ext cx="389811" cy="389811"/>
          </a:xfrm>
          <a:prstGeom prst="roundRect">
            <a:avLst>
              <a:gd name="adj" fmla="val 18669"/>
            </a:avLst>
          </a:prstGeom>
          <a:solidFill>
            <a:srgbClr val="910D0D"/>
          </a:solidFill>
          <a:ln w="7620">
            <a:solidFill>
              <a:srgbClr val="AA2626"/>
            </a:solidFill>
            <a:prstDash val="solid"/>
          </a:ln>
        </p:spPr>
        <p:txBody>
          <a:bodyPr/>
          <a:lstStyle/>
          <a:p>
            <a:endParaRPr lang="en-IN"/>
          </a:p>
        </p:txBody>
      </p:sp>
      <p:sp>
        <p:nvSpPr>
          <p:cNvPr id="12" name="Text 9"/>
          <p:cNvSpPr/>
          <p:nvPr/>
        </p:nvSpPr>
        <p:spPr>
          <a:xfrm>
            <a:off x="671393" y="2841665"/>
            <a:ext cx="259794" cy="324802"/>
          </a:xfrm>
          <a:prstGeom prst="rect">
            <a:avLst/>
          </a:prstGeom>
          <a:noFill/>
          <a:ln/>
        </p:spPr>
        <p:txBody>
          <a:bodyPr wrap="none" lIns="0" tIns="0" rIns="0" bIns="0" rtlCol="0" anchor="t"/>
          <a:lstStyle/>
          <a:p>
            <a:pPr marL="0" indent="0" algn="ctr">
              <a:lnSpc>
                <a:spcPts val="2000"/>
              </a:lnSpc>
              <a:buNone/>
            </a:pPr>
            <a:r>
              <a:rPr lang="en-US" sz="2000" dirty="0">
                <a:solidFill>
                  <a:srgbClr val="FFFFFF"/>
                </a:solidFill>
                <a:latin typeface="Libre Baskerville" pitchFamily="34" charset="0"/>
                <a:ea typeface="Libre Baskerville" pitchFamily="34" charset="-122"/>
                <a:cs typeface="Libre Baskerville" pitchFamily="34" charset="-120"/>
              </a:rPr>
              <a:t>2</a:t>
            </a:r>
            <a:endParaRPr lang="en-US" sz="2000" dirty="0"/>
          </a:p>
        </p:txBody>
      </p:sp>
      <p:sp>
        <p:nvSpPr>
          <p:cNvPr id="13" name="Text 10"/>
          <p:cNvSpPr/>
          <p:nvPr/>
        </p:nvSpPr>
        <p:spPr>
          <a:xfrm>
            <a:off x="1342787" y="2868692"/>
            <a:ext cx="2165866" cy="270629"/>
          </a:xfrm>
          <a:prstGeom prst="rect">
            <a:avLst/>
          </a:prstGeom>
          <a:noFill/>
          <a:ln/>
        </p:spPr>
        <p:txBody>
          <a:bodyPr wrap="none" lIns="0" tIns="0" rIns="0" bIns="0" rtlCol="0" anchor="t"/>
          <a:lstStyle/>
          <a:p>
            <a:pPr marL="0" indent="0" algn="l">
              <a:lnSpc>
                <a:spcPts val="2100"/>
              </a:lnSpc>
              <a:buNone/>
            </a:pPr>
            <a:r>
              <a:rPr lang="en-US" sz="1700" b="1" dirty="0">
                <a:solidFill>
                  <a:srgbClr val="454240"/>
                </a:solidFill>
                <a:latin typeface="Libre Baskerville" pitchFamily="34" charset="0"/>
                <a:ea typeface="Libre Baskerville" pitchFamily="34" charset="-122"/>
                <a:cs typeface="Libre Baskerville" pitchFamily="34" charset="-120"/>
              </a:rPr>
              <a:t>Pay Stamp Duty</a:t>
            </a:r>
            <a:endParaRPr lang="en-US" sz="1700" dirty="0"/>
          </a:p>
        </p:txBody>
      </p:sp>
      <p:sp>
        <p:nvSpPr>
          <p:cNvPr id="14" name="Text 11"/>
          <p:cNvSpPr/>
          <p:nvPr/>
        </p:nvSpPr>
        <p:spPr>
          <a:xfrm>
            <a:off x="1342787" y="3243263"/>
            <a:ext cx="12681228" cy="277178"/>
          </a:xfrm>
          <a:prstGeom prst="rect">
            <a:avLst/>
          </a:prstGeom>
          <a:noFill/>
          <a:ln/>
        </p:spPr>
        <p:txBody>
          <a:bodyPr wrap="none" lIns="0" tIns="0" rIns="0" bIns="0" rtlCol="0" anchor="t"/>
          <a:lstStyle/>
          <a:p>
            <a:pPr marL="0" indent="0" algn="l">
              <a:lnSpc>
                <a:spcPts val="2150"/>
              </a:lnSpc>
              <a:buNone/>
            </a:pPr>
            <a:r>
              <a:rPr lang="en-US" sz="1350" b="1" dirty="0">
                <a:solidFill>
                  <a:srgbClr val="454240"/>
                </a:solidFill>
                <a:latin typeface="DM Sans" pitchFamily="34" charset="0"/>
                <a:ea typeface="DM Sans" pitchFamily="34" charset="-122"/>
                <a:cs typeface="DM Sans" pitchFamily="34" charset="-120"/>
              </a:rPr>
              <a:t>Calculate and pay the required stamp duty as per the local state regulations for legal enforceability.</a:t>
            </a:r>
            <a:endParaRPr lang="en-US" sz="1350" dirty="0"/>
          </a:p>
        </p:txBody>
      </p:sp>
      <p:sp>
        <p:nvSpPr>
          <p:cNvPr id="15" name="Shape 12"/>
          <p:cNvSpPr/>
          <p:nvPr/>
        </p:nvSpPr>
        <p:spPr>
          <a:xfrm>
            <a:off x="606385" y="3866912"/>
            <a:ext cx="389811" cy="389811"/>
          </a:xfrm>
          <a:prstGeom prst="roundRect">
            <a:avLst>
              <a:gd name="adj" fmla="val 18669"/>
            </a:avLst>
          </a:prstGeom>
          <a:solidFill>
            <a:srgbClr val="910D0D"/>
          </a:solidFill>
          <a:ln w="7620">
            <a:solidFill>
              <a:srgbClr val="AA2626"/>
            </a:solidFill>
            <a:prstDash val="solid"/>
          </a:ln>
        </p:spPr>
        <p:txBody>
          <a:bodyPr/>
          <a:lstStyle/>
          <a:p>
            <a:endParaRPr lang="en-IN"/>
          </a:p>
        </p:txBody>
      </p:sp>
      <p:sp>
        <p:nvSpPr>
          <p:cNvPr id="16" name="Text 13"/>
          <p:cNvSpPr/>
          <p:nvPr/>
        </p:nvSpPr>
        <p:spPr>
          <a:xfrm>
            <a:off x="671393" y="3899416"/>
            <a:ext cx="259794" cy="324802"/>
          </a:xfrm>
          <a:prstGeom prst="rect">
            <a:avLst/>
          </a:prstGeom>
          <a:noFill/>
          <a:ln/>
        </p:spPr>
        <p:txBody>
          <a:bodyPr wrap="none" lIns="0" tIns="0" rIns="0" bIns="0" rtlCol="0" anchor="t"/>
          <a:lstStyle/>
          <a:p>
            <a:pPr marL="0" indent="0" algn="ctr">
              <a:lnSpc>
                <a:spcPts val="2000"/>
              </a:lnSpc>
              <a:buNone/>
            </a:pPr>
            <a:r>
              <a:rPr lang="en-US" sz="2000" dirty="0">
                <a:solidFill>
                  <a:srgbClr val="FFFFFF"/>
                </a:solidFill>
                <a:latin typeface="Libre Baskerville" pitchFamily="34" charset="0"/>
                <a:ea typeface="Libre Baskerville" pitchFamily="34" charset="-122"/>
                <a:cs typeface="Libre Baskerville" pitchFamily="34" charset="-120"/>
              </a:rPr>
              <a:t>3</a:t>
            </a:r>
            <a:endParaRPr lang="en-US" sz="2000" dirty="0"/>
          </a:p>
        </p:txBody>
      </p:sp>
      <p:sp>
        <p:nvSpPr>
          <p:cNvPr id="17" name="Text 14"/>
          <p:cNvSpPr/>
          <p:nvPr/>
        </p:nvSpPr>
        <p:spPr>
          <a:xfrm>
            <a:off x="1342787" y="3926443"/>
            <a:ext cx="2739985" cy="270629"/>
          </a:xfrm>
          <a:prstGeom prst="rect">
            <a:avLst/>
          </a:prstGeom>
          <a:noFill/>
          <a:ln/>
        </p:spPr>
        <p:txBody>
          <a:bodyPr wrap="none" lIns="0" tIns="0" rIns="0" bIns="0" rtlCol="0" anchor="t"/>
          <a:lstStyle/>
          <a:p>
            <a:pPr marL="0" indent="0" algn="l">
              <a:lnSpc>
                <a:spcPts val="2100"/>
              </a:lnSpc>
              <a:buNone/>
            </a:pPr>
            <a:r>
              <a:rPr lang="en-US" sz="1700" b="1" dirty="0">
                <a:solidFill>
                  <a:srgbClr val="454240"/>
                </a:solidFill>
                <a:latin typeface="Libre Baskerville" pitchFamily="34" charset="0"/>
                <a:ea typeface="Libre Baskerville" pitchFamily="34" charset="-122"/>
                <a:cs typeface="Libre Baskerville" pitchFamily="34" charset="-120"/>
              </a:rPr>
              <a:t>Execution &amp; Witnessing</a:t>
            </a:r>
            <a:endParaRPr lang="en-US" sz="1700" dirty="0"/>
          </a:p>
        </p:txBody>
      </p:sp>
      <p:sp>
        <p:nvSpPr>
          <p:cNvPr id="18" name="Text 15"/>
          <p:cNvSpPr/>
          <p:nvPr/>
        </p:nvSpPr>
        <p:spPr>
          <a:xfrm>
            <a:off x="1342787" y="4301014"/>
            <a:ext cx="12681228" cy="277178"/>
          </a:xfrm>
          <a:prstGeom prst="rect">
            <a:avLst/>
          </a:prstGeom>
          <a:noFill/>
          <a:ln/>
        </p:spPr>
        <p:txBody>
          <a:bodyPr wrap="none" lIns="0" tIns="0" rIns="0" bIns="0" rtlCol="0" anchor="t"/>
          <a:lstStyle/>
          <a:p>
            <a:pPr marL="0" indent="0" algn="l">
              <a:lnSpc>
                <a:spcPts val="2150"/>
              </a:lnSpc>
              <a:buNone/>
            </a:pPr>
            <a:r>
              <a:rPr lang="en-US" sz="1350" b="1" dirty="0">
                <a:solidFill>
                  <a:srgbClr val="454240"/>
                </a:solidFill>
                <a:latin typeface="DM Sans" pitchFamily="34" charset="0"/>
                <a:ea typeface="DM Sans" pitchFamily="34" charset="-122"/>
                <a:cs typeface="DM Sans" pitchFamily="34" charset="-120"/>
              </a:rPr>
              <a:t>The deed must be signed by the releasor and releasee in the presence of two witnesses, who also sign.</a:t>
            </a:r>
            <a:endParaRPr lang="en-US" sz="1350" dirty="0"/>
          </a:p>
        </p:txBody>
      </p:sp>
      <p:sp>
        <p:nvSpPr>
          <p:cNvPr id="19" name="Shape 16"/>
          <p:cNvSpPr/>
          <p:nvPr/>
        </p:nvSpPr>
        <p:spPr>
          <a:xfrm>
            <a:off x="606385" y="4924663"/>
            <a:ext cx="389811" cy="389811"/>
          </a:xfrm>
          <a:prstGeom prst="roundRect">
            <a:avLst>
              <a:gd name="adj" fmla="val 18669"/>
            </a:avLst>
          </a:prstGeom>
          <a:solidFill>
            <a:srgbClr val="910D0D"/>
          </a:solidFill>
          <a:ln w="7620">
            <a:solidFill>
              <a:srgbClr val="AA2626"/>
            </a:solidFill>
            <a:prstDash val="solid"/>
          </a:ln>
        </p:spPr>
        <p:txBody>
          <a:bodyPr/>
          <a:lstStyle/>
          <a:p>
            <a:endParaRPr lang="en-IN"/>
          </a:p>
        </p:txBody>
      </p:sp>
      <p:sp>
        <p:nvSpPr>
          <p:cNvPr id="20" name="Text 17"/>
          <p:cNvSpPr/>
          <p:nvPr/>
        </p:nvSpPr>
        <p:spPr>
          <a:xfrm>
            <a:off x="671393" y="4957167"/>
            <a:ext cx="259794" cy="324802"/>
          </a:xfrm>
          <a:prstGeom prst="rect">
            <a:avLst/>
          </a:prstGeom>
          <a:noFill/>
          <a:ln/>
        </p:spPr>
        <p:txBody>
          <a:bodyPr wrap="none" lIns="0" tIns="0" rIns="0" bIns="0" rtlCol="0" anchor="t"/>
          <a:lstStyle/>
          <a:p>
            <a:pPr marL="0" indent="0" algn="ctr">
              <a:lnSpc>
                <a:spcPts val="2000"/>
              </a:lnSpc>
              <a:buNone/>
            </a:pPr>
            <a:r>
              <a:rPr lang="en-US" sz="2000" dirty="0">
                <a:solidFill>
                  <a:srgbClr val="FFFFFF"/>
                </a:solidFill>
                <a:latin typeface="Libre Baskerville" pitchFamily="34" charset="0"/>
                <a:ea typeface="Libre Baskerville" pitchFamily="34" charset="-122"/>
                <a:cs typeface="Libre Baskerville" pitchFamily="34" charset="-120"/>
              </a:rPr>
              <a:t>4</a:t>
            </a:r>
            <a:endParaRPr lang="en-US" sz="2000" dirty="0"/>
          </a:p>
        </p:txBody>
      </p:sp>
      <p:sp>
        <p:nvSpPr>
          <p:cNvPr id="21" name="Text 18"/>
          <p:cNvSpPr/>
          <p:nvPr/>
        </p:nvSpPr>
        <p:spPr>
          <a:xfrm>
            <a:off x="1342787" y="4984194"/>
            <a:ext cx="4161830" cy="270629"/>
          </a:xfrm>
          <a:prstGeom prst="rect">
            <a:avLst/>
          </a:prstGeom>
          <a:noFill/>
          <a:ln/>
        </p:spPr>
        <p:txBody>
          <a:bodyPr wrap="none" lIns="0" tIns="0" rIns="0" bIns="0" rtlCol="0" anchor="t"/>
          <a:lstStyle/>
          <a:p>
            <a:pPr marL="0" indent="0" algn="l">
              <a:lnSpc>
                <a:spcPts val="2100"/>
              </a:lnSpc>
              <a:buNone/>
            </a:pPr>
            <a:r>
              <a:rPr lang="en-US" sz="1700" b="1" dirty="0">
                <a:solidFill>
                  <a:srgbClr val="454240"/>
                </a:solidFill>
                <a:latin typeface="Libre Baskerville" pitchFamily="34" charset="0"/>
                <a:ea typeface="Libre Baskerville" pitchFamily="34" charset="-122"/>
                <a:cs typeface="Libre Baskerville" pitchFamily="34" charset="-120"/>
              </a:rPr>
              <a:t>Submission at Sub-Registrar's Office</a:t>
            </a:r>
            <a:endParaRPr lang="en-US" sz="1700" dirty="0"/>
          </a:p>
        </p:txBody>
      </p:sp>
      <p:sp>
        <p:nvSpPr>
          <p:cNvPr id="22" name="Text 19"/>
          <p:cNvSpPr/>
          <p:nvPr/>
        </p:nvSpPr>
        <p:spPr>
          <a:xfrm>
            <a:off x="1342787" y="5358765"/>
            <a:ext cx="12681228" cy="277178"/>
          </a:xfrm>
          <a:prstGeom prst="rect">
            <a:avLst/>
          </a:prstGeom>
          <a:noFill/>
          <a:ln/>
        </p:spPr>
        <p:txBody>
          <a:bodyPr wrap="none" lIns="0" tIns="0" rIns="0" bIns="0" rtlCol="0" anchor="t"/>
          <a:lstStyle/>
          <a:p>
            <a:pPr marL="0" indent="0" algn="l">
              <a:lnSpc>
                <a:spcPts val="2150"/>
              </a:lnSpc>
              <a:buNone/>
            </a:pPr>
            <a:r>
              <a:rPr lang="en-US" sz="1350" b="1" dirty="0">
                <a:solidFill>
                  <a:srgbClr val="454240"/>
                </a:solidFill>
                <a:latin typeface="DM Sans" pitchFamily="34" charset="0"/>
                <a:ea typeface="DM Sans" pitchFamily="34" charset="-122"/>
                <a:cs typeface="DM Sans" pitchFamily="34" charset="-120"/>
              </a:rPr>
              <a:t>Present the duly signed and stamped deed along with all necessary documents to the Sub-Registrar.</a:t>
            </a:r>
            <a:endParaRPr lang="en-US" sz="1350" dirty="0"/>
          </a:p>
        </p:txBody>
      </p:sp>
      <p:sp>
        <p:nvSpPr>
          <p:cNvPr id="23" name="Shape 20"/>
          <p:cNvSpPr/>
          <p:nvPr/>
        </p:nvSpPr>
        <p:spPr>
          <a:xfrm>
            <a:off x="606385" y="5982414"/>
            <a:ext cx="389811" cy="389811"/>
          </a:xfrm>
          <a:prstGeom prst="roundRect">
            <a:avLst>
              <a:gd name="adj" fmla="val 18669"/>
            </a:avLst>
          </a:prstGeom>
          <a:solidFill>
            <a:srgbClr val="910D0D"/>
          </a:solidFill>
          <a:ln w="7620">
            <a:solidFill>
              <a:srgbClr val="AA2626"/>
            </a:solidFill>
            <a:prstDash val="solid"/>
          </a:ln>
        </p:spPr>
        <p:txBody>
          <a:bodyPr/>
          <a:lstStyle/>
          <a:p>
            <a:endParaRPr lang="en-IN"/>
          </a:p>
        </p:txBody>
      </p:sp>
      <p:sp>
        <p:nvSpPr>
          <p:cNvPr id="24" name="Text 21"/>
          <p:cNvSpPr/>
          <p:nvPr/>
        </p:nvSpPr>
        <p:spPr>
          <a:xfrm>
            <a:off x="671393" y="6014918"/>
            <a:ext cx="259794" cy="324802"/>
          </a:xfrm>
          <a:prstGeom prst="rect">
            <a:avLst/>
          </a:prstGeom>
          <a:noFill/>
          <a:ln/>
        </p:spPr>
        <p:txBody>
          <a:bodyPr wrap="none" lIns="0" tIns="0" rIns="0" bIns="0" rtlCol="0" anchor="t"/>
          <a:lstStyle/>
          <a:p>
            <a:pPr marL="0" indent="0" algn="ctr">
              <a:lnSpc>
                <a:spcPts val="2000"/>
              </a:lnSpc>
              <a:buNone/>
            </a:pPr>
            <a:r>
              <a:rPr lang="en-US" sz="2000" dirty="0">
                <a:solidFill>
                  <a:srgbClr val="FFFFFF"/>
                </a:solidFill>
                <a:latin typeface="Libre Baskerville" pitchFamily="34" charset="0"/>
                <a:ea typeface="Libre Baskerville" pitchFamily="34" charset="-122"/>
                <a:cs typeface="Libre Baskerville" pitchFamily="34" charset="-120"/>
              </a:rPr>
              <a:t>5</a:t>
            </a:r>
            <a:endParaRPr lang="en-US" sz="2000" dirty="0"/>
          </a:p>
        </p:txBody>
      </p:sp>
      <p:sp>
        <p:nvSpPr>
          <p:cNvPr id="25" name="Text 22"/>
          <p:cNvSpPr/>
          <p:nvPr/>
        </p:nvSpPr>
        <p:spPr>
          <a:xfrm>
            <a:off x="1342787" y="6041946"/>
            <a:ext cx="3831669" cy="270629"/>
          </a:xfrm>
          <a:prstGeom prst="rect">
            <a:avLst/>
          </a:prstGeom>
          <a:noFill/>
          <a:ln/>
        </p:spPr>
        <p:txBody>
          <a:bodyPr wrap="none" lIns="0" tIns="0" rIns="0" bIns="0" rtlCol="0" anchor="t"/>
          <a:lstStyle/>
          <a:p>
            <a:pPr marL="0" indent="0" algn="l">
              <a:lnSpc>
                <a:spcPts val="2100"/>
              </a:lnSpc>
              <a:buNone/>
            </a:pPr>
            <a:r>
              <a:rPr lang="en-US" sz="1700" b="1" dirty="0">
                <a:solidFill>
                  <a:srgbClr val="454240"/>
                </a:solidFill>
                <a:latin typeface="Libre Baskerville" pitchFamily="34" charset="0"/>
                <a:ea typeface="Libre Baskerville" pitchFamily="34" charset="-122"/>
                <a:cs typeface="Libre Baskerville" pitchFamily="34" charset="-120"/>
              </a:rPr>
              <a:t>Identity &amp; Document Verification</a:t>
            </a:r>
            <a:endParaRPr lang="en-US" sz="1700" dirty="0"/>
          </a:p>
        </p:txBody>
      </p:sp>
      <p:sp>
        <p:nvSpPr>
          <p:cNvPr id="26" name="Text 23"/>
          <p:cNvSpPr/>
          <p:nvPr/>
        </p:nvSpPr>
        <p:spPr>
          <a:xfrm>
            <a:off x="1342787" y="6416516"/>
            <a:ext cx="12681228" cy="277178"/>
          </a:xfrm>
          <a:prstGeom prst="rect">
            <a:avLst/>
          </a:prstGeom>
          <a:noFill/>
          <a:ln/>
        </p:spPr>
        <p:txBody>
          <a:bodyPr wrap="none" lIns="0" tIns="0" rIns="0" bIns="0" rtlCol="0" anchor="t"/>
          <a:lstStyle/>
          <a:p>
            <a:pPr marL="0" indent="0" algn="l">
              <a:lnSpc>
                <a:spcPts val="2150"/>
              </a:lnSpc>
              <a:buNone/>
            </a:pPr>
            <a:r>
              <a:rPr lang="en-US" sz="1350" b="1" dirty="0">
                <a:solidFill>
                  <a:srgbClr val="454240"/>
                </a:solidFill>
                <a:latin typeface="DM Sans" pitchFamily="34" charset="0"/>
                <a:ea typeface="DM Sans" pitchFamily="34" charset="-122"/>
                <a:cs typeface="DM Sans" pitchFamily="34" charset="-120"/>
              </a:rPr>
              <a:t>The Sub-Registrar verifies the identities of all parties and examines the authenticity of the submitted documents.</a:t>
            </a:r>
            <a:endParaRPr lang="en-US" sz="1350" dirty="0"/>
          </a:p>
        </p:txBody>
      </p:sp>
      <p:sp>
        <p:nvSpPr>
          <p:cNvPr id="27" name="Shape 24"/>
          <p:cNvSpPr/>
          <p:nvPr/>
        </p:nvSpPr>
        <p:spPr>
          <a:xfrm>
            <a:off x="606385" y="7040166"/>
            <a:ext cx="389811" cy="389811"/>
          </a:xfrm>
          <a:prstGeom prst="roundRect">
            <a:avLst>
              <a:gd name="adj" fmla="val 18669"/>
            </a:avLst>
          </a:prstGeom>
          <a:solidFill>
            <a:srgbClr val="910D0D"/>
          </a:solidFill>
          <a:ln w="7620">
            <a:solidFill>
              <a:srgbClr val="AA2626"/>
            </a:solidFill>
            <a:prstDash val="solid"/>
          </a:ln>
        </p:spPr>
        <p:txBody>
          <a:bodyPr/>
          <a:lstStyle/>
          <a:p>
            <a:endParaRPr lang="en-IN"/>
          </a:p>
        </p:txBody>
      </p:sp>
      <p:sp>
        <p:nvSpPr>
          <p:cNvPr id="28" name="Text 25"/>
          <p:cNvSpPr/>
          <p:nvPr/>
        </p:nvSpPr>
        <p:spPr>
          <a:xfrm>
            <a:off x="671393" y="7072670"/>
            <a:ext cx="259794" cy="324802"/>
          </a:xfrm>
          <a:prstGeom prst="rect">
            <a:avLst/>
          </a:prstGeom>
          <a:noFill/>
          <a:ln/>
        </p:spPr>
        <p:txBody>
          <a:bodyPr wrap="none" lIns="0" tIns="0" rIns="0" bIns="0" rtlCol="0" anchor="t"/>
          <a:lstStyle/>
          <a:p>
            <a:pPr marL="0" indent="0" algn="ctr">
              <a:lnSpc>
                <a:spcPts val="2000"/>
              </a:lnSpc>
              <a:buNone/>
            </a:pPr>
            <a:r>
              <a:rPr lang="en-US" sz="2000" dirty="0">
                <a:solidFill>
                  <a:srgbClr val="FFFFFF"/>
                </a:solidFill>
                <a:latin typeface="Libre Baskerville" pitchFamily="34" charset="0"/>
                <a:ea typeface="Libre Baskerville" pitchFamily="34" charset="-122"/>
                <a:cs typeface="Libre Baskerville" pitchFamily="34" charset="-120"/>
              </a:rPr>
              <a:t>6</a:t>
            </a:r>
            <a:endParaRPr lang="en-US" sz="2000" dirty="0"/>
          </a:p>
        </p:txBody>
      </p:sp>
      <p:sp>
        <p:nvSpPr>
          <p:cNvPr id="29" name="Text 26"/>
          <p:cNvSpPr/>
          <p:nvPr/>
        </p:nvSpPr>
        <p:spPr>
          <a:xfrm>
            <a:off x="1342787" y="7099697"/>
            <a:ext cx="2881074" cy="270629"/>
          </a:xfrm>
          <a:prstGeom prst="rect">
            <a:avLst/>
          </a:prstGeom>
          <a:noFill/>
          <a:ln/>
        </p:spPr>
        <p:txBody>
          <a:bodyPr wrap="none" lIns="0" tIns="0" rIns="0" bIns="0" rtlCol="0" anchor="t"/>
          <a:lstStyle/>
          <a:p>
            <a:pPr marL="0" indent="0" algn="l">
              <a:lnSpc>
                <a:spcPts val="2100"/>
              </a:lnSpc>
              <a:buNone/>
            </a:pPr>
            <a:r>
              <a:rPr lang="en-US" sz="1700" b="1" dirty="0">
                <a:solidFill>
                  <a:srgbClr val="454240"/>
                </a:solidFill>
                <a:latin typeface="Libre Baskerville" pitchFamily="34" charset="0"/>
                <a:ea typeface="Libre Baskerville" pitchFamily="34" charset="-122"/>
                <a:cs typeface="Libre Baskerville" pitchFamily="34" charset="-120"/>
              </a:rPr>
              <a:t>Registration &amp; Collection</a:t>
            </a:r>
            <a:endParaRPr lang="en-US" sz="1700" dirty="0"/>
          </a:p>
        </p:txBody>
      </p:sp>
      <p:sp>
        <p:nvSpPr>
          <p:cNvPr id="30" name="Text 27"/>
          <p:cNvSpPr/>
          <p:nvPr/>
        </p:nvSpPr>
        <p:spPr>
          <a:xfrm>
            <a:off x="1342787" y="7474267"/>
            <a:ext cx="12681228" cy="277178"/>
          </a:xfrm>
          <a:prstGeom prst="rect">
            <a:avLst/>
          </a:prstGeom>
          <a:noFill/>
          <a:ln/>
        </p:spPr>
        <p:txBody>
          <a:bodyPr wrap="none" lIns="0" tIns="0" rIns="0" bIns="0" rtlCol="0" anchor="t"/>
          <a:lstStyle/>
          <a:p>
            <a:pPr marL="0" indent="0" algn="l">
              <a:lnSpc>
                <a:spcPts val="2150"/>
              </a:lnSpc>
              <a:buNone/>
            </a:pPr>
            <a:r>
              <a:rPr lang="en-US" sz="1350" b="1" dirty="0">
                <a:solidFill>
                  <a:srgbClr val="454240"/>
                </a:solidFill>
                <a:latin typeface="DM Sans" pitchFamily="34" charset="0"/>
                <a:ea typeface="DM Sans" pitchFamily="34" charset="-122"/>
                <a:cs typeface="DM Sans" pitchFamily="34" charset="-120"/>
              </a:rPr>
              <a:t>Upon successful verification, the deed is registered, and an endorsed copy is issued, finalising the transfer.</a:t>
            </a:r>
            <a:endParaRPr lang="en-US" sz="1350" dirty="0"/>
          </a:p>
        </p:txBody>
      </p:sp>
      <p:sp>
        <p:nvSpPr>
          <p:cNvPr id="31" name="TextBox 30">
            <a:extLst>
              <a:ext uri="{FF2B5EF4-FFF2-40B4-BE49-F238E27FC236}">
                <a16:creationId xmlns:a16="http://schemas.microsoft.com/office/drawing/2014/main" id="{EC1BD929-D167-F5CD-2935-7016CE3B10A3}"/>
              </a:ext>
            </a:extLst>
          </p:cNvPr>
          <p:cNvSpPr txBox="1"/>
          <p:nvPr/>
        </p:nvSpPr>
        <p:spPr>
          <a:xfrm>
            <a:off x="12209801" y="7805856"/>
            <a:ext cx="2420599" cy="369332"/>
          </a:xfrm>
          <a:prstGeom prst="rect">
            <a:avLst/>
          </a:prstGeom>
          <a:noFill/>
        </p:spPr>
        <p:txBody>
          <a:bodyPr wrap="none" rtlCol="0">
            <a:spAutoFit/>
          </a:bodyPr>
          <a:lstStyle/>
          <a:p>
            <a:r>
              <a:rPr lang="en-IN" b="1"/>
              <a:t>© Pereira &amp; Associates </a:t>
            </a:r>
            <a:endParaRPr lang="en-IN"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2577"/>
          </a:xfrm>
          <a:prstGeom prst="rect">
            <a:avLst/>
          </a:prstGeom>
        </p:spPr>
      </p:pic>
      <p:sp>
        <p:nvSpPr>
          <p:cNvPr id="3" name="Text 0"/>
          <p:cNvSpPr/>
          <p:nvPr/>
        </p:nvSpPr>
        <p:spPr>
          <a:xfrm>
            <a:off x="732115" y="575191"/>
            <a:ext cx="5454610" cy="653772"/>
          </a:xfrm>
          <a:prstGeom prst="rect">
            <a:avLst/>
          </a:prstGeom>
          <a:noFill/>
          <a:ln/>
        </p:spPr>
        <p:txBody>
          <a:bodyPr wrap="none" lIns="0" tIns="0" rIns="0" bIns="0" rtlCol="0" anchor="t"/>
          <a:lstStyle/>
          <a:p>
            <a:pPr marL="0" indent="0" algn="l">
              <a:lnSpc>
                <a:spcPts val="5100"/>
              </a:lnSpc>
              <a:buNone/>
            </a:pPr>
            <a:r>
              <a:rPr lang="en-US" sz="4100" b="1" dirty="0">
                <a:solidFill>
                  <a:srgbClr val="910D0D"/>
                </a:solidFill>
                <a:latin typeface="Libre Baskerville" pitchFamily="34" charset="0"/>
                <a:ea typeface="Libre Baskerville" pitchFamily="34" charset="-122"/>
                <a:cs typeface="Libre Baskerville" pitchFamily="34" charset="-120"/>
              </a:rPr>
              <a:t>Common Use Cases</a:t>
            </a:r>
            <a:endParaRPr lang="en-US" sz="4100" dirty="0"/>
          </a:p>
        </p:txBody>
      </p:sp>
      <p:sp>
        <p:nvSpPr>
          <p:cNvPr id="4" name="Text 1"/>
          <p:cNvSpPr/>
          <p:nvPr/>
        </p:nvSpPr>
        <p:spPr>
          <a:xfrm>
            <a:off x="732115" y="1542693"/>
            <a:ext cx="7679769" cy="669369"/>
          </a:xfrm>
          <a:prstGeom prst="rect">
            <a:avLst/>
          </a:prstGeom>
          <a:noFill/>
          <a:ln/>
        </p:spPr>
        <p:txBody>
          <a:bodyPr wrap="square" lIns="0" tIns="0" rIns="0" bIns="0" rtlCol="0" anchor="t"/>
          <a:lstStyle/>
          <a:p>
            <a:pPr marL="0" indent="0" algn="l">
              <a:lnSpc>
                <a:spcPts val="2600"/>
              </a:lnSpc>
              <a:buNone/>
            </a:pPr>
            <a:r>
              <a:rPr lang="en-US" sz="1600" b="1" dirty="0">
                <a:solidFill>
                  <a:srgbClr val="454240"/>
                </a:solidFill>
                <a:latin typeface="DM Sans" pitchFamily="34" charset="0"/>
                <a:ea typeface="DM Sans" pitchFamily="34" charset="-122"/>
                <a:cs typeface="DM Sans" pitchFamily="34" charset="-120"/>
              </a:rPr>
              <a:t>Release Deeds are frequently used in specific property scenarios to clarify ownership and prevent future disputes.</a:t>
            </a:r>
            <a:endParaRPr lang="en-US" sz="1600" dirty="0"/>
          </a:p>
        </p:txBody>
      </p:sp>
      <p:sp>
        <p:nvSpPr>
          <p:cNvPr id="5" name="Shape 2"/>
          <p:cNvSpPr/>
          <p:nvPr/>
        </p:nvSpPr>
        <p:spPr>
          <a:xfrm>
            <a:off x="732115" y="2447330"/>
            <a:ext cx="7679769" cy="1597223"/>
          </a:xfrm>
          <a:prstGeom prst="roundRect">
            <a:avLst>
              <a:gd name="adj" fmla="val 5501"/>
            </a:avLst>
          </a:prstGeom>
          <a:solidFill>
            <a:srgbClr val="F7EDD4"/>
          </a:solidFill>
          <a:ln w="7620">
            <a:solidFill>
              <a:srgbClr val="DDD3BA"/>
            </a:solidFill>
            <a:prstDash val="solid"/>
          </a:ln>
        </p:spPr>
        <p:txBody>
          <a:bodyPr/>
          <a:lstStyle/>
          <a:p>
            <a:endParaRPr lang="en-IN"/>
          </a:p>
        </p:txBody>
      </p:sp>
      <p:sp>
        <p:nvSpPr>
          <p:cNvPr id="6" name="Shape 3"/>
          <p:cNvSpPr/>
          <p:nvPr/>
        </p:nvSpPr>
        <p:spPr>
          <a:xfrm>
            <a:off x="948928" y="2664143"/>
            <a:ext cx="627578" cy="627578"/>
          </a:xfrm>
          <a:prstGeom prst="roundRect">
            <a:avLst>
              <a:gd name="adj" fmla="val 14568843"/>
            </a:avLst>
          </a:prstGeom>
          <a:solidFill>
            <a:srgbClr val="B88E23"/>
          </a:solidFill>
          <a:ln/>
        </p:spPr>
        <p:txBody>
          <a:bodyPr/>
          <a:lstStyle/>
          <a:p>
            <a:endParaRPr lang="en-IN"/>
          </a:p>
        </p:txBody>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450" y="2836664"/>
            <a:ext cx="282416" cy="282416"/>
          </a:xfrm>
          <a:prstGeom prst="rect">
            <a:avLst/>
          </a:prstGeom>
        </p:spPr>
      </p:pic>
      <p:sp>
        <p:nvSpPr>
          <p:cNvPr id="8" name="Text 4"/>
          <p:cNvSpPr/>
          <p:nvPr/>
        </p:nvSpPr>
        <p:spPr>
          <a:xfrm>
            <a:off x="948928" y="3500914"/>
            <a:ext cx="3037880" cy="326827"/>
          </a:xfrm>
          <a:prstGeom prst="rect">
            <a:avLst/>
          </a:prstGeom>
          <a:noFill/>
          <a:ln/>
        </p:spPr>
        <p:txBody>
          <a:bodyPr wrap="none" lIns="0" tIns="0" rIns="0" bIns="0" rtlCol="0" anchor="t"/>
          <a:lstStyle/>
          <a:p>
            <a:pPr marL="0" indent="0" algn="l">
              <a:lnSpc>
                <a:spcPts val="2550"/>
              </a:lnSpc>
              <a:buNone/>
            </a:pPr>
            <a:r>
              <a:rPr lang="en-US" sz="2050" b="1" dirty="0">
                <a:solidFill>
                  <a:srgbClr val="454240"/>
                </a:solidFill>
                <a:latin typeface="Libre Baskerville" pitchFamily="34" charset="0"/>
                <a:ea typeface="Libre Baskerville" pitchFamily="34" charset="-122"/>
                <a:cs typeface="Libre Baskerville" pitchFamily="34" charset="-120"/>
              </a:rPr>
              <a:t>Joint Family Property </a:t>
            </a:r>
            <a:endParaRPr lang="en-US" sz="2050" dirty="0"/>
          </a:p>
        </p:txBody>
      </p:sp>
      <p:sp>
        <p:nvSpPr>
          <p:cNvPr id="9" name="Shape 5"/>
          <p:cNvSpPr/>
          <p:nvPr/>
        </p:nvSpPr>
        <p:spPr>
          <a:xfrm>
            <a:off x="732115" y="4253746"/>
            <a:ext cx="7679769" cy="1597223"/>
          </a:xfrm>
          <a:prstGeom prst="roundRect">
            <a:avLst>
              <a:gd name="adj" fmla="val 5501"/>
            </a:avLst>
          </a:prstGeom>
          <a:solidFill>
            <a:srgbClr val="F7EDD4"/>
          </a:solidFill>
          <a:ln w="7620">
            <a:solidFill>
              <a:srgbClr val="DDD3BA"/>
            </a:solidFill>
            <a:prstDash val="solid"/>
          </a:ln>
        </p:spPr>
        <p:txBody>
          <a:bodyPr/>
          <a:lstStyle/>
          <a:p>
            <a:endParaRPr lang="en-IN"/>
          </a:p>
        </p:txBody>
      </p:sp>
      <p:sp>
        <p:nvSpPr>
          <p:cNvPr id="10" name="Shape 6"/>
          <p:cNvSpPr/>
          <p:nvPr/>
        </p:nvSpPr>
        <p:spPr>
          <a:xfrm>
            <a:off x="948928" y="4470559"/>
            <a:ext cx="627578" cy="627578"/>
          </a:xfrm>
          <a:prstGeom prst="roundRect">
            <a:avLst>
              <a:gd name="adj" fmla="val 14568843"/>
            </a:avLst>
          </a:prstGeom>
          <a:solidFill>
            <a:srgbClr val="B88E23"/>
          </a:solidFill>
          <a:ln/>
        </p:spPr>
        <p:txBody>
          <a:bodyPr/>
          <a:lstStyle/>
          <a:p>
            <a:endParaRPr lang="en-IN"/>
          </a:p>
        </p:txBody>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1450" y="4643080"/>
            <a:ext cx="282416" cy="282416"/>
          </a:xfrm>
          <a:prstGeom prst="rect">
            <a:avLst/>
          </a:prstGeom>
        </p:spPr>
      </p:pic>
      <p:sp>
        <p:nvSpPr>
          <p:cNvPr id="12" name="Text 7"/>
          <p:cNvSpPr/>
          <p:nvPr/>
        </p:nvSpPr>
        <p:spPr>
          <a:xfrm>
            <a:off x="948928" y="5307330"/>
            <a:ext cx="2696885" cy="326827"/>
          </a:xfrm>
          <a:prstGeom prst="rect">
            <a:avLst/>
          </a:prstGeom>
          <a:noFill/>
          <a:ln/>
        </p:spPr>
        <p:txBody>
          <a:bodyPr wrap="none" lIns="0" tIns="0" rIns="0" bIns="0" rtlCol="0" anchor="t"/>
          <a:lstStyle/>
          <a:p>
            <a:pPr marL="0" indent="0" algn="l">
              <a:lnSpc>
                <a:spcPts val="2550"/>
              </a:lnSpc>
              <a:buNone/>
            </a:pPr>
            <a:r>
              <a:rPr lang="en-US" sz="2050" b="1" dirty="0">
                <a:solidFill>
                  <a:srgbClr val="454240"/>
                </a:solidFill>
                <a:latin typeface="Libre Baskerville" pitchFamily="34" charset="0"/>
                <a:ea typeface="Libre Baskerville" pitchFamily="34" charset="-122"/>
                <a:cs typeface="Libre Baskerville" pitchFamily="34" charset="-120"/>
              </a:rPr>
              <a:t>Co-owner Transfer </a:t>
            </a:r>
            <a:endParaRPr lang="en-US" sz="2050" dirty="0"/>
          </a:p>
        </p:txBody>
      </p:sp>
      <p:sp>
        <p:nvSpPr>
          <p:cNvPr id="13" name="Shape 8"/>
          <p:cNvSpPr/>
          <p:nvPr/>
        </p:nvSpPr>
        <p:spPr>
          <a:xfrm>
            <a:off x="732115" y="6060162"/>
            <a:ext cx="7679769" cy="1597223"/>
          </a:xfrm>
          <a:prstGeom prst="roundRect">
            <a:avLst>
              <a:gd name="adj" fmla="val 5501"/>
            </a:avLst>
          </a:prstGeom>
          <a:solidFill>
            <a:srgbClr val="F7EDD4"/>
          </a:solidFill>
          <a:ln w="7620">
            <a:solidFill>
              <a:srgbClr val="DDD3BA"/>
            </a:solidFill>
            <a:prstDash val="solid"/>
          </a:ln>
        </p:spPr>
        <p:txBody>
          <a:bodyPr/>
          <a:lstStyle/>
          <a:p>
            <a:endParaRPr lang="en-IN"/>
          </a:p>
        </p:txBody>
      </p:sp>
      <p:sp>
        <p:nvSpPr>
          <p:cNvPr id="14" name="Shape 9"/>
          <p:cNvSpPr/>
          <p:nvPr/>
        </p:nvSpPr>
        <p:spPr>
          <a:xfrm>
            <a:off x="948928" y="6276975"/>
            <a:ext cx="627578" cy="627578"/>
          </a:xfrm>
          <a:prstGeom prst="roundRect">
            <a:avLst>
              <a:gd name="adj" fmla="val 14568843"/>
            </a:avLst>
          </a:prstGeom>
          <a:solidFill>
            <a:srgbClr val="B88E23"/>
          </a:solidFill>
          <a:ln/>
        </p:spPr>
        <p:txBody>
          <a:bodyPr/>
          <a:lstStyle/>
          <a:p>
            <a:endParaRPr lang="en-IN"/>
          </a:p>
        </p:txBody>
      </p:sp>
      <p:pic>
        <p:nvPicPr>
          <p:cNvPr id="15"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21450" y="6449497"/>
            <a:ext cx="282416" cy="282416"/>
          </a:xfrm>
          <a:prstGeom prst="rect">
            <a:avLst/>
          </a:prstGeom>
        </p:spPr>
      </p:pic>
      <p:sp>
        <p:nvSpPr>
          <p:cNvPr id="16" name="Text 10"/>
          <p:cNvSpPr/>
          <p:nvPr/>
        </p:nvSpPr>
        <p:spPr>
          <a:xfrm>
            <a:off x="948928" y="7113746"/>
            <a:ext cx="3742730" cy="326827"/>
          </a:xfrm>
          <a:prstGeom prst="rect">
            <a:avLst/>
          </a:prstGeom>
          <a:noFill/>
          <a:ln/>
        </p:spPr>
        <p:txBody>
          <a:bodyPr wrap="none" lIns="0" tIns="0" rIns="0" bIns="0" rtlCol="0" anchor="t"/>
          <a:lstStyle/>
          <a:p>
            <a:pPr marL="0" indent="0" algn="l">
              <a:lnSpc>
                <a:spcPts val="2550"/>
              </a:lnSpc>
              <a:buNone/>
            </a:pPr>
            <a:r>
              <a:rPr lang="en-US" sz="2050" b="1" dirty="0">
                <a:solidFill>
                  <a:srgbClr val="454240"/>
                </a:solidFill>
                <a:latin typeface="Libre Baskerville" pitchFamily="34" charset="0"/>
                <a:ea typeface="Libre Baskerville" pitchFamily="34" charset="-122"/>
                <a:cs typeface="Libre Baskerville" pitchFamily="34" charset="-120"/>
              </a:rPr>
              <a:t>Legal Heir Relinquishment</a:t>
            </a:r>
            <a:endParaRPr lang="en-US" sz="2050" dirty="0"/>
          </a:p>
        </p:txBody>
      </p:sp>
      <p:sp>
        <p:nvSpPr>
          <p:cNvPr id="17" name="TextBox 16">
            <a:extLst>
              <a:ext uri="{FF2B5EF4-FFF2-40B4-BE49-F238E27FC236}">
                <a16:creationId xmlns:a16="http://schemas.microsoft.com/office/drawing/2014/main" id="{837E5D39-81C2-A685-2EC7-1CA1DD0013A2}"/>
              </a:ext>
            </a:extLst>
          </p:cNvPr>
          <p:cNvSpPr txBox="1"/>
          <p:nvPr/>
        </p:nvSpPr>
        <p:spPr>
          <a:xfrm>
            <a:off x="12268200" y="7817534"/>
            <a:ext cx="2743200"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62714" y="599242"/>
            <a:ext cx="7540466" cy="681038"/>
          </a:xfrm>
          <a:prstGeom prst="rect">
            <a:avLst/>
          </a:prstGeom>
          <a:noFill/>
          <a:ln/>
        </p:spPr>
        <p:txBody>
          <a:bodyPr wrap="none" lIns="0" tIns="0" rIns="0" bIns="0" rtlCol="0" anchor="t"/>
          <a:lstStyle/>
          <a:p>
            <a:pPr marL="0" indent="0" algn="l">
              <a:lnSpc>
                <a:spcPts val="5350"/>
              </a:lnSpc>
              <a:buNone/>
            </a:pPr>
            <a:r>
              <a:rPr lang="en-US" sz="4250" b="1" dirty="0">
                <a:solidFill>
                  <a:srgbClr val="910D0D"/>
                </a:solidFill>
                <a:latin typeface="Libre Baskerville" pitchFamily="34" charset="0"/>
                <a:ea typeface="Libre Baskerville" pitchFamily="34" charset="-122"/>
                <a:cs typeface="Libre Baskerville" pitchFamily="34" charset="-120"/>
              </a:rPr>
              <a:t>Benefits of a Release Deed</a:t>
            </a:r>
            <a:endParaRPr lang="en-US" sz="4250" dirty="0"/>
          </a:p>
        </p:txBody>
      </p:sp>
      <p:sp>
        <p:nvSpPr>
          <p:cNvPr id="3" name="Text 1"/>
          <p:cNvSpPr/>
          <p:nvPr/>
        </p:nvSpPr>
        <p:spPr>
          <a:xfrm>
            <a:off x="762714" y="1716167"/>
            <a:ext cx="13104971" cy="348734"/>
          </a:xfrm>
          <a:prstGeom prst="rect">
            <a:avLst/>
          </a:prstGeom>
          <a:noFill/>
          <a:ln/>
        </p:spPr>
        <p:txBody>
          <a:bodyPr wrap="none" lIns="0" tIns="0" rIns="0" bIns="0" rtlCol="0" anchor="t"/>
          <a:lstStyle/>
          <a:p>
            <a:pPr marL="0" indent="0" algn="l">
              <a:lnSpc>
                <a:spcPts val="2700"/>
              </a:lnSpc>
              <a:buNone/>
            </a:pPr>
            <a:r>
              <a:rPr lang="en-US" sz="1700" b="1" dirty="0">
                <a:solidFill>
                  <a:srgbClr val="454240"/>
                </a:solidFill>
                <a:latin typeface="DM Sans" pitchFamily="34" charset="0"/>
                <a:ea typeface="DM Sans" pitchFamily="34" charset="-122"/>
                <a:cs typeface="DM Sans" pitchFamily="34" charset="-120"/>
              </a:rPr>
              <a:t>A Release Deed offers several key advantages, particularly in family property matters, ensuring clarity and efficiency.</a:t>
            </a:r>
            <a:endParaRPr lang="en-US" sz="17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2714" y="2310051"/>
            <a:ext cx="653772" cy="653772"/>
          </a:xfrm>
          <a:prstGeom prst="rect">
            <a:avLst/>
          </a:prstGeom>
        </p:spPr>
      </p:pic>
      <p:sp>
        <p:nvSpPr>
          <p:cNvPr id="5" name="Text 2"/>
          <p:cNvSpPr/>
          <p:nvPr/>
        </p:nvSpPr>
        <p:spPr>
          <a:xfrm>
            <a:off x="762714" y="3236238"/>
            <a:ext cx="2768560" cy="340519"/>
          </a:xfrm>
          <a:prstGeom prst="rect">
            <a:avLst/>
          </a:prstGeom>
          <a:noFill/>
          <a:ln/>
        </p:spPr>
        <p:txBody>
          <a:bodyPr wrap="none" lIns="0" tIns="0" rIns="0" bIns="0" rtlCol="0" anchor="t"/>
          <a:lstStyle/>
          <a:p>
            <a:pPr marL="0" indent="0" algn="l">
              <a:lnSpc>
                <a:spcPts val="2650"/>
              </a:lnSpc>
              <a:buNone/>
            </a:pPr>
            <a:r>
              <a:rPr lang="en-US" sz="2100" b="1" dirty="0">
                <a:solidFill>
                  <a:srgbClr val="454240"/>
                </a:solidFill>
                <a:latin typeface="Libre Baskerville" pitchFamily="34" charset="0"/>
                <a:ea typeface="Libre Baskerville" pitchFamily="34" charset="-122"/>
                <a:cs typeface="Libre Baskerville" pitchFamily="34" charset="-120"/>
              </a:rPr>
              <a:t>Legally Recognised</a:t>
            </a:r>
            <a:endParaRPr lang="en-US" sz="2100" dirty="0"/>
          </a:p>
        </p:txBody>
      </p:sp>
      <p:sp>
        <p:nvSpPr>
          <p:cNvPr id="6" name="Text 3"/>
          <p:cNvSpPr/>
          <p:nvPr/>
        </p:nvSpPr>
        <p:spPr>
          <a:xfrm>
            <a:off x="762714" y="3707487"/>
            <a:ext cx="6416278" cy="1046202"/>
          </a:xfrm>
          <a:prstGeom prst="rect">
            <a:avLst/>
          </a:prstGeom>
          <a:noFill/>
          <a:ln/>
        </p:spPr>
        <p:txBody>
          <a:bodyPr wrap="square" lIns="0" tIns="0" rIns="0" bIns="0" rtlCol="0" anchor="t"/>
          <a:lstStyle/>
          <a:p>
            <a:pPr marL="0" indent="0" algn="l">
              <a:lnSpc>
                <a:spcPts val="2700"/>
              </a:lnSpc>
              <a:buNone/>
            </a:pPr>
            <a:r>
              <a:rPr lang="en-US" sz="1700" b="1" dirty="0">
                <a:solidFill>
                  <a:srgbClr val="454240"/>
                </a:solidFill>
                <a:latin typeface="DM Sans" pitchFamily="34" charset="0"/>
                <a:ea typeface="DM Sans" pitchFamily="34" charset="-122"/>
                <a:cs typeface="DM Sans" pitchFamily="34" charset="-120"/>
              </a:rPr>
              <a:t>Provides undeniable legal proof of property transfer, solidifying ownership for the releasee and simplifying future transactions.</a:t>
            </a:r>
            <a:endParaRPr lang="en-US" sz="17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51408" y="2310051"/>
            <a:ext cx="653772" cy="653772"/>
          </a:xfrm>
          <a:prstGeom prst="rect">
            <a:avLst/>
          </a:prstGeom>
        </p:spPr>
      </p:pic>
      <p:sp>
        <p:nvSpPr>
          <p:cNvPr id="8" name="Text 4"/>
          <p:cNvSpPr/>
          <p:nvPr/>
        </p:nvSpPr>
        <p:spPr>
          <a:xfrm>
            <a:off x="7451408" y="3236238"/>
            <a:ext cx="3603069" cy="340519"/>
          </a:xfrm>
          <a:prstGeom prst="rect">
            <a:avLst/>
          </a:prstGeom>
          <a:noFill/>
          <a:ln/>
        </p:spPr>
        <p:txBody>
          <a:bodyPr wrap="none" lIns="0" tIns="0" rIns="0" bIns="0" rtlCol="0" anchor="t"/>
          <a:lstStyle/>
          <a:p>
            <a:pPr marL="0" indent="0" algn="l">
              <a:lnSpc>
                <a:spcPts val="2650"/>
              </a:lnSpc>
              <a:buNone/>
            </a:pPr>
            <a:r>
              <a:rPr lang="en-US" sz="2100" b="1" dirty="0">
                <a:solidFill>
                  <a:srgbClr val="454240"/>
                </a:solidFill>
                <a:latin typeface="Libre Baskerville" pitchFamily="34" charset="0"/>
                <a:ea typeface="Libre Baskerville" pitchFamily="34" charset="-122"/>
                <a:cs typeface="Libre Baskerville" pitchFamily="34" charset="-120"/>
              </a:rPr>
              <a:t>Prevents Future Disputes</a:t>
            </a:r>
            <a:endParaRPr lang="en-US" sz="2100" dirty="0"/>
          </a:p>
        </p:txBody>
      </p:sp>
      <p:sp>
        <p:nvSpPr>
          <p:cNvPr id="9" name="Text 5"/>
          <p:cNvSpPr/>
          <p:nvPr/>
        </p:nvSpPr>
        <p:spPr>
          <a:xfrm>
            <a:off x="7451408" y="3707487"/>
            <a:ext cx="6416278" cy="1046202"/>
          </a:xfrm>
          <a:prstGeom prst="rect">
            <a:avLst/>
          </a:prstGeom>
          <a:noFill/>
          <a:ln/>
        </p:spPr>
        <p:txBody>
          <a:bodyPr wrap="square" lIns="0" tIns="0" rIns="0" bIns="0" rtlCol="0" anchor="t"/>
          <a:lstStyle/>
          <a:p>
            <a:pPr marL="0" indent="0" algn="l">
              <a:lnSpc>
                <a:spcPts val="2700"/>
              </a:lnSpc>
              <a:buNone/>
            </a:pPr>
            <a:r>
              <a:rPr lang="en-US" sz="1700" b="1" dirty="0">
                <a:solidFill>
                  <a:srgbClr val="454240"/>
                </a:solidFill>
                <a:latin typeface="DM Sans" pitchFamily="34" charset="0"/>
                <a:ea typeface="DM Sans" pitchFamily="34" charset="-122"/>
                <a:cs typeface="DM Sans" pitchFamily="34" charset="-120"/>
              </a:rPr>
              <a:t>Formalises the relinquishment of rights, eliminating potential conflicts and claims among co-owners or family members.</a:t>
            </a:r>
            <a:endParaRPr lang="en-US" sz="17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2714" y="5189577"/>
            <a:ext cx="653772" cy="653772"/>
          </a:xfrm>
          <a:prstGeom prst="rect">
            <a:avLst/>
          </a:prstGeom>
        </p:spPr>
      </p:pic>
      <p:sp>
        <p:nvSpPr>
          <p:cNvPr id="11" name="Text 6"/>
          <p:cNvSpPr/>
          <p:nvPr/>
        </p:nvSpPr>
        <p:spPr>
          <a:xfrm>
            <a:off x="762714" y="6115764"/>
            <a:ext cx="2724269" cy="340519"/>
          </a:xfrm>
          <a:prstGeom prst="rect">
            <a:avLst/>
          </a:prstGeom>
          <a:noFill/>
          <a:ln/>
        </p:spPr>
        <p:txBody>
          <a:bodyPr wrap="none" lIns="0" tIns="0" rIns="0" bIns="0" rtlCol="0" anchor="t"/>
          <a:lstStyle/>
          <a:p>
            <a:pPr marL="0" indent="0" algn="l">
              <a:lnSpc>
                <a:spcPts val="2650"/>
              </a:lnSpc>
              <a:buNone/>
            </a:pPr>
            <a:r>
              <a:rPr lang="en-US" sz="2100" b="1" dirty="0">
                <a:solidFill>
                  <a:srgbClr val="454240"/>
                </a:solidFill>
                <a:latin typeface="Libre Baskerville" pitchFamily="34" charset="0"/>
                <a:ea typeface="Libre Baskerville" pitchFamily="34" charset="-122"/>
                <a:cs typeface="Libre Baskerville" pitchFamily="34" charset="-120"/>
              </a:rPr>
              <a:t>Cost-Effective</a:t>
            </a:r>
            <a:endParaRPr lang="en-US" sz="2100" dirty="0"/>
          </a:p>
        </p:txBody>
      </p:sp>
      <p:sp>
        <p:nvSpPr>
          <p:cNvPr id="12" name="Text 7"/>
          <p:cNvSpPr/>
          <p:nvPr/>
        </p:nvSpPr>
        <p:spPr>
          <a:xfrm>
            <a:off x="762714" y="6587014"/>
            <a:ext cx="6416278" cy="1046202"/>
          </a:xfrm>
          <a:prstGeom prst="rect">
            <a:avLst/>
          </a:prstGeom>
          <a:noFill/>
          <a:ln/>
        </p:spPr>
        <p:txBody>
          <a:bodyPr wrap="square" lIns="0" tIns="0" rIns="0" bIns="0" rtlCol="0" anchor="t"/>
          <a:lstStyle/>
          <a:p>
            <a:pPr marL="0" indent="0" algn="l">
              <a:lnSpc>
                <a:spcPts val="2700"/>
              </a:lnSpc>
              <a:buNone/>
            </a:pPr>
            <a:r>
              <a:rPr lang="en-US" sz="1700" b="1" dirty="0">
                <a:solidFill>
                  <a:srgbClr val="454240"/>
                </a:solidFill>
                <a:latin typeface="DM Sans" pitchFamily="34" charset="0"/>
                <a:ea typeface="DM Sans" pitchFamily="34" charset="-122"/>
                <a:cs typeface="DM Sans" pitchFamily="34" charset="-120"/>
              </a:rPr>
              <a:t>Often involves lower stamp duty and registration fees compared to a sale deed, making it an economical option for family property transfers.</a:t>
            </a:r>
            <a:endParaRPr lang="en-US" sz="170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51408" y="5189577"/>
            <a:ext cx="653772" cy="653772"/>
          </a:xfrm>
          <a:prstGeom prst="rect">
            <a:avLst/>
          </a:prstGeom>
        </p:spPr>
      </p:pic>
      <p:sp>
        <p:nvSpPr>
          <p:cNvPr id="14" name="Text 8"/>
          <p:cNvSpPr/>
          <p:nvPr/>
        </p:nvSpPr>
        <p:spPr>
          <a:xfrm>
            <a:off x="7451408" y="6115764"/>
            <a:ext cx="2724269" cy="340519"/>
          </a:xfrm>
          <a:prstGeom prst="rect">
            <a:avLst/>
          </a:prstGeom>
          <a:noFill/>
          <a:ln/>
        </p:spPr>
        <p:txBody>
          <a:bodyPr wrap="none" lIns="0" tIns="0" rIns="0" bIns="0" rtlCol="0" anchor="t"/>
          <a:lstStyle/>
          <a:p>
            <a:pPr marL="0" indent="0" algn="l">
              <a:lnSpc>
                <a:spcPts val="2650"/>
              </a:lnSpc>
              <a:buNone/>
            </a:pPr>
            <a:r>
              <a:rPr lang="en-US" sz="2100" b="1" dirty="0">
                <a:solidFill>
                  <a:srgbClr val="454240"/>
                </a:solidFill>
                <a:latin typeface="Libre Baskerville" pitchFamily="34" charset="0"/>
                <a:ea typeface="Libre Baskerville" pitchFamily="34" charset="-122"/>
                <a:cs typeface="Libre Baskerville" pitchFamily="34" charset="-120"/>
              </a:rPr>
              <a:t>Faster Process</a:t>
            </a:r>
            <a:endParaRPr lang="en-US" sz="2100" dirty="0"/>
          </a:p>
        </p:txBody>
      </p:sp>
      <p:sp>
        <p:nvSpPr>
          <p:cNvPr id="15" name="Text 9"/>
          <p:cNvSpPr/>
          <p:nvPr/>
        </p:nvSpPr>
        <p:spPr>
          <a:xfrm>
            <a:off x="7451408" y="6587014"/>
            <a:ext cx="6416278" cy="1046202"/>
          </a:xfrm>
          <a:prstGeom prst="rect">
            <a:avLst/>
          </a:prstGeom>
          <a:noFill/>
          <a:ln/>
        </p:spPr>
        <p:txBody>
          <a:bodyPr wrap="square" lIns="0" tIns="0" rIns="0" bIns="0" rtlCol="0" anchor="t"/>
          <a:lstStyle/>
          <a:p>
            <a:pPr marL="0" indent="0" algn="l">
              <a:lnSpc>
                <a:spcPts val="2700"/>
              </a:lnSpc>
              <a:buNone/>
            </a:pPr>
            <a:r>
              <a:rPr lang="en-US" sz="1700" b="1" dirty="0">
                <a:solidFill>
                  <a:srgbClr val="454240"/>
                </a:solidFill>
                <a:latin typeface="DM Sans" pitchFamily="34" charset="0"/>
                <a:ea typeface="DM Sans" pitchFamily="34" charset="-122"/>
                <a:cs typeface="DM Sans" pitchFamily="34" charset="-120"/>
              </a:rPr>
              <a:t>Generally quicker to draft and register than a traditional sale deed, allowing for more efficient property right consolidation.</a:t>
            </a:r>
            <a:endParaRPr lang="en-US" sz="1700" dirty="0"/>
          </a:p>
        </p:txBody>
      </p:sp>
      <p:grpSp>
        <p:nvGrpSpPr>
          <p:cNvPr id="20" name="Group 19">
            <a:extLst>
              <a:ext uri="{FF2B5EF4-FFF2-40B4-BE49-F238E27FC236}">
                <a16:creationId xmlns:a16="http://schemas.microsoft.com/office/drawing/2014/main" id="{8DA8B89B-780D-765C-27B9-1905A6B8F692}"/>
              </a:ext>
            </a:extLst>
          </p:cNvPr>
          <p:cNvGrpSpPr/>
          <p:nvPr/>
        </p:nvGrpSpPr>
        <p:grpSpPr>
          <a:xfrm>
            <a:off x="12481295" y="7408364"/>
            <a:ext cx="1950120" cy="665640"/>
            <a:chOff x="12481295" y="7408364"/>
            <a:chExt cx="1950120" cy="665640"/>
          </a:xfrm>
        </p:grpSpPr>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843BA61F-AD09-FD0F-CB55-2E8C4DDEDD8E}"/>
                    </a:ext>
                  </a:extLst>
                </p14:cNvPr>
                <p14:cNvContentPartPr/>
                <p14:nvPr/>
              </p14:nvContentPartPr>
              <p14:xfrm>
                <a:off x="12800975" y="7408364"/>
                <a:ext cx="1630440" cy="665640"/>
              </p14:xfrm>
            </p:contentPart>
          </mc:Choice>
          <mc:Fallback xmlns="">
            <p:pic>
              <p:nvPicPr>
                <p:cNvPr id="18" name="Ink 17">
                  <a:extLst>
                    <a:ext uri="{FF2B5EF4-FFF2-40B4-BE49-F238E27FC236}">
                      <a16:creationId xmlns:a16="http://schemas.microsoft.com/office/drawing/2014/main" id="{843BA61F-AD09-FD0F-CB55-2E8C4DDEDD8E}"/>
                    </a:ext>
                  </a:extLst>
                </p:cNvPr>
                <p:cNvPicPr/>
                <p:nvPr/>
              </p:nvPicPr>
              <p:blipFill>
                <a:blip r:embed="rId12"/>
                <a:stretch>
                  <a:fillRect/>
                </a:stretch>
              </p:blipFill>
              <p:spPr>
                <a:xfrm>
                  <a:off x="12737975" y="7345364"/>
                  <a:ext cx="1756080" cy="791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7308230F-EE4B-101A-6B70-55E676409293}"/>
                    </a:ext>
                  </a:extLst>
                </p14:cNvPr>
                <p14:cNvContentPartPr/>
                <p14:nvPr/>
              </p14:nvContentPartPr>
              <p14:xfrm>
                <a:off x="12481295" y="7735964"/>
                <a:ext cx="666000" cy="52200"/>
              </p14:xfrm>
            </p:contentPart>
          </mc:Choice>
          <mc:Fallback xmlns="">
            <p:pic>
              <p:nvPicPr>
                <p:cNvPr id="19" name="Ink 18">
                  <a:extLst>
                    <a:ext uri="{FF2B5EF4-FFF2-40B4-BE49-F238E27FC236}">
                      <a16:creationId xmlns:a16="http://schemas.microsoft.com/office/drawing/2014/main" id="{7308230F-EE4B-101A-6B70-55E676409293}"/>
                    </a:ext>
                  </a:extLst>
                </p:cNvPr>
                <p:cNvPicPr/>
                <p:nvPr/>
              </p:nvPicPr>
              <p:blipFill>
                <a:blip r:embed="rId14"/>
                <a:stretch>
                  <a:fillRect/>
                </a:stretch>
              </p:blipFill>
              <p:spPr>
                <a:xfrm>
                  <a:off x="12418295" y="7673324"/>
                  <a:ext cx="791640" cy="177840"/>
                </a:xfrm>
                <a:prstGeom prst="rect">
                  <a:avLst/>
                </a:prstGeom>
              </p:spPr>
            </p:pic>
          </mc:Fallback>
        </mc:AlternateContent>
      </p:grpSp>
      <p:sp>
        <p:nvSpPr>
          <p:cNvPr id="21" name="TextBox 20">
            <a:extLst>
              <a:ext uri="{FF2B5EF4-FFF2-40B4-BE49-F238E27FC236}">
                <a16:creationId xmlns:a16="http://schemas.microsoft.com/office/drawing/2014/main" id="{D083AE4B-B8E8-9C99-B9D4-D5E475785498}"/>
              </a:ext>
            </a:extLst>
          </p:cNvPr>
          <p:cNvSpPr txBox="1"/>
          <p:nvPr/>
        </p:nvSpPr>
        <p:spPr>
          <a:xfrm>
            <a:off x="11976100" y="7788164"/>
            <a:ext cx="2849015"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408878"/>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5C4E3D"/>
                </a:solidFill>
                <a:latin typeface="Libre Baskerville" pitchFamily="34" charset="0"/>
                <a:ea typeface="Libre Baskerville" pitchFamily="34" charset="-122"/>
                <a:cs typeface="Libre Baskerville" pitchFamily="34" charset="-120"/>
              </a:rPr>
              <a:t>THANK YOU!</a:t>
            </a:r>
            <a:endParaRPr lang="en-US" sz="4450" dirty="0"/>
          </a:p>
        </p:txBody>
      </p:sp>
      <p:sp>
        <p:nvSpPr>
          <p:cNvPr id="4" name="Text 1"/>
          <p:cNvSpPr/>
          <p:nvPr/>
        </p:nvSpPr>
        <p:spPr>
          <a:xfrm>
            <a:off x="793790" y="4457819"/>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5" name="TextBox 4">
            <a:extLst>
              <a:ext uri="{FF2B5EF4-FFF2-40B4-BE49-F238E27FC236}">
                <a16:creationId xmlns:a16="http://schemas.microsoft.com/office/drawing/2014/main" id="{97AD98CA-010B-3B11-D22F-A200814DBB92}"/>
              </a:ext>
            </a:extLst>
          </p:cNvPr>
          <p:cNvSpPr txBox="1"/>
          <p:nvPr/>
        </p:nvSpPr>
        <p:spPr>
          <a:xfrm>
            <a:off x="12166600" y="7879834"/>
            <a:ext cx="2971800" cy="369332"/>
          </a:xfrm>
          <a:prstGeom prst="rect">
            <a:avLst/>
          </a:prstGeom>
          <a:noFill/>
        </p:spPr>
        <p:txBody>
          <a:bodyPr wrap="square" rtlCol="0">
            <a:spAutoFit/>
          </a:bodyPr>
          <a:lstStyle/>
          <a:p>
            <a:r>
              <a:rPr lang="en-IN" b="1" dirty="0"/>
              <a:t>© Pereira &amp; Associates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969510" y="321706"/>
            <a:ext cx="3020973" cy="377547"/>
          </a:xfrm>
          <a:prstGeom prst="rect">
            <a:avLst/>
          </a:prstGeom>
          <a:noFill/>
          <a:ln/>
        </p:spPr>
        <p:txBody>
          <a:bodyPr wrap="none" lIns="0" tIns="0" rIns="0" bIns="0" rtlCol="0" anchor="t"/>
          <a:lstStyle/>
          <a:p>
            <a:pPr marL="0" indent="0" algn="l">
              <a:lnSpc>
                <a:spcPts val="2950"/>
              </a:lnSpc>
              <a:buNone/>
            </a:pPr>
            <a:r>
              <a:rPr lang="en-US" sz="3600" b="1" dirty="0">
                <a:solidFill>
                  <a:srgbClr val="910D0D"/>
                </a:solidFill>
                <a:latin typeface="Libre Baskerville" pitchFamily="34" charset="0"/>
                <a:ea typeface="Libre Baskerville" pitchFamily="34" charset="-122"/>
                <a:cs typeface="Libre Baskerville" pitchFamily="34" charset="-120"/>
              </a:rPr>
              <a:t>Contact Us</a:t>
            </a:r>
            <a:endParaRPr lang="en-US" sz="3600" dirty="0"/>
          </a:p>
        </p:txBody>
      </p:sp>
      <p:sp>
        <p:nvSpPr>
          <p:cNvPr id="3" name="Text 1"/>
          <p:cNvSpPr/>
          <p:nvPr/>
        </p:nvSpPr>
        <p:spPr>
          <a:xfrm>
            <a:off x="422910" y="758071"/>
            <a:ext cx="3874532" cy="226457"/>
          </a:xfrm>
          <a:prstGeom prst="rect">
            <a:avLst/>
          </a:prstGeom>
          <a:noFill/>
          <a:ln/>
        </p:spPr>
        <p:txBody>
          <a:bodyPr wrap="none" lIns="0" tIns="0" rIns="0" bIns="0" rtlCol="0" anchor="t"/>
          <a:lstStyle/>
          <a:p>
            <a:pPr marL="0" indent="0" algn="l">
              <a:lnSpc>
                <a:spcPts val="1750"/>
              </a:lnSpc>
              <a:buNone/>
            </a:pPr>
            <a:r>
              <a:rPr lang="en-US" sz="1600" b="1" dirty="0">
                <a:solidFill>
                  <a:srgbClr val="5C4E3D"/>
                </a:solidFill>
                <a:latin typeface="Libre Baskerville" pitchFamily="34" charset="0"/>
                <a:ea typeface="Libre Baskerville" pitchFamily="34" charset="-122"/>
                <a:cs typeface="Libre Baskerville" pitchFamily="34" charset="-120"/>
              </a:rPr>
              <a:t>Pereira &amp; Associates, Advocates &amp; Notary</a:t>
            </a:r>
            <a:endParaRPr lang="en-US" sz="1600" dirty="0"/>
          </a:p>
        </p:txBody>
      </p:sp>
      <p:sp>
        <p:nvSpPr>
          <p:cNvPr id="4" name="Text 2"/>
          <p:cNvSpPr/>
          <p:nvPr/>
        </p:nvSpPr>
        <p:spPr>
          <a:xfrm>
            <a:off x="422910" y="1165741"/>
            <a:ext cx="13784580" cy="193358"/>
          </a:xfrm>
          <a:prstGeom prst="rect">
            <a:avLst/>
          </a:prstGeom>
          <a:noFill/>
          <a:ln/>
        </p:spPr>
        <p:txBody>
          <a:bodyPr wrap="none" lIns="0" tIns="0" rIns="0" bIns="0" rtlCol="0" anchor="t"/>
          <a:lstStyle/>
          <a:p>
            <a:pPr marL="0" indent="0" algn="l">
              <a:lnSpc>
                <a:spcPts val="1500"/>
              </a:lnSpc>
              <a:buNone/>
            </a:pPr>
            <a:r>
              <a:rPr lang="en-US" sz="1400" b="1" dirty="0">
                <a:solidFill>
                  <a:srgbClr val="454240"/>
                </a:solidFill>
                <a:latin typeface="DM Sans" pitchFamily="34" charset="0"/>
                <a:ea typeface="DM Sans" pitchFamily="34" charset="-122"/>
                <a:cs typeface="DM Sans" pitchFamily="34" charset="-120"/>
              </a:rPr>
              <a:t>For expert legal assistance regarding Gift Deeds, Release Deeds, and other property matters in Mumbai , please reach out to us:</a:t>
            </a:r>
            <a:endParaRPr lang="en-US" sz="1400" dirty="0"/>
          </a:p>
        </p:txBody>
      </p:sp>
      <p:pic>
        <p:nvPicPr>
          <p:cNvPr id="5" name="Image 0" descr="preencoded.png"/>
          <p:cNvPicPr>
            <a:picLocks noChangeAspect="1"/>
          </p:cNvPicPr>
          <p:nvPr/>
        </p:nvPicPr>
        <p:blipFill>
          <a:blip r:embed="rId3"/>
          <a:stretch>
            <a:fillRect/>
          </a:stretch>
        </p:blipFill>
        <p:spPr>
          <a:xfrm>
            <a:off x="852050" y="1741607"/>
            <a:ext cx="6155690" cy="6155690"/>
          </a:xfrm>
          <a:prstGeom prst="rect">
            <a:avLst/>
          </a:prstGeom>
        </p:spPr>
      </p:pic>
      <p:sp>
        <p:nvSpPr>
          <p:cNvPr id="6" name="Shape 3"/>
          <p:cNvSpPr/>
          <p:nvPr/>
        </p:nvSpPr>
        <p:spPr>
          <a:xfrm>
            <a:off x="8174117" y="1812012"/>
            <a:ext cx="6040874" cy="1327666"/>
          </a:xfrm>
          <a:prstGeom prst="roundRect">
            <a:avLst>
              <a:gd name="adj" fmla="val 5510"/>
            </a:avLst>
          </a:prstGeom>
          <a:solidFill>
            <a:srgbClr val="FFFDFA"/>
          </a:solidFill>
          <a:ln/>
        </p:spPr>
        <p:txBody>
          <a:bodyPr/>
          <a:lstStyle/>
          <a:p>
            <a:endParaRPr lang="en-IN" dirty="0"/>
          </a:p>
        </p:txBody>
      </p:sp>
      <p:sp>
        <p:nvSpPr>
          <p:cNvPr id="7" name="Shape 4"/>
          <p:cNvSpPr/>
          <p:nvPr/>
        </p:nvSpPr>
        <p:spPr>
          <a:xfrm>
            <a:off x="8174117" y="1796772"/>
            <a:ext cx="6040874" cy="60960"/>
          </a:xfrm>
          <a:prstGeom prst="roundRect">
            <a:avLst>
              <a:gd name="adj" fmla="val 83255"/>
            </a:avLst>
          </a:prstGeom>
          <a:solidFill>
            <a:srgbClr val="B88E23"/>
          </a:solidFill>
          <a:ln/>
        </p:spPr>
        <p:txBody>
          <a:bodyPr/>
          <a:lstStyle/>
          <a:p>
            <a:endParaRPr lang="en-IN"/>
          </a:p>
        </p:txBody>
      </p:sp>
      <p:sp>
        <p:nvSpPr>
          <p:cNvPr id="8" name="Shape 5"/>
          <p:cNvSpPr/>
          <p:nvPr/>
        </p:nvSpPr>
        <p:spPr>
          <a:xfrm>
            <a:off x="11013281" y="1630799"/>
            <a:ext cx="362426" cy="362426"/>
          </a:xfrm>
          <a:prstGeom prst="roundRect">
            <a:avLst>
              <a:gd name="adj" fmla="val 252300"/>
            </a:avLst>
          </a:prstGeom>
          <a:solidFill>
            <a:srgbClr val="B88E23"/>
          </a:solidFill>
          <a:ln/>
        </p:spPr>
        <p:txBody>
          <a:bodyPr/>
          <a:lstStyle/>
          <a:p>
            <a:endParaRPr lang="en-IN"/>
          </a:p>
        </p:txBody>
      </p:sp>
      <p:pic>
        <p:nvPicPr>
          <p:cNvPr id="9"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21985" y="1739503"/>
            <a:ext cx="144899" cy="144899"/>
          </a:xfrm>
          <a:prstGeom prst="rect">
            <a:avLst/>
          </a:prstGeom>
        </p:spPr>
      </p:pic>
      <p:sp>
        <p:nvSpPr>
          <p:cNvPr id="10" name="Text 6"/>
          <p:cNvSpPr/>
          <p:nvPr/>
        </p:nvSpPr>
        <p:spPr>
          <a:xfrm>
            <a:off x="8310086" y="2114074"/>
            <a:ext cx="1510427" cy="188833"/>
          </a:xfrm>
          <a:prstGeom prst="rect">
            <a:avLst/>
          </a:prstGeom>
          <a:noFill/>
          <a:ln/>
        </p:spPr>
        <p:txBody>
          <a:bodyPr wrap="none" lIns="0" tIns="0" rIns="0" bIns="0" rtlCol="0" anchor="t"/>
          <a:lstStyle/>
          <a:p>
            <a:pPr marL="0" indent="0" algn="l">
              <a:lnSpc>
                <a:spcPts val="1450"/>
              </a:lnSpc>
              <a:buNone/>
            </a:pPr>
            <a:r>
              <a:rPr lang="en-US" sz="1400" b="1" dirty="0">
                <a:solidFill>
                  <a:srgbClr val="454240"/>
                </a:solidFill>
                <a:latin typeface="Libre Baskerville" pitchFamily="34" charset="0"/>
                <a:ea typeface="Libre Baskerville" pitchFamily="34" charset="-122"/>
                <a:cs typeface="Libre Baskerville" pitchFamily="34" charset="-120"/>
              </a:rPr>
              <a:t>Address</a:t>
            </a:r>
            <a:endParaRPr lang="en-US" sz="1400" dirty="0"/>
          </a:p>
        </p:txBody>
      </p:sp>
      <p:sp>
        <p:nvSpPr>
          <p:cNvPr id="11" name="Text 7"/>
          <p:cNvSpPr/>
          <p:nvPr/>
        </p:nvSpPr>
        <p:spPr>
          <a:xfrm>
            <a:off x="8310086" y="2423636"/>
            <a:ext cx="5768935" cy="580073"/>
          </a:xfrm>
          <a:prstGeom prst="rect">
            <a:avLst/>
          </a:prstGeom>
          <a:noFill/>
          <a:ln/>
        </p:spPr>
        <p:txBody>
          <a:bodyPr wrap="square" lIns="0" tIns="0" rIns="0" bIns="0" rtlCol="0" anchor="t"/>
          <a:lstStyle/>
          <a:p>
            <a:pPr marL="0" indent="0" algn="l">
              <a:lnSpc>
                <a:spcPts val="1500"/>
              </a:lnSpc>
              <a:buNone/>
            </a:pPr>
            <a:r>
              <a:rPr lang="en-US" sz="1400" b="1" dirty="0">
                <a:solidFill>
                  <a:srgbClr val="454240"/>
                </a:solidFill>
                <a:latin typeface="DM Sans" pitchFamily="34" charset="0"/>
                <a:ea typeface="DM Sans" pitchFamily="34" charset="-122"/>
                <a:cs typeface="DM Sans" pitchFamily="34" charset="-120"/>
              </a:rPr>
              <a:t>604, 6th Floor, Pooja Apartments,Behind Parsee Agyari, Chinchpokli Road,Off. Hill Road, Bandra West Mumbai 400050, India</a:t>
            </a:r>
            <a:endParaRPr lang="en-US" sz="1400" b="1" dirty="0"/>
          </a:p>
        </p:txBody>
      </p:sp>
      <p:sp>
        <p:nvSpPr>
          <p:cNvPr id="12" name="Shape 8"/>
          <p:cNvSpPr/>
          <p:nvPr/>
        </p:nvSpPr>
        <p:spPr>
          <a:xfrm>
            <a:off x="7872074" y="3441621"/>
            <a:ext cx="6644961" cy="1243013"/>
          </a:xfrm>
          <a:prstGeom prst="roundRect">
            <a:avLst>
              <a:gd name="adj" fmla="val 5885"/>
            </a:avLst>
          </a:prstGeom>
          <a:solidFill>
            <a:srgbClr val="FFFDFA"/>
          </a:solidFill>
          <a:ln/>
        </p:spPr>
        <p:txBody>
          <a:bodyPr/>
          <a:lstStyle/>
          <a:p>
            <a:endParaRPr lang="en-IN" dirty="0"/>
          </a:p>
        </p:txBody>
      </p:sp>
      <p:sp>
        <p:nvSpPr>
          <p:cNvPr id="13" name="Shape 9"/>
          <p:cNvSpPr/>
          <p:nvPr/>
        </p:nvSpPr>
        <p:spPr>
          <a:xfrm>
            <a:off x="8174117" y="3426381"/>
            <a:ext cx="6040874" cy="60960"/>
          </a:xfrm>
          <a:prstGeom prst="roundRect">
            <a:avLst>
              <a:gd name="adj" fmla="val 83255"/>
            </a:avLst>
          </a:prstGeom>
          <a:solidFill>
            <a:srgbClr val="B88E23"/>
          </a:solidFill>
          <a:ln/>
        </p:spPr>
        <p:txBody>
          <a:bodyPr/>
          <a:lstStyle/>
          <a:p>
            <a:endParaRPr lang="en-IN"/>
          </a:p>
        </p:txBody>
      </p:sp>
      <p:sp>
        <p:nvSpPr>
          <p:cNvPr id="14" name="Shape 10"/>
          <p:cNvSpPr/>
          <p:nvPr/>
        </p:nvSpPr>
        <p:spPr>
          <a:xfrm>
            <a:off x="11013281" y="3260408"/>
            <a:ext cx="362426" cy="362426"/>
          </a:xfrm>
          <a:prstGeom prst="roundRect">
            <a:avLst>
              <a:gd name="adj" fmla="val 252300"/>
            </a:avLst>
          </a:prstGeom>
          <a:solidFill>
            <a:srgbClr val="B88E23"/>
          </a:solidFill>
          <a:ln/>
        </p:spPr>
        <p:txBody>
          <a:bodyPr/>
          <a:lstStyle/>
          <a:p>
            <a:endParaRPr lang="en-IN"/>
          </a:p>
        </p:txBody>
      </p:sp>
      <p:pic>
        <p:nvPicPr>
          <p:cNvPr id="15"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21985" y="3369112"/>
            <a:ext cx="144899" cy="144899"/>
          </a:xfrm>
          <a:prstGeom prst="rect">
            <a:avLst/>
          </a:prstGeom>
        </p:spPr>
      </p:pic>
      <p:sp>
        <p:nvSpPr>
          <p:cNvPr id="16" name="Text 11"/>
          <p:cNvSpPr/>
          <p:nvPr/>
        </p:nvSpPr>
        <p:spPr>
          <a:xfrm>
            <a:off x="8310086" y="3743682"/>
            <a:ext cx="1524714" cy="188833"/>
          </a:xfrm>
          <a:prstGeom prst="rect">
            <a:avLst/>
          </a:prstGeom>
          <a:noFill/>
          <a:ln/>
        </p:spPr>
        <p:txBody>
          <a:bodyPr wrap="none" lIns="0" tIns="0" rIns="0" bIns="0" rtlCol="0" anchor="t"/>
          <a:lstStyle/>
          <a:p>
            <a:pPr marL="0" indent="0" algn="l">
              <a:lnSpc>
                <a:spcPts val="1450"/>
              </a:lnSpc>
              <a:buNone/>
            </a:pPr>
            <a:r>
              <a:rPr lang="en-US" sz="1400" b="1" dirty="0">
                <a:solidFill>
                  <a:srgbClr val="454240"/>
                </a:solidFill>
                <a:latin typeface="Libre Baskerville" pitchFamily="34" charset="0"/>
                <a:ea typeface="Libre Baskerville" pitchFamily="34" charset="-122"/>
                <a:cs typeface="Libre Baskerville" pitchFamily="34" charset="-120"/>
              </a:rPr>
              <a:t>Adv. Darryl Pereira</a:t>
            </a:r>
            <a:endParaRPr lang="en-US" sz="1400" dirty="0"/>
          </a:p>
        </p:txBody>
      </p:sp>
      <p:sp>
        <p:nvSpPr>
          <p:cNvPr id="17" name="Text 12"/>
          <p:cNvSpPr/>
          <p:nvPr/>
        </p:nvSpPr>
        <p:spPr>
          <a:xfrm>
            <a:off x="8310086" y="4053245"/>
            <a:ext cx="5768935" cy="193358"/>
          </a:xfrm>
          <a:prstGeom prst="rect">
            <a:avLst/>
          </a:prstGeom>
          <a:noFill/>
          <a:ln/>
        </p:spPr>
        <p:txBody>
          <a:bodyPr wrap="none" lIns="0" tIns="0" rIns="0" bIns="0" rtlCol="0" anchor="t"/>
          <a:lstStyle/>
          <a:p>
            <a:pPr marL="0" indent="0" algn="l">
              <a:lnSpc>
                <a:spcPts val="1500"/>
              </a:lnSpc>
              <a:buNone/>
            </a:pPr>
            <a:r>
              <a:rPr lang="en-US" sz="1400" b="1" dirty="0">
                <a:solidFill>
                  <a:srgbClr val="454240"/>
                </a:solidFill>
                <a:latin typeface="DM Sans" pitchFamily="34" charset="0"/>
                <a:ea typeface="DM Sans" pitchFamily="34" charset="-122"/>
                <a:cs typeface="DM Sans" pitchFamily="34" charset="-120"/>
              </a:rPr>
              <a:t>Email: </a:t>
            </a:r>
            <a:r>
              <a:rPr lang="en-US" sz="1400" b="1" u="sng" dirty="0">
                <a:solidFill>
                  <a:srgbClr val="AB8421"/>
                </a:solidFill>
                <a:latin typeface="DM Sans" pitchFamily="34" charset="0"/>
                <a:ea typeface="DM Sans" pitchFamily="34" charset="-122"/>
                <a:cs typeface="DM Sans" pitchFamily="34" charset="-120"/>
                <a:hlinkClick r:id="rId8">
                  <a:extLst>
                    <a:ext uri="{A12FA001-AC4F-418D-AE19-62706E023703}">
                      <ahyp:hlinkClr xmlns:ahyp="http://schemas.microsoft.com/office/drawing/2018/hyperlinkcolor" val="tx"/>
                    </a:ext>
                  </a:extLst>
                </a:hlinkClick>
              </a:rPr>
              <a:t>darrylpereira@yahoo.com</a:t>
            </a:r>
            <a:endParaRPr lang="en-US" sz="1400" dirty="0"/>
          </a:p>
        </p:txBody>
      </p:sp>
      <p:sp>
        <p:nvSpPr>
          <p:cNvPr id="18" name="Text 13"/>
          <p:cNvSpPr/>
          <p:nvPr/>
        </p:nvSpPr>
        <p:spPr>
          <a:xfrm>
            <a:off x="8310086" y="4355306"/>
            <a:ext cx="5768935" cy="193358"/>
          </a:xfrm>
          <a:prstGeom prst="rect">
            <a:avLst/>
          </a:prstGeom>
          <a:noFill/>
          <a:ln/>
        </p:spPr>
        <p:txBody>
          <a:bodyPr wrap="none" lIns="0" tIns="0" rIns="0" bIns="0" rtlCol="0" anchor="t"/>
          <a:lstStyle/>
          <a:p>
            <a:pPr marL="0" indent="0" algn="l">
              <a:lnSpc>
                <a:spcPts val="1500"/>
              </a:lnSpc>
              <a:buNone/>
            </a:pPr>
            <a:r>
              <a:rPr lang="en-US" sz="1400" b="1" dirty="0">
                <a:solidFill>
                  <a:srgbClr val="454240"/>
                </a:solidFill>
                <a:latin typeface="DM Sans" pitchFamily="34" charset="0"/>
                <a:ea typeface="DM Sans" pitchFamily="34" charset="-122"/>
                <a:cs typeface="DM Sans" pitchFamily="34" charset="-120"/>
              </a:rPr>
              <a:t>Mobile: +91 9167734342</a:t>
            </a:r>
            <a:endParaRPr lang="en-US" sz="1400" dirty="0"/>
          </a:p>
        </p:txBody>
      </p:sp>
      <p:sp>
        <p:nvSpPr>
          <p:cNvPr id="19" name="Shape 14"/>
          <p:cNvSpPr/>
          <p:nvPr/>
        </p:nvSpPr>
        <p:spPr>
          <a:xfrm>
            <a:off x="8174117" y="4986576"/>
            <a:ext cx="6040874" cy="1243013"/>
          </a:xfrm>
          <a:prstGeom prst="roundRect">
            <a:avLst>
              <a:gd name="adj" fmla="val 5885"/>
            </a:avLst>
          </a:prstGeom>
          <a:solidFill>
            <a:srgbClr val="FFFDFA"/>
          </a:solidFill>
          <a:ln/>
        </p:spPr>
        <p:txBody>
          <a:bodyPr/>
          <a:lstStyle/>
          <a:p>
            <a:endParaRPr lang="en-IN"/>
          </a:p>
        </p:txBody>
      </p:sp>
      <p:sp>
        <p:nvSpPr>
          <p:cNvPr id="20" name="Shape 15"/>
          <p:cNvSpPr/>
          <p:nvPr/>
        </p:nvSpPr>
        <p:spPr>
          <a:xfrm>
            <a:off x="8174117" y="4971336"/>
            <a:ext cx="6040874" cy="60960"/>
          </a:xfrm>
          <a:prstGeom prst="roundRect">
            <a:avLst>
              <a:gd name="adj" fmla="val 83255"/>
            </a:avLst>
          </a:prstGeom>
          <a:solidFill>
            <a:srgbClr val="B88E23"/>
          </a:solidFill>
          <a:ln/>
        </p:spPr>
        <p:txBody>
          <a:bodyPr/>
          <a:lstStyle/>
          <a:p>
            <a:endParaRPr lang="en-IN"/>
          </a:p>
        </p:txBody>
      </p:sp>
      <p:sp>
        <p:nvSpPr>
          <p:cNvPr id="21" name="Shape 16"/>
          <p:cNvSpPr/>
          <p:nvPr/>
        </p:nvSpPr>
        <p:spPr>
          <a:xfrm>
            <a:off x="11013281" y="4805362"/>
            <a:ext cx="362426" cy="362426"/>
          </a:xfrm>
          <a:prstGeom prst="roundRect">
            <a:avLst>
              <a:gd name="adj" fmla="val 252300"/>
            </a:avLst>
          </a:prstGeom>
          <a:solidFill>
            <a:srgbClr val="B88E23"/>
          </a:solidFill>
          <a:ln/>
        </p:spPr>
        <p:txBody>
          <a:bodyPr/>
          <a:lstStyle/>
          <a:p>
            <a:endParaRPr lang="en-IN"/>
          </a:p>
        </p:txBody>
      </p:sp>
      <p:pic>
        <p:nvPicPr>
          <p:cNvPr id="2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121985" y="4914067"/>
            <a:ext cx="144899" cy="144899"/>
          </a:xfrm>
          <a:prstGeom prst="rect">
            <a:avLst/>
          </a:prstGeom>
        </p:spPr>
      </p:pic>
      <p:sp>
        <p:nvSpPr>
          <p:cNvPr id="23" name="Text 17"/>
          <p:cNvSpPr/>
          <p:nvPr/>
        </p:nvSpPr>
        <p:spPr>
          <a:xfrm>
            <a:off x="8310086" y="5288637"/>
            <a:ext cx="1533168" cy="188833"/>
          </a:xfrm>
          <a:prstGeom prst="rect">
            <a:avLst/>
          </a:prstGeom>
          <a:noFill/>
          <a:ln/>
        </p:spPr>
        <p:txBody>
          <a:bodyPr wrap="none" lIns="0" tIns="0" rIns="0" bIns="0" rtlCol="0" anchor="t"/>
          <a:lstStyle/>
          <a:p>
            <a:pPr marL="0" indent="0" algn="l">
              <a:lnSpc>
                <a:spcPts val="1450"/>
              </a:lnSpc>
              <a:buNone/>
            </a:pPr>
            <a:r>
              <a:rPr lang="en-US" sz="1400" b="1" dirty="0">
                <a:solidFill>
                  <a:srgbClr val="454240"/>
                </a:solidFill>
                <a:latin typeface="Libre Baskerville" pitchFamily="34" charset="0"/>
                <a:ea typeface="Libre Baskerville" pitchFamily="34" charset="-122"/>
                <a:cs typeface="Libre Baskerville" pitchFamily="34" charset="-120"/>
              </a:rPr>
              <a:t>Adv. Natasha Kasad</a:t>
            </a:r>
            <a:endParaRPr lang="en-US" sz="1400" dirty="0"/>
          </a:p>
        </p:txBody>
      </p:sp>
      <p:sp>
        <p:nvSpPr>
          <p:cNvPr id="24" name="Text 18"/>
          <p:cNvSpPr/>
          <p:nvPr/>
        </p:nvSpPr>
        <p:spPr>
          <a:xfrm>
            <a:off x="8310086" y="5598200"/>
            <a:ext cx="5768935" cy="193358"/>
          </a:xfrm>
          <a:prstGeom prst="rect">
            <a:avLst/>
          </a:prstGeom>
          <a:noFill/>
          <a:ln/>
        </p:spPr>
        <p:txBody>
          <a:bodyPr wrap="none" lIns="0" tIns="0" rIns="0" bIns="0" rtlCol="0" anchor="t"/>
          <a:lstStyle/>
          <a:p>
            <a:pPr marL="0" indent="0" algn="l">
              <a:lnSpc>
                <a:spcPts val="1500"/>
              </a:lnSpc>
              <a:buNone/>
            </a:pPr>
            <a:r>
              <a:rPr lang="en-US" sz="1400" b="1" dirty="0">
                <a:solidFill>
                  <a:srgbClr val="454240"/>
                </a:solidFill>
                <a:latin typeface="DM Sans" pitchFamily="34" charset="0"/>
                <a:ea typeface="DM Sans" pitchFamily="34" charset="-122"/>
                <a:cs typeface="DM Sans" pitchFamily="34" charset="-120"/>
              </a:rPr>
              <a:t>Email: </a:t>
            </a:r>
            <a:r>
              <a:rPr lang="en-US" sz="1400" b="1" u="sng" dirty="0">
                <a:solidFill>
                  <a:srgbClr val="AB8421"/>
                </a:solidFill>
                <a:latin typeface="DM Sans" pitchFamily="34" charset="0"/>
                <a:ea typeface="DM Sans" pitchFamily="34" charset="-122"/>
                <a:cs typeface="DM Sans" pitchFamily="34" charset="-120"/>
                <a:hlinkClick r:id="rId11">
                  <a:extLst>
                    <a:ext uri="{A12FA001-AC4F-418D-AE19-62706E023703}">
                      <ahyp:hlinkClr xmlns:ahyp="http://schemas.microsoft.com/office/drawing/2018/hyperlinkcolor" val="tx"/>
                    </a:ext>
                  </a:extLst>
                </a:hlinkClick>
              </a:rPr>
              <a:t>pereiraassociates604@gmail.com</a:t>
            </a:r>
            <a:endParaRPr lang="en-US" sz="1400" dirty="0"/>
          </a:p>
        </p:txBody>
      </p:sp>
      <p:sp>
        <p:nvSpPr>
          <p:cNvPr id="25" name="Text 19"/>
          <p:cNvSpPr/>
          <p:nvPr/>
        </p:nvSpPr>
        <p:spPr>
          <a:xfrm>
            <a:off x="8310086" y="5900261"/>
            <a:ext cx="5768935" cy="193358"/>
          </a:xfrm>
          <a:prstGeom prst="rect">
            <a:avLst/>
          </a:prstGeom>
          <a:noFill/>
          <a:ln/>
        </p:spPr>
        <p:txBody>
          <a:bodyPr wrap="none" lIns="0" tIns="0" rIns="0" bIns="0" rtlCol="0" anchor="t"/>
          <a:lstStyle/>
          <a:p>
            <a:pPr marL="0" indent="0" algn="l">
              <a:lnSpc>
                <a:spcPts val="1500"/>
              </a:lnSpc>
              <a:buNone/>
            </a:pPr>
            <a:r>
              <a:rPr lang="en-US" sz="1400" b="1" dirty="0">
                <a:solidFill>
                  <a:srgbClr val="454240"/>
                </a:solidFill>
                <a:latin typeface="DM Sans" pitchFamily="34" charset="0"/>
                <a:ea typeface="DM Sans" pitchFamily="34" charset="-122"/>
                <a:cs typeface="DM Sans" pitchFamily="34" charset="-120"/>
              </a:rPr>
              <a:t>Mobile: +91 9769302381</a:t>
            </a:r>
            <a:endParaRPr lang="en-US" sz="1400" dirty="0"/>
          </a:p>
        </p:txBody>
      </p:sp>
      <p:sp>
        <p:nvSpPr>
          <p:cNvPr id="26" name="Shape 20"/>
          <p:cNvSpPr/>
          <p:nvPr/>
        </p:nvSpPr>
        <p:spPr>
          <a:xfrm>
            <a:off x="8174117" y="6531531"/>
            <a:ext cx="6040874" cy="1243013"/>
          </a:xfrm>
          <a:prstGeom prst="roundRect">
            <a:avLst>
              <a:gd name="adj" fmla="val 5885"/>
            </a:avLst>
          </a:prstGeom>
          <a:solidFill>
            <a:srgbClr val="FFFDFA"/>
          </a:solidFill>
          <a:ln/>
        </p:spPr>
        <p:txBody>
          <a:bodyPr/>
          <a:lstStyle/>
          <a:p>
            <a:endParaRPr lang="en-IN"/>
          </a:p>
        </p:txBody>
      </p:sp>
      <p:sp>
        <p:nvSpPr>
          <p:cNvPr id="27" name="Shape 21"/>
          <p:cNvSpPr/>
          <p:nvPr/>
        </p:nvSpPr>
        <p:spPr>
          <a:xfrm>
            <a:off x="8174117" y="6516291"/>
            <a:ext cx="6040874" cy="60960"/>
          </a:xfrm>
          <a:prstGeom prst="roundRect">
            <a:avLst>
              <a:gd name="adj" fmla="val 83255"/>
            </a:avLst>
          </a:prstGeom>
          <a:solidFill>
            <a:srgbClr val="B88E23"/>
          </a:solidFill>
          <a:ln/>
        </p:spPr>
        <p:txBody>
          <a:bodyPr/>
          <a:lstStyle/>
          <a:p>
            <a:endParaRPr lang="en-IN"/>
          </a:p>
        </p:txBody>
      </p:sp>
      <p:sp>
        <p:nvSpPr>
          <p:cNvPr id="28" name="Shape 22"/>
          <p:cNvSpPr/>
          <p:nvPr/>
        </p:nvSpPr>
        <p:spPr>
          <a:xfrm>
            <a:off x="11013281" y="6350317"/>
            <a:ext cx="362426" cy="362426"/>
          </a:xfrm>
          <a:prstGeom prst="roundRect">
            <a:avLst>
              <a:gd name="adj" fmla="val 252300"/>
            </a:avLst>
          </a:prstGeom>
          <a:solidFill>
            <a:srgbClr val="B88E23"/>
          </a:solidFill>
          <a:ln/>
        </p:spPr>
        <p:txBody>
          <a:bodyPr/>
          <a:lstStyle/>
          <a:p>
            <a:endParaRPr lang="en-IN"/>
          </a:p>
        </p:txBody>
      </p:sp>
      <p:pic>
        <p:nvPicPr>
          <p:cNvPr id="29" name="Image 4"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121985" y="6459022"/>
            <a:ext cx="144899" cy="144899"/>
          </a:xfrm>
          <a:prstGeom prst="rect">
            <a:avLst/>
          </a:prstGeom>
        </p:spPr>
      </p:pic>
      <p:sp>
        <p:nvSpPr>
          <p:cNvPr id="30" name="Text 23"/>
          <p:cNvSpPr/>
          <p:nvPr/>
        </p:nvSpPr>
        <p:spPr>
          <a:xfrm>
            <a:off x="8310086" y="6833592"/>
            <a:ext cx="1864995" cy="188833"/>
          </a:xfrm>
          <a:prstGeom prst="rect">
            <a:avLst/>
          </a:prstGeom>
          <a:noFill/>
          <a:ln/>
        </p:spPr>
        <p:txBody>
          <a:bodyPr wrap="none" lIns="0" tIns="0" rIns="0" bIns="0" rtlCol="0" anchor="t"/>
          <a:lstStyle/>
          <a:p>
            <a:pPr marL="0" indent="0" algn="l">
              <a:lnSpc>
                <a:spcPts val="1450"/>
              </a:lnSpc>
              <a:buNone/>
            </a:pPr>
            <a:r>
              <a:rPr lang="en-US" sz="1400" b="1" dirty="0">
                <a:solidFill>
                  <a:srgbClr val="454240"/>
                </a:solidFill>
                <a:latin typeface="Libre Baskerville" pitchFamily="34" charset="0"/>
                <a:ea typeface="Libre Baskerville" pitchFamily="34" charset="-122"/>
                <a:cs typeface="Libre Baskerville" pitchFamily="34" charset="-120"/>
              </a:rPr>
              <a:t>Adv. Beverly Fernandes</a:t>
            </a:r>
            <a:endParaRPr lang="en-US" sz="1400" dirty="0"/>
          </a:p>
        </p:txBody>
      </p:sp>
      <p:sp>
        <p:nvSpPr>
          <p:cNvPr id="31" name="Text 24"/>
          <p:cNvSpPr/>
          <p:nvPr/>
        </p:nvSpPr>
        <p:spPr>
          <a:xfrm>
            <a:off x="8310086" y="7143155"/>
            <a:ext cx="5768935" cy="193358"/>
          </a:xfrm>
          <a:prstGeom prst="rect">
            <a:avLst/>
          </a:prstGeom>
          <a:noFill/>
          <a:ln/>
        </p:spPr>
        <p:txBody>
          <a:bodyPr wrap="none" lIns="0" tIns="0" rIns="0" bIns="0" rtlCol="0" anchor="t"/>
          <a:lstStyle/>
          <a:p>
            <a:pPr marL="0" indent="0" algn="l">
              <a:lnSpc>
                <a:spcPts val="1500"/>
              </a:lnSpc>
              <a:buNone/>
            </a:pPr>
            <a:r>
              <a:rPr lang="en-US" sz="1400" b="1" dirty="0">
                <a:solidFill>
                  <a:srgbClr val="454240"/>
                </a:solidFill>
                <a:latin typeface="DM Sans" pitchFamily="34" charset="0"/>
                <a:ea typeface="DM Sans" pitchFamily="34" charset="-122"/>
                <a:cs typeface="DM Sans" pitchFamily="34" charset="-120"/>
              </a:rPr>
              <a:t>Email: </a:t>
            </a:r>
            <a:r>
              <a:rPr lang="en-US" sz="1400" b="1" u="sng" dirty="0">
                <a:solidFill>
                  <a:srgbClr val="AB8421"/>
                </a:solidFill>
                <a:latin typeface="DM Sans" pitchFamily="34" charset="0"/>
                <a:ea typeface="DM Sans" pitchFamily="34" charset="-122"/>
                <a:cs typeface="DM Sans" pitchFamily="34" charset="-120"/>
                <a:hlinkClick r:id="rId11">
                  <a:extLst>
                    <a:ext uri="{A12FA001-AC4F-418D-AE19-62706E023703}">
                      <ahyp:hlinkClr xmlns:ahyp="http://schemas.microsoft.com/office/drawing/2018/hyperlinkcolor" val="tx"/>
                    </a:ext>
                  </a:extLst>
                </a:hlinkClick>
              </a:rPr>
              <a:t>pereiraassociates604@gmail.com</a:t>
            </a:r>
            <a:endParaRPr lang="en-US" sz="1400" dirty="0"/>
          </a:p>
        </p:txBody>
      </p:sp>
      <p:sp>
        <p:nvSpPr>
          <p:cNvPr id="32" name="Text 25"/>
          <p:cNvSpPr/>
          <p:nvPr/>
        </p:nvSpPr>
        <p:spPr>
          <a:xfrm>
            <a:off x="8310086" y="7445216"/>
            <a:ext cx="5768935" cy="193358"/>
          </a:xfrm>
          <a:prstGeom prst="rect">
            <a:avLst/>
          </a:prstGeom>
          <a:noFill/>
          <a:ln/>
        </p:spPr>
        <p:txBody>
          <a:bodyPr wrap="none" lIns="0" tIns="0" rIns="0" bIns="0" rtlCol="0" anchor="t"/>
          <a:lstStyle/>
          <a:p>
            <a:pPr marL="0" indent="0" algn="l">
              <a:lnSpc>
                <a:spcPts val="1500"/>
              </a:lnSpc>
              <a:buNone/>
            </a:pPr>
            <a:r>
              <a:rPr lang="en-US" sz="1400" b="1" dirty="0">
                <a:solidFill>
                  <a:srgbClr val="454240"/>
                </a:solidFill>
                <a:latin typeface="DM Sans" pitchFamily="34" charset="0"/>
                <a:ea typeface="DM Sans" pitchFamily="34" charset="-122"/>
                <a:cs typeface="DM Sans" pitchFamily="34" charset="-120"/>
              </a:rPr>
              <a:t>Mobile: +91 9920844503</a:t>
            </a:r>
            <a:endParaRPr lang="en-US" sz="1400" dirty="0"/>
          </a:p>
        </p:txBody>
      </p:sp>
      <mc:AlternateContent xmlns:mc="http://schemas.openxmlformats.org/markup-compatibility/2006" xmlns:p14="http://schemas.microsoft.com/office/powerpoint/2010/main">
        <mc:Choice Requires="p14">
          <p:contentPart p14:bwMode="auto" r:id="rId14">
            <p14:nvContentPartPr>
              <p14:cNvPr id="33" name="Ink 32">
                <a:extLst>
                  <a:ext uri="{FF2B5EF4-FFF2-40B4-BE49-F238E27FC236}">
                    <a16:creationId xmlns:a16="http://schemas.microsoft.com/office/drawing/2014/main" id="{996514FB-53FF-AA06-1685-097558CD8055}"/>
                  </a:ext>
                </a:extLst>
              </p14:cNvPr>
              <p14:cNvContentPartPr/>
              <p14:nvPr/>
            </p14:nvContentPartPr>
            <p14:xfrm>
              <a:off x="12801695" y="7722891"/>
              <a:ext cx="1552680" cy="376560"/>
            </p14:xfrm>
          </p:contentPart>
        </mc:Choice>
        <mc:Fallback xmlns="">
          <p:pic>
            <p:nvPicPr>
              <p:cNvPr id="33" name="Ink 32">
                <a:extLst>
                  <a:ext uri="{FF2B5EF4-FFF2-40B4-BE49-F238E27FC236}">
                    <a16:creationId xmlns:a16="http://schemas.microsoft.com/office/drawing/2014/main" id="{996514FB-53FF-AA06-1685-097558CD8055}"/>
                  </a:ext>
                </a:extLst>
              </p:cNvPr>
              <p:cNvPicPr/>
              <p:nvPr/>
            </p:nvPicPr>
            <p:blipFill>
              <a:blip r:embed="rId15"/>
              <a:stretch>
                <a:fillRect/>
              </a:stretch>
            </p:blipFill>
            <p:spPr>
              <a:xfrm>
                <a:off x="12739055" y="7659891"/>
                <a:ext cx="1678320" cy="502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7" name="Ink 36">
                <a:extLst>
                  <a:ext uri="{FF2B5EF4-FFF2-40B4-BE49-F238E27FC236}">
                    <a16:creationId xmlns:a16="http://schemas.microsoft.com/office/drawing/2014/main" id="{76FD32A0-1DE1-A020-3D4B-FA3F430F243C}"/>
                  </a:ext>
                </a:extLst>
              </p14:cNvPr>
              <p14:cNvContentPartPr/>
              <p14:nvPr/>
            </p14:nvContentPartPr>
            <p14:xfrm>
              <a:off x="13938935" y="7748091"/>
              <a:ext cx="560520" cy="316080"/>
            </p14:xfrm>
          </p:contentPart>
        </mc:Choice>
        <mc:Fallback xmlns="">
          <p:pic>
            <p:nvPicPr>
              <p:cNvPr id="37" name="Ink 36">
                <a:extLst>
                  <a:ext uri="{FF2B5EF4-FFF2-40B4-BE49-F238E27FC236}">
                    <a16:creationId xmlns:a16="http://schemas.microsoft.com/office/drawing/2014/main" id="{76FD32A0-1DE1-A020-3D4B-FA3F430F243C}"/>
                  </a:ext>
                </a:extLst>
              </p:cNvPr>
              <p:cNvPicPr/>
              <p:nvPr/>
            </p:nvPicPr>
            <p:blipFill>
              <a:blip r:embed="rId17"/>
              <a:stretch>
                <a:fillRect/>
              </a:stretch>
            </p:blipFill>
            <p:spPr>
              <a:xfrm>
                <a:off x="13875935" y="7685091"/>
                <a:ext cx="686160" cy="441720"/>
              </a:xfrm>
              <a:prstGeom prst="rect">
                <a:avLst/>
              </a:prstGeom>
            </p:spPr>
          </p:pic>
        </mc:Fallback>
      </mc:AlternateContent>
      <p:sp>
        <p:nvSpPr>
          <p:cNvPr id="38" name="TextBox 37">
            <a:extLst>
              <a:ext uri="{FF2B5EF4-FFF2-40B4-BE49-F238E27FC236}">
                <a16:creationId xmlns:a16="http://schemas.microsoft.com/office/drawing/2014/main" id="{587EF0D6-4A36-6D3D-844A-BFBD58F6C91E}"/>
              </a:ext>
            </a:extLst>
          </p:cNvPr>
          <p:cNvSpPr txBox="1"/>
          <p:nvPr/>
        </p:nvSpPr>
        <p:spPr>
          <a:xfrm>
            <a:off x="12162064" y="7837756"/>
            <a:ext cx="3232571" cy="646331"/>
          </a:xfrm>
          <a:prstGeom prst="rect">
            <a:avLst/>
          </a:prstGeom>
          <a:noFill/>
        </p:spPr>
        <p:txBody>
          <a:bodyPr wrap="square" rtlCol="0">
            <a:spAutoFit/>
          </a:bodyPr>
          <a:lstStyle/>
          <a:p>
            <a:r>
              <a:rPr lang="en-IN" b="1" dirty="0"/>
              <a:t>© Pereira &amp; Associates </a:t>
            </a: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478</TotalTime>
  <Words>2014</Words>
  <Application>Microsoft Office PowerPoint</Application>
  <PresentationFormat>Custom</PresentationFormat>
  <Paragraphs>275</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Libre Baskerville</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lastModifiedBy>LENOVO</cp:lastModifiedBy>
  <cp:revision>4</cp:revision>
  <dcterms:created xsi:type="dcterms:W3CDTF">2025-12-01T11:25:07Z</dcterms:created>
  <dcterms:modified xsi:type="dcterms:W3CDTF">2025-12-12T06:15:18Z</dcterms:modified>
</cp:coreProperties>
</file>