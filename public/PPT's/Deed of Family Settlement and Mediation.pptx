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notesSlides/notesSlide4.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5.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8.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9.xml" ContentType="application/vnd.openxmlformats-officedocument.presentationml.notesSlide+xml"/>
  <Override PartName="/ppt/ink/ink27.xml" ContentType="application/inkml+xml"/>
  <Override PartName="/ppt/ink/ink28.xml" ContentType="application/inkml+xml"/>
  <Override PartName="/ppt/notesSlides/notesSlide10.xml" ContentType="application/vnd.openxmlformats-officedocument.presentationml.notesSlide+xml"/>
  <Override PartName="/ppt/ink/ink29.xml" ContentType="application/inkml+xml"/>
  <Override PartName="/ppt/ink/ink30.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13.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14.xml" ContentType="application/vnd.openxmlformats-officedocument.presentationml.notesSlide+xml"/>
  <Override PartName="/ppt/ink/ink40.xml" ContentType="application/inkml+xml"/>
  <Override PartName="/ppt/ink/ink41.xml" ContentType="application/inkml+xml"/>
  <Override PartName="/ppt/ink/ink42.xml" ContentType="application/inkml+xml"/>
  <Override PartName="/ppt/notesSlides/notesSlide15.xml" ContentType="application/vnd.openxmlformats-officedocument.presentationml.notesSlide+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16.xml" ContentType="application/vnd.openxmlformats-officedocument.presentationml.notesSlide+xml"/>
  <Override PartName="/ppt/ink/ink51.xml" ContentType="application/inkml+xml"/>
  <Override PartName="/ppt/notesSlides/notesSlide17.xml" ContentType="application/vnd.openxmlformats-officedocument.presentationml.notesSlide+xml"/>
  <Override PartName="/ppt/ink/ink5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4630400" cy="8229600"/>
  <p:notesSz cx="8229600" cy="14630400"/>
  <p:embeddedFontLst>
    <p:embeddedFont>
      <p:font typeface="Geist"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9" d="100"/>
          <a:sy n="49" d="100"/>
        </p:scale>
        <p:origin x="94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7:25:37.153"/>
    </inkml:context>
    <inkml:brush xml:id="br0">
      <inkml:brushProperty name="width" value="0.35" units="cm"/>
      <inkml:brushProperty name="height" value="0.35" units="cm"/>
      <inkml:brushProperty name="color" value="#CCFFCC"/>
    </inkml:brush>
  </inkml:definitions>
  <inkml:trace contextRef="#ctx0" brushRef="#br0">0 1 24575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7:25:40.594"/>
    </inkml:context>
    <inkml:brush xml:id="br0">
      <inkml:brushProperty name="width" value="0.35" units="cm"/>
      <inkml:brushProperty name="height" value="0.35" units="cm"/>
      <inkml:brushProperty name="color" value="#CCFFCC"/>
    </inkml:brush>
  </inkml:definitions>
  <inkml:trace contextRef="#ctx0" brushRef="#br0">1 18 24520,'4319'0'0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7:26:04.716"/>
    </inkml:context>
    <inkml:brush xml:id="br0">
      <inkml:brushProperty name="width" value="0.35" units="cm"/>
      <inkml:brushProperty name="height" value="0.35" units="cm"/>
      <inkml:brushProperty name="color" value="#CCFFCC"/>
    </inkml:brush>
  </inkml:definitions>
  <inkml:trace contextRef="#ctx0" brushRef="#br0">135 367 24575,'43'-2'0,"-1"-1"0,53-11 0,81-26 0,27-6 0,-179 42 0,72-12 0,152-7 0,-207 23 0,-15 0 0,0 0 0,-1-1 0,0-2 0,36-8 0,49-21 0,97-24 0,-191 53 0,117-25 0,200-16 0,-150 25 0,32-2 0,-164 23 0,98 15 0,-32-1 0,135-11 0,-171-6 0,-69 2 0,0 0 0,-1 1 0,0 1 0,1 0 0,-1 0 0,0 1 0,-1 1 0,12 6 0,-7-4 0,-1-1 0,1 0 0,29 6 0,-20-8 0,0-2 0,0 0 0,38-4 0,71-14 0,9 0 0,-102 15 0,77 10 0,-82-4 0,1-2 0,60-3 0,-83-1 0,-4 0 0,0 1 0,0-2 0,0 1 0,10-4 0,-19 5 0,1 0 0,-1 0 0,0 0 0,1 0 0,-1 0 0,0 0 0,0 0 0,1 0 0,-1 0 0,0 0 0,1 0 0,-1 0 0,0 0 0,0-1 0,1 1 0,-1 0 0,0 0 0,0 0 0,1 0 0,-1-1 0,0 1 0,0 0 0,0 0 0,1 0 0,-1-1 0,0 1 0,0 0 0,0 0 0,0-1 0,1 1 0,-1 0 0,0 0 0,0-1 0,0 1 0,0 0 0,0-1 0,0 1 0,0 0 0,0 0 0,0-1 0,0 1 0,0 0 0,0-1 0,0 1 0,0 0 0,0 0 0,0-1 0,0 1 0,0 0 0,-1-1 0,1 1 0,0 0 0,0 0 0,0-1 0,-18-8 0,-5 3 0,0 1 0,-1 0 0,-32-1 0,-77 2 0,104 4 0,-284 1 0,294 1 0,1 0 0,0 1 0,-1 1 0,1 1 0,-31 13 0,25-10 0,1 0 0,-42 7 0,15-9 0,-1-2 0,-60-5 0,-104-16 0,24 2 0,-25-6 0,-47-1 0,-226 22 0,212 2 0,227-5 0,-77-13 0,-20-2 0,-269 16 0,214 4 0,181-2 0,0 1 0,0 1 0,0 1 0,1 1 0,-1 1 0,1 1 0,0 1 0,0 0 0,-26 15 0,22-10 0,-15 7 0,-73 48 0,109-65 0,0 0 0,0 0 0,1 0 0,-1 1 0,1-1 0,0 1 0,-1-1 0,1 1 0,0 0 0,0 0 0,1 0 0,-1 0 0,1 0 0,-1 0 0,1 0 0,0 0 0,0 1 0,1-1 0,-1 1 0,0 3 0,2-3 0,-1 0 0,1 0 0,0-1 0,0 1 0,0 0 0,1 0 0,-1 0 0,1-1 0,0 1 0,0-1 0,0 1 0,1-1 0,-1 0 0,1 0 0,0 0 0,5 5 0,7 3 0,0 0 0,1 0 0,0-2 0,1 0 0,0 0 0,1-2 0,31 10 0,28 12 0,-53-20 0,0-1 0,0-1 0,1-1 0,0-1 0,49 3 0,131-8 0,-94-3 0,331 3 0,-412 1 0,0 2 0,47 11 0,-42-7 0,45 4 0,291-8 0,-192-5 0,-19 3 0,192-3 0,-13-40 0,-181 17 0,7 16 0,-115 9 0,84-12 0,-54 1 0,105-2 0,82 14 0,-94 2 0,-134-5 0,-14 1 0,30 2 0,-49-1 0,-1 1 0,1 0 0,0 0 0,-1 0 0,0 1 0,1 0 0,-1 0 0,0 0 0,0 0 0,10 7 0,-13-7 0,0 0 0,1 0 0,-1 0 0,0 0 0,0 0 0,0 0 0,0 1 0,0-1 0,-1 1 0,1-1 0,-1 1 0,1 0 0,-1 0 0,0-1 0,0 1 0,-1 0 0,1 0 0,0 0 0,-1 0 0,0 0 0,0 0 0,0 0 0,0 0 0,0 0 0,0 0 0,-1 0 0,0 0 0,1 0 0,-1 0 0,0 0 0,-1 0 0,1-1 0,0 1 0,-4 4 0,-1 2 0,-1 1 0,0-2 0,0 1 0,-1-1 0,0 0 0,-1 0 0,-17 11 0,4-5 0,-1-2 0,0-1 0,0-1 0,-1 0 0,-1-2 0,1-1 0,-1-1 0,-50 5 0,-10-5 0,-116-7 0,87-1 0,104 2 0,0 0 0,0 0 0,1-1 0,-1-1 0,0 1 0,0-2 0,1 1 0,-1-1 0,1-1 0,0 1 0,0-2 0,0 1 0,0-1 0,1-1 0,0 1 0,-14-13 0,19 14 0,-1 1 0,0 0 0,1 0 0,-1 1 0,-1-1 0,1 1 0,0 0 0,-1 0 0,1 1 0,-1-1 0,-5 0 0,-4-1 0,0 2 0,-21 0 0,29 1 0,-85 2 0,-157 23 0,-90 40 0,288-55 0,-21 3 0,-1-4 0,0-3 0,-95-3 0,-284-5-1365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7:26:24.657"/>
    </inkml:context>
    <inkml:brush xml:id="br0">
      <inkml:brushProperty name="width" value="0.35" units="cm"/>
      <inkml:brushProperty name="height" value="0.35" units="cm"/>
      <inkml:brushProperty name="color" value="#CCFFCC"/>
    </inkml:brush>
  </inkml:definitions>
  <inkml:trace contextRef="#ctx0" brushRef="#br0">101 653 24575,'265'-17'0,"-82"2"0,-122 10 0,0-3 0,-1-2 0,61-19 0,283-56 0,-336 77 0,0 3 0,115 6 0,43-2 0,-116-17 0,-74 11 0,44-4 0,238 9 0,-166 4 0,-141-3 0,0-1 0,0 0 0,0 0 0,-1-1 0,1 0 0,-1-1 0,0 0 0,11-6 0,-4 2 0,29-9 0,-15 10 0,-1 2 0,0 1 0,46 0 0,-38 3 0,61-10 0,-39 2 0,102-4 0,62 14 0,-82 1 0,278-2 0,-413-1 0,-1 2 0,0-1 0,1 1 0,-1 0 0,0 0 0,0 0 0,1 1 0,9 5 0,-12-6 0,-1 1 0,0 1 0,0-1 0,0 0 0,0 1 0,0-1 0,-1 1 0,1 0 0,-1 0 0,0 0 0,0 0 0,0 0 0,0 1 0,0-1 0,-1 1 0,2 4 0,0 2 0,0 1 0,0-1 0,-1 1 0,-1 0 0,0 0 0,0 0 0,-1 0 0,-2 12 0,1-18 0,1 1 0,-1 0 0,-1 0 0,1 0 0,-1-1 0,0 1 0,-1-1 0,1 1 0,-1-1 0,0 0 0,0 0 0,-1 0 0,1 0 0,-1-1 0,0 0 0,-8 7 0,-2-2 0,0 0 0,-1-1 0,0 0 0,-25 8 0,-68 15 0,68-24 0,-1-1 0,0-3 0,0-1 0,0-2 0,-49-6 0,73 4 0,1-2 0,-19-5 0,-21-5 0,-152-28 0,140 27 0,34 7 0,-44-5 0,-39-6 0,75 11 0,-60-4 0,-73 11 0,97 2 0,-148-15 0,130 1 0,-99 1 0,-96 13 0,120 1 0,-556-1 0,703-2 0,-1 0 0,1-1 0,0-2 0,0 0 0,0-2 0,0 0 0,1-2 0,0-1 0,0 0 0,-33-21 0,-180-100 0,222 121 0,-1 0 0,-27-10 0,38 17 0,-1 1 0,1-1 0,-1 1 0,0 0 0,0 0 0,1 1 0,-1-1 0,0 1 0,0 0 0,0 0 0,1 1 0,-1 0 0,0-1 0,-5 3 0,8-2 0,-1 1 0,1-1 0,-1 1 0,1-1 0,0 1 0,-1 0 0,1 0 0,0 0 0,0 0 0,1 0 0,-1 1 0,0-1 0,1 1 0,-2 2 0,-16 43 0,9-23 0,2-8 0,-18 27 0,18-32 0,1-1 0,0 1 0,1 1 0,-7 18 0,12-27 0,0 1 0,0-1 0,0 0 0,1 0 0,-1 1 0,1-1 0,0 0 0,1 1 0,-1-1 0,1 0 0,0 0 0,0 1 0,0-1 0,0 0 0,1 0 0,0 0 0,0 0 0,4 5 0,-3-4 0,1 0 0,0 0 0,0 0 0,1-1 0,-1 0 0,1 0 0,0 0 0,0 0 0,0-1 0,1 0 0,-1 0 0,1 0 0,0-1 0,-1 0 0,1 0 0,11 2 0,6-1 0,0 0 0,0-2 0,27-1 0,-23 0 0,25 0 0,137-5 0,-166 2 0,34-10 0,-35 8 0,35-5 0,26 5 0,-1 4 0,1 3 0,119 20 0,-91-11 0,211-7 0,-177-5 0,919 1 0,-1038-2 0,-1 0 0,43-11 0,21-2 0,42-3 0,24-2 0,95-16 0,-43 4 0,71-6 0,-252 31 0,28-10 0,-39 12 0,-14 4 0,0 1 0,0 0 0,0 0 0,0-1 0,0 1 0,0-1 0,0 1 0,-1 0 0,1-1 0,0 0 0,0 1 0,0-1 0,-1 0 0,1 1 0,0-1 0,-1 0 0,1 0 0,-1 1 0,1-1 0,0 0 0,-1 0 0,0 0 0,1 0 0,-1 0 0,0 0 0,1 0 0,-1 0 0,0 0 0,0 0 0,0 0 0,0 0 0,0 0 0,0 0 0,0 0 0,0 0 0,0 0 0,-1 0 0,1 0 0,0 0 0,0 0 0,-1 1 0,1-1 0,-1-1 0,-2-3 0,1 1 0,-1 1 0,0-1 0,0 0 0,0 0 0,0 1 0,0 0 0,-6-5 0,-2 2 0,1 0 0,-1 0 0,0 1 0,0 0 0,-24-7 0,-63-10 0,85 20 0,-49-8 0,-96-3 0,-64 12 0,102 2 0,-127-14 0,-180-63 0,176 27 0,160 32 0,-1 5 0,-117-2 0,178 15 0,0-2 0,0-1 0,0-2 0,0 0 0,1-3 0,-49-15 0,33 6 0,-1 2 0,-1 3 0,0 1 0,0 3 0,-69-2 0,37 8 0,0 4 0,-120 21 0,108-4 0,59-12 0,-52 7 0,73-14 0,1 0 0,-1 1 0,1 0 0,0 1 0,0 0 0,0 1 0,1 0 0,-1 0 0,1 1 0,0 1 0,0 0 0,0 0 0,-13 13 0,-136 104 0,117-88 0,-1-1 0,-2-2 0,-62 33 0,47-36 0,32-16 0,-41 25 0,63-34 0,1 0 0,0 0 0,0 0 0,-5 6 0,9-9 0,0-1 0,1 1 0,-1 0 0,0-1 0,1 1 0,-1 0 0,1 0 0,-1 0 0,1-1 0,-1 1 0,1 0 0,-1 0 0,1 0 0,0 0 0,0 0 0,-1 0 0,1-1 0,0 1 0,0 0 0,0 0 0,0 0 0,0 0 0,0 0 0,0 0 0,0 0 0,1 0 0,-1 0 0,0 0 0,0 0 0,1-1 0,-1 1 0,1 0 0,-1 0 0,1 0 0,-1 0 0,1-1 0,-1 1 0,2 1 0,1 0 0,0 0 0,1 0 0,-1-1 0,0 1 0,1-1 0,0 1 0,-1-1 0,1 0 0,7 1 0,37 1 0,-35-3 0,18 2 0,0-1 0,0-1 0,0-2 0,0-2 0,48-10 0,-49 6 0,0 1 0,0 2 0,49-2 0,95 8 0,-78 1 0,574-1 0,-621 2 0,1 2 0,62 15 0,-103-19 0,-4 0 0,-1 0 0,0-1 0,-1 1 0,1 0 0,-1-1 0,1 2 0,-1-1 0,1 0 0,-1 1 0,0-1 0,1 1 0,-1 0 0,5 4 0,-8-5 0,0-1 0,1 0 0,-1 1 0,0-1 0,0 0 0,0 1 0,0-1 0,0 0 0,0 0 0,0 1 0,0-1 0,0 0 0,0 1 0,0-1 0,0 0 0,0 1 0,0-1 0,0 0 0,0 1 0,0-1 0,0 0 0,0 1 0,-1-1 0,1 0 0,0 0 0,0 1 0,0-1 0,-1 0 0,1 0 0,0 1 0,0-1 0,0 0 0,-1 0 0,1 0 0,0 1 0,-1-1 0,1 0 0,0 0 0,0 0 0,-1 0 0,1 0 0,-1 1 0,-15 4 0,-19 0 0,0-1 0,0-1 0,-67-5 0,37 0 0,63 2 0,-25-1 0,0 2 0,0 0 0,-52 10 0,41-2 0,-1-3 0,-64 3 0,-79-9 0,80-2 0,-136 2 0,214 2 0,18 2 0,13 4 0,1-4 0,0-1 0,0 0 0,0-1 0,0 1 0,0-1 0,16 1 0,56 0 0,-55-3 0,19 4 0,62 11 0,-62-7 0,63 3 0,-91-11 0,242 13 0,141 10 0,3-23 0,-149-2 0,-218 1 0,0 2 0,-1 2 0,42 8 0,-26-1 0,0-3 0,61 1 0,103-8 0,-95-2 0,282 2 0,-382-1 0,0 0 0,-1-2 0,1 0 0,-1 0 0,31-12 0,83-41 0,-128 54 0,24-11 0,1 2 0,0 2 0,1 0 0,0 2 0,1 1 0,-1 2 0,51-2 0,-218 8 0,-296 13 0,-116 9 0,312-5 0,10-1 0,176-18 0,-306 12 0,-135 11 0,451-21 0,1 2 0,-44 10 0,41-6 0,-19-1 0,-1-3 0,-96-5 0,57-1 0,-565 2 0,687-2 0,1 0 0,27-7 0,6-1 0,59 0 0,125 5 0,19-1 0,896-57 0,-792 39 0,-201 11 0,209 9 0,-203 6 0,-157-2 0,60 0 0,117-14 0,-70 1 0,218 4 0,-264 9 0,-58 1 0,31-3 0,-40 2 0,0 0 0,0-1 0,0 1 0,0-1 0,0 0 0,0 0 0,0 0 0,0-1 0,-1 1 0,1 0 0,2-3 0,-5 4 0,1 0 0,-1-1 0,0 1 0,0 0 0,0 0 0,1-1 0,-1 1 0,0 0 0,0-1 0,0 1 0,0 0 0,0 0 0,0-1 0,0 1 0,0 0 0,0-1 0,0 1 0,0 0 0,0-1 0,0 1 0,0 0 0,0-1 0,0 1 0,0 0 0,0 0 0,0-1 0,0 1 0,0 0 0,0-1 0,-1 1 0,1 0 0,0 0 0,0-1 0,0 1 0,0 0 0,-1 0 0,1-1 0,0 1 0,0 0 0,-1 0 0,1 0 0,0 0 0,0-1 0,-1 1 0,1 0 0,-1 0 0,-15-9 0,16 9 0,-114-52 0,-43-18 0,119 56 0,0 1 0,-51-10 0,25 15 0,0 2 0,0 3 0,-84 6 0,16 1 0,-1157-4 0,758 28 0,425-8 0,-17 1 0,102-17 65,1 0-1,0 1 0,-1 1 1,-27 12-1,23-8-908,-47 11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1:25.436"/>
    </inkml:context>
    <inkml:brush xml:id="br0">
      <inkml:brushProperty name="width" value="0.35" units="cm"/>
      <inkml:brushProperty name="height" value="0.35" units="cm"/>
      <inkml:brushProperty name="color" value="#CCFFCC"/>
    </inkml:brush>
  </inkml:definitions>
  <inkml:trace contextRef="#ctx0" brushRef="#br0">0 0 24317,'4104'0'0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1:29.876"/>
    </inkml:context>
    <inkml:brush xml:id="br0">
      <inkml:brushProperty name="width" value="0.35" units="cm"/>
      <inkml:brushProperty name="height" value="0.35" units="cm"/>
      <inkml:brushProperty name="color" value="#CCFFCC"/>
    </inkml:brush>
  </inkml:definitions>
  <inkml:trace contextRef="#ctx0" brushRef="#br0">0 40 24575,'1272'0'0,"-792"-19"0,-95 1 0,564 16 0,-489 4 0,366-2-1365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1:31.901"/>
    </inkml:context>
    <inkml:brush xml:id="br0">
      <inkml:brushProperty name="width" value="0.35" units="cm"/>
      <inkml:brushProperty name="height" value="0.35" units="cm"/>
      <inkml:brushProperty name="color" value="#CCFFCC"/>
    </inkml:brush>
  </inkml:definitions>
  <inkml:trace contextRef="#ctx0" brushRef="#br0">0 1 24575,'781'31'-1746,"-322"-7"543,531-3-322,3-23 2422,-295 0 1315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8:17.847"/>
    </inkml:context>
    <inkml:brush xml:id="br0">
      <inkml:brushProperty name="width" value="0.35" units="cm"/>
      <inkml:brushProperty name="height" value="0.35" units="cm"/>
      <inkml:brushProperty name="color" value="#CCFFCC"/>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8:18.085"/>
    </inkml:context>
    <inkml:brush xml:id="br0">
      <inkml:brushProperty name="width" value="0.35" units="cm"/>
      <inkml:brushProperty name="height" value="0.35" units="cm"/>
      <inkml:brushProperty name="color" value="#CCFFCC"/>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08.708"/>
    </inkml:context>
    <inkml:brush xml:id="br0">
      <inkml:brushProperty name="width" value="0.35" units="cm"/>
      <inkml:brushProperty name="height" value="0.35" units="cm"/>
      <inkml:brushProperty name="color" value="#CCFFCC"/>
    </inkml:brush>
  </inkml:definitions>
  <inkml:trace contextRef="#ctx0" brushRef="#br0">0 0 24547,'4211'0'0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14.496"/>
    </inkml:context>
    <inkml:brush xml:id="br0">
      <inkml:brushProperty name="width" value="0.35" units="cm"/>
      <inkml:brushProperty name="height" value="0.35" units="cm"/>
      <inkml:brushProperty name="color" value="#CCFFCC"/>
    </inkml:brush>
  </inkml:definitions>
  <inkml:trace contextRef="#ctx0" brushRef="#br0">0 258 24575,'432'0'0,"-365"-4"0,1-2 0,67-16 0,18-2 0,-65 13 0,469-34 0,-486 47 0,-33 0 0,0-2 0,-1-1 0,1-3 0,41-7 0,60-31 0,-9 3 0,-101 33 0,1 1 0,54-2 0,62 8 0,-58 1 0,272-20 0,-90 1 0,-213 15 0,0 2 0,0 2 0,60 11 0,32 5 0,-73-11 0,-72-6 0,-1-1 0,1 0 0,-1 1 0,1 0 0,-1-1 0,0 1 0,1 1 0,-1-1 0,0 0 0,0 1 0,0 0 0,0-1 0,0 1 0,0 0 0,0 1 0,-1-1 0,1 0 0,-1 1 0,0 0 0,0-1 0,0 1 0,0 0 0,0 0 0,0 0 0,-1 0 0,1 1 0,-1-1 0,0 0 0,0 0 0,0 1 0,0 4 0,1 1 0,0 0 0,0 0 0,1 0 0,0 0 0,1 0 0,0-1 0,1 1 0,-1-1 0,2 0 0,-1-1 0,1 1 0,0-1 0,0 0 0,1-1 0,0 1 0,0-1 0,1-1 0,0 1 0,0-1 0,0-1 0,0 1 0,1-2 0,0 1 0,0-1 0,0 0 0,0-1 0,10 2 0,-12-3 86,0 0-1,-1 0 0,14-1 1,-18 0-176,0-1 0,0 1 0,0 0 0,0-1 0,0 1 1,-1-1-1,1 0 0,0 1 0,0-1 0,-1 0 1,1 0-1,0 0 0,-1 0 0,1 0 0,-1-1 0,1 1 1,-1 0-1,2-3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16.513"/>
    </inkml:context>
    <inkml:brush xml:id="br0">
      <inkml:brushProperty name="width" value="0.35" units="cm"/>
      <inkml:brushProperty name="height" value="0.35" units="cm"/>
      <inkml:brushProperty name="color" value="#CCFFCC"/>
    </inkml:brush>
  </inkml:definitions>
  <inkml:trace contextRef="#ctx0" brushRef="#br0">1 0 24380,'4536'37'0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49.414"/>
    </inkml:context>
    <inkml:brush xml:id="br0">
      <inkml:brushProperty name="width" value="0.35" units="cm"/>
      <inkml:brushProperty name="height" value="0.35" units="cm"/>
      <inkml:brushProperty name="color" value="#CCFFCC"/>
    </inkml:brush>
  </inkml:definitions>
  <inkml:trace contextRef="#ctx0" brushRef="#br0">0 91 24570,'685'65'0,"-671"-221"0,-713 247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52.730"/>
    </inkml:context>
    <inkml:brush xml:id="br0">
      <inkml:brushProperty name="width" value="0.35" units="cm"/>
      <inkml:brushProperty name="height" value="0.35" units="cm"/>
      <inkml:brushProperty name="color" value="#CCFFCC"/>
    </inkml:brush>
  </inkml:definitions>
  <inkml:trace contextRef="#ctx0" brushRef="#br0">1 0 24503,'3884'109'0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06.253"/>
    </inkml:context>
    <inkml:brush xml:id="br0">
      <inkml:brushProperty name="width" value="0.35" units="cm"/>
      <inkml:brushProperty name="height" value="0.35" units="cm"/>
      <inkml:brushProperty name="color" value="#CCFFCC"/>
    </inkml:brush>
  </inkml:definitions>
  <inkml:trace contextRef="#ctx0" brushRef="#br0">432 0 24575,'1'4'0,"0"0"0,0 0 0,1 0 0,-1 0 0,1 0 0,0-1 0,4 7 0,1 3 0,3 3 0,0-1 0,1 0 0,1 0 0,25 25 0,16 19 0,-49-53 0,153 187 0,-152-187 0,0 0 0,0 0 0,-1 1 0,0-1 0,0 1 0,0 0 0,-1 1 0,0-1 0,-1 1 0,0-1 0,0 1 0,2 14 0,-4-17 0,1 0 0,-1 0 0,0 0 0,-1 0 0,1 0 0,-1 0 0,0 0 0,0 0 0,-1 0 0,0 0 0,1 0 0,-2 0 0,1-1 0,0 1 0,-1-1 0,0 0 0,0 1 0,0-1 0,-1-1 0,-5 6 0,-3 0 0,-1 0 0,0-1 0,0 0 0,-1-1 0,0-1 0,0 0 0,-1-1 0,1-1 0,-1 0 0,0-1 0,-22 2 0,-20-1 0,-100-6 0,86 0 0,26 1 0,-58-2 0,87 1 0,1 0 0,0 0 0,-1-2 0,-20-7 0,34 10 0,-1 0 0,0-1 0,0 1 0,1-1 0,-1 1 0,1-1 0,0 0 0,-1 0 0,1 0 0,-3-4 0,4 5 0,1 0 0,-1 0 0,1 0 0,-1 0 0,1 0 0,-1 0 0,1 0 0,0 0 0,-1 0 0,1 0 0,0 0 0,0 0 0,0 0 0,0 0 0,0 0 0,0 0 0,0 0 0,0 0 0,0 0 0,0 0 0,1 0 0,-1 0 0,0 0 0,1 0 0,-1 0 0,1 0 0,-1 0 0,1 0 0,-1 0 0,1 1 0,0-1 0,-1 0 0,1 0 0,1-1 0,4-2 0,0-1 0,1 0 0,-1 1 0,1 1 0,0-1 0,0 1 0,0 0 0,16-4 0,67-10 0,-64 12 0,334-60 0,-160 29 0,-137 28 0,0 3 0,110 4 0,-86 3 0,37-2 0,463 22 0,-350-6 0,-233-16 0,1 1 0,-1 0 0,0 0 0,0 0 0,0 0 0,0 0 0,0 1 0,-1 0 0,1 0 0,5 3 0,-8-4 0,-1-1 0,1 0 0,-1 1 0,1-1 0,-1 1 0,0-1 0,1 1 0,-1-1 0,0 0 0,1 1 0,-1-1 0,0 1 0,0 0 0,1-1 0,-1 1 0,0-1 0,0 1 0,0-1 0,0 1 0,0-1 0,0 1 0,0 0 0,0-1 0,0 1 0,0-1 0,0 1 0,0 1 0,-1-1 0,0 0 0,0 1 0,0-1 0,-1 0 0,1 0 0,0 1 0,0-1 0,-1 0 0,1 0 0,-1 0 0,1-1 0,-1 1 0,1 0 0,-4 0 0,-7 4 0,-1-1 0,1 0 0,-1-2 0,-26 4 0,-57-2 0,70-4 0,-381-1 0,156-1 0,230 1 0,0-1 0,0 0 0,1-2 0,-1-1 0,1 0 0,0-2 0,-22-10 0,20 9 0,-38-10 0,55 16 0,-1 1 0,0 0 0,0 0 0,0 0 0,0 1 0,0 0 0,0 0 0,0 1 0,0 0 0,0 0 0,-10 3 0,15-4 0,0 1 0,0-1 0,0 1 0,0-1 0,0 1 0,0 0 0,0-1 0,0 1 0,0 0 0,0 0 0,1 0 0,-1-1 0,0 1 0,1 0 0,-1 0 0,0 0 0,1 0 0,-1 0 0,1 1 0,0-1 0,-1 0 0,1 0 0,0 0 0,0 0 0,-1 0 0,1 0 0,0 1 0,0-1 0,0 0 0,0 0 0,1 0 0,-1 0 0,0 1 0,0-1 0,1 0 0,-1 0 0,1 0 0,-1 0 0,1 0 0,-1 0 0,1 0 0,0 1 0,3 3 0,-1 0 0,1 0 0,0 0 0,0 0 0,0-1 0,10 8 0,-2-4 0,1 0 0,0-1 0,0-1 0,0 0 0,1 0 0,0-2 0,0 0 0,0 0 0,1-1 0,19 1 0,21-1 0,79-5 0,-70 0 0,5 0 0,142 3 0,-207-1 0,-1 1 0,0-1 0,0 0 0,1 1 0,-1-1 0,0 1 0,0 0 0,0 0 0,0 0 0,0 0 0,0 1 0,0-1 0,2 3 0,-5-4 0,1 1 0,-1-1 0,0 0 0,0 0 0,0 0 0,0 1 0,0-1 0,0 0 0,0 0 0,0 1 0,0-1 0,0 0 0,0 0 0,0 1 0,0-1 0,0 0 0,0 0 0,0 1 0,0-1 0,0 0 0,0 0 0,0 1 0,0-1 0,0 0 0,0 0 0,0 1 0,-1-1 0,1 0 0,0 0 0,0 0 0,0 1 0,0-1 0,-1 0 0,1 0 0,0 0 0,0 0 0,0 1 0,-1-1 0,1 0 0,-5 4 0,-1-1 0,1 0 0,-1 0 0,1 0 0,-1-1 0,0 1 0,-7 1 0,-50 9 0,36-8 0,7-1 0,-164 28 0,145-27 0,-1-2 0,-68-3 0,89-2 0,-1-1 0,1 0 0,0-2 0,-30-10 0,37 11 0,1-1 0,0-1 0,1 0 0,-1 0 0,1-1 0,0 0 0,1 0 0,-12-13 0,19 19 0,1-1 0,-1 1 0,1-1 0,0 0 0,0 0 0,-1 0 0,1 0 0,0 1 0,0-1 0,1-1 0,-1 1 0,0 0 0,1 0 0,-1-4 0,1 4 0,0 1 0,0 0 0,0-1 0,1 1 0,-1-1 0,1 1 0,-1 0 0,1-1 0,-1 1 0,1 0 0,0-1 0,-1 1 0,1 0 0,0 0 0,0 0 0,0 0 0,2-2 0,1 0 0,0 0 0,1 0 0,0 0 0,0 1 0,0 0 0,0 0 0,0 0 0,0 0 0,0 1 0,8-1 0,32-4-247,1 3-1,62 4 0,-90 0-374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55.549"/>
    </inkml:context>
    <inkml:brush xml:id="br0">
      <inkml:brushProperty name="width" value="0.35" units="cm"/>
      <inkml:brushProperty name="height" value="0.35" units="cm"/>
      <inkml:brushProperty name="color" value="#CCFFCC"/>
    </inkml:brush>
  </inkml:definitions>
  <inkml:trace contextRef="#ctx0" brushRef="#br0">0 26 24575,'307'-13'0,"-47"0"0,86 20 0,-237 2 0,120 26 0,30 37 0,-176-45 0,-53-20 0,0-1 0,1-1 0,-1-2 0,53-1 0,-5 1 0,40 13 0,-76-9 0,44 3 0,104 8 0,30 0 0,-200-17 0,-8-2 0,1 1 0,-1 1 0,1 0 0,-1 1 0,1 1 0,13 4 0,51 23 0,-48-16 0,2-3 0,-1 0 0,1-2 0,57 10 0,-18-14 0,-36-3 0,48 8 0,47 9 0,-5-2 0,-77-9 0,-1-1 0,1-3 0,0-1 0,56-5 0,-99 2-105,0-1 0,-1 1 0,1-1 0,0 0 0,0 0 0,0 0 0,0-1 0,-1 0 0,1 1 0,-1-1 0,1 0 0,3-4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58.064"/>
    </inkml:context>
    <inkml:brush xml:id="br0">
      <inkml:brushProperty name="width" value="0.35" units="cm"/>
      <inkml:brushProperty name="height" value="0.35" units="cm"/>
      <inkml:brushProperty name="color" value="#CCFFCC"/>
    </inkml:brush>
  </inkml:definitions>
  <inkml:trace contextRef="#ctx0" brushRef="#br0">3920 184 24575,'-318'-12'0,"237"4"0,-151-37 0,182 32 0,-114-32 0,104 29 0,0 2 0,-1 2 0,-1 3 0,-122-1 0,-868 13 0,1023-2 0,-1 1 0,1 1 0,0 2 0,0 1 0,1 1 0,0 2 0,-29 12 0,-14 7 0,-2-4 0,-1-3 0,0-4 0,-1-2 0,-1-4 0,-135 2 0,22 2 0,76-3 0,-87 9 339,20-2-2043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2:59.886"/>
    </inkml:context>
    <inkml:brush xml:id="br0">
      <inkml:brushProperty name="width" value="0.35" units="cm"/>
      <inkml:brushProperty name="height" value="0.35" units="cm"/>
      <inkml:brushProperty name="color" value="#CCFFCC"/>
    </inkml:brush>
  </inkml:definitions>
  <inkml:trace contextRef="#ctx0" brushRef="#br0">402 71 24575,'-12'0'0,"-11"-7"0,-13-1 0,-7 0 0,-8 1 0,-3-3 0,3-1 0,4 2 0,3 2 0,3 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02.371"/>
    </inkml:context>
    <inkml:brush xml:id="br0">
      <inkml:brushProperty name="width" value="0.35" units="cm"/>
      <inkml:brushProperty name="height" value="0.35" units="cm"/>
      <inkml:brushProperty name="color" value="#CCFFCC"/>
    </inkml:brush>
  </inkml:definitions>
  <inkml:trace contextRef="#ctx0" brushRef="#br0">0 1 24575,'237'16'0,"-91"-4"0,436 43 0,-410-36 0,-28 0 287,98 7-1939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10.226"/>
    </inkml:context>
    <inkml:brush xml:id="br0">
      <inkml:brushProperty name="width" value="0.35" units="cm"/>
      <inkml:brushProperty name="height" value="0.35" units="cm"/>
      <inkml:brushProperty name="color" value="#CCFFCC"/>
    </inkml:brush>
  </inkml:definitions>
  <inkml:trace contextRef="#ctx0" brushRef="#br0">0 1 24575,'41'3'0,"-1"1"0,0 3 0,-1 1 0,53 19 0,-25-5 0,-44-13 0,1-1 0,0-1 0,1-2 0,39 5 0,-13-4 0,-1 3 0,1 1 0,53 19 0,-53-13 0,2-3 0,84 11 0,-123-22 0,0 1 0,0 0 0,0 1 0,-1 1 0,0 0 0,0 1 0,0 0 0,12 9 0,6 1 0,-2-4 0,0-1 0,1-1 0,1-2 0,31 5 0,-28-6 0,31 4-293,0-4-1,0-2 0,85-6 0,-141 1 104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18.823"/>
    </inkml:context>
    <inkml:brush xml:id="br0">
      <inkml:brushProperty name="width" value="0.35" units="cm"/>
      <inkml:brushProperty name="height" value="0.35" units="cm"/>
      <inkml:brushProperty name="color" value="#CCFFCC"/>
    </inkml:brush>
  </inkml:definitions>
  <inkml:trace contextRef="#ctx0" brushRef="#br0">0 37 24423,'3701'-37'0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22.922"/>
    </inkml:context>
    <inkml:brush xml:id="br0">
      <inkml:brushProperty name="width" value="0.35" units="cm"/>
      <inkml:brushProperty name="height" value="0.35" units="cm"/>
      <inkml:brushProperty name="color" value="#CCFFCC"/>
    </inkml:brush>
  </inkml:definitions>
  <inkml:trace contextRef="#ctx0" brushRef="#br0">1 0 24578,'3956'0'0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25.340"/>
    </inkml:context>
    <inkml:brush xml:id="br0">
      <inkml:brushProperty name="width" value="0.35" units="cm"/>
      <inkml:brushProperty name="height" value="0.35" units="cm"/>
      <inkml:brushProperty name="color" value="#CCFFCC"/>
    </inkml:brush>
  </inkml:definitions>
  <inkml:trace contextRef="#ctx0" brushRef="#br0">4276 221 24575,'-846'0'0,"797"-3"0,-70-12 0,-13-1 0,-143 14 0,6-1 0,74-12 0,-42-2 0,-361 13 0,509 4 0,52-2 0,-1-1 0,-72-17 0,31 4 0,-553-70 0,591 80 0,-91-4-57,-152 8-1,171 3-1192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28.381"/>
    </inkml:context>
    <inkml:brush xml:id="br0">
      <inkml:brushProperty name="width" value="0.35" units="cm"/>
      <inkml:brushProperty name="height" value="0.35" units="cm"/>
      <inkml:brushProperty name="color" value="#CCFFCC"/>
    </inkml:brush>
  </inkml:definitions>
  <inkml:trace contextRef="#ctx0" brushRef="#br0">0 37 24520,'4137'-37'0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31.471"/>
    </inkml:context>
    <inkml:brush xml:id="br0">
      <inkml:brushProperty name="width" value="0.35" units="cm"/>
      <inkml:brushProperty name="height" value="0.35" units="cm"/>
      <inkml:brushProperty name="color" value="#CCFFCC"/>
    </inkml:brush>
  </inkml:definitions>
  <inkml:trace contextRef="#ctx0" brushRef="#br0">0 0 24575,'6'0'0,"15"0"0,15 0 0,8 0 0,10 0 0,0 0 0,-2 0 0,-3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34.084"/>
    </inkml:context>
    <inkml:brush xml:id="br0">
      <inkml:brushProperty name="width" value="0.35" units="cm"/>
      <inkml:brushProperty name="height" value="0.35" units="cm"/>
      <inkml:brushProperty name="color" value="#CCFFCC"/>
    </inkml:brush>
  </inkml:definitions>
  <inkml:trace contextRef="#ctx0" brushRef="#br0">0 41 24575,'671'0'0,"-451"18"0,-18-1 0,562-15 0,-364-4 0,-192-15 0,-56 2 0,-87 12 0,-9 1 0,80-12 0,-67 3 0,109-3 0,72 15 0,-91 2 0,532-3-1365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43.594"/>
    </inkml:context>
    <inkml:brush xml:id="br0">
      <inkml:brushProperty name="width" value="0.35" units="cm"/>
      <inkml:brushProperty name="height" value="0.35" units="cm"/>
      <inkml:brushProperty name="color" value="#CCFFCC"/>
    </inkml:brush>
  </inkml:definitions>
  <inkml:trace contextRef="#ctx0" brushRef="#br0">1 72 24461,'3703'-72'0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3:51.794"/>
    </inkml:context>
    <inkml:brush xml:id="br0">
      <inkml:brushProperty name="width" value="0.35" units="cm"/>
      <inkml:brushProperty name="height" value="0.35" units="cm"/>
      <inkml:brushProperty name="color" value="#CCFFCC"/>
    </inkml:brush>
  </inkml:definitions>
  <inkml:trace contextRef="#ctx0" brushRef="#br0">4302 475 24575,'-10'-5'0,"0"2"0,0 0 0,-1 0 0,1 0 0,-1 2 0,0-1 0,-15 1 0,4-1 0,-482-35 0,-109 24 0,469 14 0,112-3 0,-50-9 0,8 1 0,-171-7 0,34 3 0,-467-7 0,608 24 0,-79 12 0,-70 22 0,76-11 0,13-2 0,51-8 0,-1-3 0,-101 2 0,131-11 0,0 1 0,-85 21 0,90-15 0,0-3 0,0-1 0,-71 1 0,113-8 0,0 0 0,0 0 0,0 0 0,0-1 0,0 1 0,0-1 0,0 0 0,0 0 0,0 0 0,0 0 0,1-1 0,-1 1 0,0-1 0,1 0 0,-5-3 0,5 3 0,1 1 0,0-1 0,0 0 0,0 1 0,1-1 0,-1 0 0,0 0 0,1 1 0,-1-1 0,1 0 0,-1 0 0,1 0 0,0 0 0,0 0 0,0 0 0,0 0 0,0 0 0,0 1 0,1-1 0,-1 0 0,0 0 0,1 0 0,0 0 0,-1 1 0,1-1 0,1-2 0,3-5 0,0-1 0,1 1 0,0 0 0,0 1 0,1 0 0,0-1 0,1 2 0,11-10 0,11-6 0,34-21 0,-12 11 0,4-8 0,-18 13 0,1 1 0,1 2 0,53-25 0,-81 45 0,114-45 0,-103 43 0,-1 0 0,1 2 0,42-4 0,75-7 0,52-2 0,-143 16 0,0 3 0,0 3 0,86 16 0,-35 5 0,-33-8 0,0-2 0,78 7 0,420-14 0,-348-11 0,133 3 0,-328-1 0,-1-1 0,1-1 0,24-7 0,34-5 0,29-4 0,-71 11 0,65-5 0,-20 10 0,-25 2 0,68-10 0,-35-1 0,93 1 0,93 12 0,-103 1 0,-151-3 0,-6 1 0,-1 0 0,0 0 0,1 2 0,27 5 0,-40-6 0,-1 0 0,1 1 0,0-1 0,0 1 0,-1 0 0,1 0 0,-1 0 0,0 0 0,0 0 0,0 1 0,0-1 0,0 1 0,0 0 0,-1 0 0,1 0 0,-1 0 0,0 1 0,0-1 0,0 1 0,0-1 0,-1 1 0,1 0 0,-1-1 0,2 8 0,2 28 0,-2 0 0,-2 0 0,-5 70 0,0-15 0,3-41 0,2-17 0,-2 0 0,-2 0 0,-9 48 0,7-57 0,1-10 0,0-1 0,-8 23 0,9-33 0,1 0 0,-1-1 0,-1 0 0,1 1 0,-1-1 0,0-1 0,0 1 0,0 0 0,0-1 0,-7 5 0,-3 1 0,0-2 0,0 0 0,-1 0 0,0-1 0,0-1 0,-1-1 0,1 0 0,-1-1 0,0 0 0,-1-1 0,1-1 0,0-1 0,-1 0 0,1-2 0,-29-3 0,22 0 0,0-1 0,0-1 0,-34-15 0,36 13 0,0 0 0,0 2 0,-1 0 0,-26-3 0,-272 5 0,171 7 0,-836-3 0,939 2 0,-78 14 0,74-8 0,-53 1 0,-238-8 0,154-2 0,161 1 0,-1-2 0,1 0 0,0-1 0,0-2 0,0 0 0,1-2 0,-1-1 0,2-1 0,-1-1 0,-26-15 0,18 6 0,-1 3 0,0 1 0,-2 1 0,0 2 0,-70-14 0,59 15 0,2 1 0,0 2 0,-82-5 0,70 12 0,-174 5 0,228-4 0,-1 1 0,1-1 0,0 1 0,-1 0 0,1 0 0,0 0 0,0 1 0,0-1 0,0 1 0,0 0 0,0 0 0,0 0 0,1 0 0,-1 0 0,1 1 0,-1-1 0,1 1 0,0 0 0,0-1 0,0 1 0,1 0 0,-1 0 0,1 0 0,-1 0 0,1 1 0,-1 3 0,1-2 0,-1 0 0,1 0 0,1 0 0,-1 0 0,1 0 0,0 0 0,0 0 0,0 0 0,1 0 0,0 1 0,0-1 0,0 0 0,1-1 0,-1 1 0,1 0 0,5 8 0,6 9 0,2 0 0,18 19 0,-26-33 0,0-1 0,0 0 0,1 0 0,0-1 0,0 0 0,1 0 0,0-1 0,12 5 0,7 3 0,1-2 0,0-1 0,0-1 0,1-2 0,0-1 0,46 4 0,-42-10 0,1 0 0,35-6 0,-53 3 0,-1 0 0,-1-1 0,1-1 0,0 0 0,-1-1 0,24-13 0,19-17 0,-34 21 0,0 0 0,0 1 0,1 2 0,40-14 0,-13 9 0,-27 8 0,1 2 0,32-7 0,-48 13-227,1-1-1,-1 0 1,0-1-1,0 0 1,10-5-1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4:02.507"/>
    </inkml:context>
    <inkml:brush xml:id="br0">
      <inkml:brushProperty name="width" value="0.35" units="cm"/>
      <inkml:brushProperty name="height" value="0.35" units="cm"/>
      <inkml:brushProperty name="color" value="#CCFFCC"/>
    </inkml:brush>
  </inkml:definitions>
  <inkml:trace contextRef="#ctx0" brushRef="#br0">1 218 24461,'1453'-217'0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4:35.852"/>
    </inkml:context>
    <inkml:brush xml:id="br0">
      <inkml:brushProperty name="width" value="0.35" units="cm"/>
      <inkml:brushProperty name="height" value="0.35" units="cm"/>
      <inkml:brushProperty name="color" value="#CCFFCC"/>
    </inkml:brush>
  </inkml:definitions>
  <inkml:trace contextRef="#ctx0" brushRef="#br0">4321 546 24575,'-8'-3'0,"0"0"0,-1 1 0,1 0 0,-1 1 0,1 0 0,-10 0 0,-13-1 0,-396-21 0,129 9 0,-124-2 0,197 9 0,-181-20 0,-150-28 0,431 36 0,-244-52 0,347 63 0,-1-1 0,2 0 0,-1-2 0,-19-13 0,-3-1 0,31 19 0,0 1 0,0 0 0,0 0 0,-1 2 0,-13-3 0,-72-7 0,44 8 0,-263-17 0,-3 23 0,109 2 0,206-4 0,0 2 0,0-1 0,-1 1 0,1 0 0,1 0 0,-1 0 0,0 1 0,0 0 0,0 0 0,1 0 0,-1 1 0,-7 5 0,10-5 0,0-1 0,-1 1 0,1 1 0,1-1 0,-1 0 0,0 1 0,1-1 0,0 1 0,0 0 0,0 0 0,0 0 0,0 0 0,1 0 0,0 0 0,0 0 0,0 1 0,0-1 0,0 6 0,1-4 0,0 0 0,0 1 0,1-1 0,0 0 0,0 0 0,0 0 0,1 0 0,0 0 0,0 0 0,1 0 0,-1 0 0,1-1 0,0 1 0,1-1 0,4 6 0,7 6 0,0 0 0,33 27 0,-19-19 0,-20-17 0,2-1 0,-1 1 0,1-2 0,0 1 0,0-2 0,21 8 0,75 18 0,-67-24 0,1-2 0,0-2 0,-1-1 0,43-5 0,-16 1 0,-37 1 0,0-3 0,36-7 0,10-2 0,16-6 0,-62 11 0,0 2 0,34-2 0,400 3 0,-272 7 0,179 20 0,215-7 0,-385-17 0,428 3 0,-414 18 0,-20-1 0,-180-17 0,245-3 0,-256 1 0,0 1 0,0 0 0,0-1 0,0 0 0,0 0 0,0 0 0,0-1 0,-1 1 0,1-1 0,0 0 0,-1 0 0,1 0 0,-1 0 0,0-1 0,0 1 0,6-7 0,-6 5 0,0-1 0,-1 1 0,1-1 0,-1 0 0,0 0 0,0 0 0,0 0 0,-1 0 0,0 0 0,0-1 0,0 1 0,0-8 0,-1 7 0,0 0 0,0 0 0,-1 0 0,1 0 0,-1 0 0,-1 0 0,1 0 0,-1 1 0,0-1 0,0 0 0,-1 1 0,0-1 0,0 1 0,0 0 0,0 0 0,-1 0 0,0 1 0,0-1 0,0 1 0,0 0 0,-1 0 0,-6-4 0,-47-41 0,29 24 0,-53-37 0,58 50 0,1 0 0,-47-14 0,61 23 0,-10-3 0,0 2 0,0 0 0,0 0 0,-30 0 0,-82 6 0,61 0 0,-786-2 0,649-17 0,32 0 0,-18-2 0,4 1 0,115 16 0,-131-11 0,-85-9 0,-2 22 0,116 2 0,145 0 0,0 1 0,0 2 0,0 2 0,-54 18 0,11-3 0,-25 10 0,-8 2 0,96-31 0,0 0 0,-1 0 0,2 1 0,-1 1 0,0-1 0,1 2 0,0 0 0,0 0 0,1 1 0,-1 0 0,1 0 0,1 1 0,0 0 0,0 1 0,0 0 0,-9 14 0,12-14 0,-1 0 0,0-1 0,-1 1 0,0-2 0,-14 14 0,16-17 0,0 1 0,0 0 0,0 1 0,1-1 0,-1 1 0,1 0 0,1 0 0,-1 0 0,1 0 0,0 1 0,1-1 0,-1 1 0,1 0 0,1-1 0,-1 1 0,1 0 0,0 0 0,1 9 0,0-9 0,0-1 0,0 0 0,1 0 0,0 1 0,0-1 0,1 0 0,0 0 0,0 0 0,0-1 0,1 1 0,0 0 0,0-1 0,0 0 0,1 1 0,-1-1 0,1-1 0,1 1 0,-1-1 0,0 1 0,11 6 0,5 0 0,1 0 0,0-2 0,0 0 0,27 6 0,-18-5 0,44 19 0,-59-22 0,-1-1 0,2-1 0,-1 0 0,0-1 0,1-1 0,20 2 0,97-1 0,-97-5 0,0 2 0,69 10 0,-26 1 0,-60-11 0,0 1 0,0 1 0,-1 1 0,1 1 0,-1 0 0,0 2 0,25 11 0,-12 0 0,-1-2 0,2-1 0,0-1 0,1-2 0,1-1 0,-1-2 0,41 6 0,165 33 0,-193-38 0,10-1 0,0-3 0,1-2 0,97-7 0,-42 1 0,0 0 0,169 5 0,-148 14 0,10 1 0,314-16 0,-235-3 0,-179-2 0,81-13 0,-77 8 0,59-3 0,-89 10 0,-5 2 0,1-2 0,-1 0 0,1 0 0,18-6 0,-27 6 0,0 0 0,0-1 0,0 0 0,-1 0 0,1 0 0,-1 0 0,1-1 0,-1 1 0,0-1 0,0 0 0,0 0 0,0 0 0,-1 0 0,1 0 0,-1-1 0,1 1 0,-1-1 0,1-4 0,1 0 0,0-1 0,-1 0 0,0 0 0,-1 0 0,0 0 0,-1-1 0,1-13 0,-2 19 0,0-1 0,0 1 0,0 0 0,-1 0 0,0 0 0,0 0 0,0 0 0,0 0 0,0 0 0,-1 0 0,0 0 0,0 1 0,0-1 0,0 0 0,-1 1 0,1 0 0,-1 0 0,0-1 0,-4-2 0,-4-2 0,-1 1 0,0 0 0,0 1 0,0 0 0,-1 1 0,0 1 0,-17-5 0,-99-14 0,110 20 0,-240-32 0,184 25 0,-83-1 0,-75 11 0,98 2 0,80 0 0,-64 12 0,-17 1 0,-96 4 0,-79 2 0,-16-20 0,250-1 0,53 1 0,0 2 0,0 0 0,-26 7 0,-35 6 0,-53 7 0,64-9 0,4 0 0,30-5 0,-53 4 0,-333-8 0,231-7 0,116 3 0,-101-3 0,175 1 0,-1 0 0,1 0 0,-1 0 0,1 0 0,0-1 0,0 0 0,-8-4 0,13 6 0,-1 0 0,0-1 0,0 1 0,1-1 0,-1 1 0,0-1 0,1 0 0,-1 1 0,0-1 0,1 0 0,-1 1 0,1-1 0,-1 0 0,1 0 0,0 1 0,-1-1 0,1 0 0,0 0 0,-1 0 0,1-1 0,0 1 0,0 0 0,1 0 0,-1 0 0,0-1 0,1 1 0,-1 0 0,1 0 0,-1 0 0,1 0 0,0 0 0,0 0 0,-1 0 0,1 0 0,0 0 0,0 1 0,0-1 0,0 0 0,0 0 0,2 0 0,5-5 0,2 0 0,-1 1 0,0 1 0,1 0 0,16-5 0,56-10 0,-52 13 0,56-10 0,0 4 0,89 0 0,178 13 0,-140 2 0,52 12 0,-94-2 0,137 7 0,190 6 0,91-25 0,-275-2 0,-262 3 0,66 12 0,11 1 0,9-11 0,-68-3 0,101 13 0,-57-1-167,222-4-1,-250-9-862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03.391"/>
    </inkml:context>
    <inkml:brush xml:id="br0">
      <inkml:brushProperty name="width" value="0.35" units="cm"/>
      <inkml:brushProperty name="height" value="0.35" units="cm"/>
      <inkml:brushProperty name="color" value="#CCFFCC"/>
    </inkml:brush>
  </inkml:definitions>
  <inkml:trace contextRef="#ctx0" brushRef="#br0">0 0 24462,'4245'0'0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08.258"/>
    </inkml:context>
    <inkml:brush xml:id="br0">
      <inkml:brushProperty name="width" value="0.35" units="cm"/>
      <inkml:brushProperty name="height" value="0.35" units="cm"/>
      <inkml:brushProperty name="color" value="#CCFFCC"/>
    </inkml:brush>
  </inkml:definitions>
  <inkml:trace contextRef="#ctx0" brushRef="#br0">0 195 24575,'54'-3'0,"71"-12"0,8-1 0,34 9 0,67-5 0,213-11 0,5 23 0,-182 2 0,71-16 0,117-8 0,497 23 0,-525-1 0,-415-1 57,0 0 0,-1 0 0,1-1 0,-1-1 0,25-8 0,-32 8-179,0 1 0,0-1 0,-1 0 0,1-1 0,-1 0 0,0 0 0,0 0 0,0-1 0,-1 1 1,0-1-1,1-1 0,-2 1 0,7-9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10.770"/>
    </inkml:context>
    <inkml:brush xml:id="br0">
      <inkml:brushProperty name="width" value="0.35" units="cm"/>
      <inkml:brushProperty name="height" value="0.35" units="cm"/>
      <inkml:brushProperty name="color" value="#CCFFCC"/>
    </inkml:brush>
  </inkml:definitions>
  <inkml:trace contextRef="#ctx0" brushRef="#br0">0 548 24575,'116'0'0,"335"-11"0,-380 5 0,-1-4 0,0-2 0,-1-4 0,90-32 0,-91 25 0,133-28 0,75 9 0,-94 16 0,155-51 0,-66 13 0,89-25 0,-310 77 0,93-11 0,-132 22 0,82-14 0,60-4 0,256 17 0,-206 3 0,-144-1 0,0-1 0,0 2 0,90 14 0,9 7-1365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12.312"/>
    </inkml:context>
    <inkml:brush xml:id="br0">
      <inkml:brushProperty name="width" value="0.35" units="cm"/>
      <inkml:brushProperty name="height" value="0.35" units="cm"/>
      <inkml:brushProperty name="color" value="#CCFFCC"/>
    </inkml:brush>
  </inkml:definitions>
  <inkml:trace contextRef="#ctx0" brushRef="#br0">0 0 24575,'2161'0'0,"-2145"0"-341,0 1 0,0 0-1,18 4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14.318"/>
    </inkml:context>
    <inkml:brush xml:id="br0">
      <inkml:brushProperty name="width" value="0.35" units="cm"/>
      <inkml:brushProperty name="height" value="0.35" units="cm"/>
      <inkml:brushProperty name="color" value="#CCFFCC"/>
    </inkml:brush>
  </inkml:definitions>
  <inkml:trace contextRef="#ctx0" brushRef="#br0">0 1 24575,'998'62'0,"-99"20"-1236,-676-67 1445,277 7 818,-467-20-1027,0 0 0,51 12 0,-23-4 0,24-1 0,1-5 0,86-6 0,-42 0 0,-79 2 0,94 13 0,-84-3 0,-1-2 0,1-3 0,106-6 0,-163 1-105,0-1 0,-1 1 0,1-1 0,0 0 0,-1 0 0,1 0 0,-1-1 0,0 1 0,1-1 0,-1 0 0,0 0 0,6-4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51.714"/>
    </inkml:context>
    <inkml:brush xml:id="br0">
      <inkml:brushProperty name="width" value="0.35" units="cm"/>
      <inkml:brushProperty name="height" value="0.35" units="cm"/>
      <inkml:brushProperty name="color" value="#CCFFCC"/>
    </inkml:brush>
  </inkml:definitions>
  <inkml:trace contextRef="#ctx0" brushRef="#br0">0 293 24575,'1482'0'0,"-1445"-2"0,0-2 0,44-9 0,-41 5 0,66-3 0,24 1 0,160-32 0,-257 36 0,159-10 0,-17 2 0,624-92 0,-617 76 0,-46 6 0,-81 19-16,109 4 0,-97 2-1317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5:54.706"/>
    </inkml:context>
    <inkml:brush xml:id="br0">
      <inkml:brushProperty name="width" value="0.35" units="cm"/>
      <inkml:brushProperty name="height" value="0.35" units="cm"/>
      <inkml:brushProperty name="color" value="#CCFFCC"/>
    </inkml:brush>
  </inkml:definitions>
  <inkml:trace contextRef="#ctx0" brushRef="#br0">1 0 24477,'4140'0'0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6:07.813"/>
    </inkml:context>
    <inkml:brush xml:id="br0">
      <inkml:brushProperty name="width" value="0.35" units="cm"/>
      <inkml:brushProperty name="height" value="0.35" units="cm"/>
      <inkml:brushProperty name="color" value="#CCFFCC"/>
    </inkml:brush>
  </inkml:definitions>
  <inkml:trace contextRef="#ctx0" brushRef="#br0">803 0 24575,'-18'0'0,"-20"0"0,-14 0 0,-36 7 0,-16 1 0,-1 0 0,3 5 0,8-1 0,14-2 0,13-2 0,13-3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6:11.469"/>
    </inkml:context>
    <inkml:brush xml:id="br0">
      <inkml:brushProperty name="width" value="0.35" units="cm"/>
      <inkml:brushProperty name="height" value="0.35" units="cm"/>
      <inkml:brushProperty name="color" value="#CCFFCC"/>
    </inkml:brush>
  </inkml:definitions>
  <inkml:trace contextRef="#ctx0" brushRef="#br0">0 0 23892,'4172'0'0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6:35.767"/>
    </inkml:context>
    <inkml:brush xml:id="br0">
      <inkml:brushProperty name="width" value="0.35" units="cm"/>
      <inkml:brushProperty name="height" value="0.35" units="cm"/>
      <inkml:brushProperty name="color" value="#CCFFCC"/>
    </inkml:brush>
  </inkml:definitions>
  <inkml:trace contextRef="#ctx0" brushRef="#br0">1 75 24472,'3919'-75'0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6:55.246"/>
    </inkml:context>
    <inkml:brush xml:id="br0">
      <inkml:brushProperty name="width" value="0.35" units="cm"/>
      <inkml:brushProperty name="height" value="0.35" units="cm"/>
      <inkml:brushProperty name="color" value="#CCFFCC"/>
    </inkml:brush>
  </inkml:definitions>
  <inkml:trace contextRef="#ctx0" brushRef="#br0">4618 256 24575,'-927'0'0,"863"2"0,-77 15 0,75-8 0,-71 1 0,-348-11 0,436 3 0,-67 12 0,-17 1 0,-221-12 0,35-1 0,127 16 0,-30 0 0,-389-17 0,289-2 0,291 2 0,2 2 0,-37 8 0,-14 2 0,-190-3 0,270-10 0,0 0 0,0 0 0,0 0 0,0 0 0,0-1 0,0 1 0,0 0 0,0 0 0,0 0 0,0 0 0,0 0 0,0 0 0,0 0 0,0 0 0,0 0 0,0 0 0,0 0 0,0-1 0,0 1 0,0 0 0,0 0 0,0 0 0,0 0 0,0 0 0,0 0 0,0 0 0,0 0 0,0 0 0,0 0 0,0 0 0,0 0 0,0-1 0,0 1 0,0 0 0,-1 0 0,1 0 0,0 0 0,0 0 0,0 0 0,0 0 0,0 0 0,0 0 0,0 0 0,0 0 0,0 0 0,0 0 0,0 0 0,-1 0 0,1 0 0,0 0 0,0 0 0,0 0 0,0 0 0,0 0 0,0 0 0,0 0 0,0 0 0,0 0 0,0 0 0,-1 0 0,1 0 0,0 0 0,0 0 0,0 0 0,0 0 0,0 0 0,0 1 0,0-1 0,0 0 0,8-5 0,17-4 0,225-44 0,-166 37 0,-40 6 0,0 3 0,66-3 0,-27 10 0,-22 1 0,0-3 0,67-10 0,146-16 0,-144 17 0,151-4 0,34-5 0,-36-11 0,266-27 0,-144 6 0,-75 7 0,294 28 0,-411 19 0,-209-2 0,18-1 0,-1 2 0,30 5 0,-43-6 0,-1 1 0,1 0 0,0 0 0,-1 0 0,1 0 0,-1 0 0,0 1 0,0 0 0,1-1 0,-1 1 0,0 1 0,0-1 0,0 0 0,-1 1 0,1-1 0,-1 1 0,1 0 0,-1 0 0,3 5 0,-4-6 0,-1-1 0,1 1 0,-1 0 0,0-1 0,0 1 0,0 0 0,1 0 0,-2-1 0,1 1 0,0 0 0,0-1 0,0 1 0,-1 0 0,1 0 0,-1-1 0,0 1 0,1-1 0,-1 1 0,0-1 0,0 1 0,0-1 0,0 1 0,0-1 0,0 0 0,0 1 0,-1-1 0,1 0 0,0 0 0,-1 0 0,1 0 0,-1 0 0,-2 1 0,-5 3 0,0 0 0,-1 0 0,1-1 0,-13 3 0,-4 0 0,0-1 0,0-2 0,-50 3 0,-84-8 0,78-1 0,-257 0 0,328 2 0,0 1 0,1 0 0,-1 0 0,0 1 0,-10 3 0,19-5 0,0 1 0,0-1 0,0 1 0,0 0 0,0-1 0,0 1 0,0 0 0,1 0 0,-1 0 0,0 1 0,1-1 0,-1 0 0,1 1 0,-1-1 0,1 1 0,0-1 0,-1 1 0,1-1 0,0 1 0,0 0 0,0 0 0,0 0 0,1 0 0,-1-1 0,0 1 0,1 0 0,0 0 0,-1 0 0,1 0 0,0 0 0,0 0 0,0 0 0,0 0 0,0 0 0,1 3 0,0-2 0,1 1 0,-1-1 0,1 0 0,0 0 0,0 0 0,0 0 0,0 0 0,1 0 0,-1 0 0,1-1 0,-1 1 0,1-1 0,0 0 0,0 0 0,0 0 0,0 0 0,1-1 0,-1 1 0,0-1 0,6 2 0,9 3 0,0-1 0,28 5 0,18-3 0,1-2 0,123-7 0,-65-1 0,-63 3 0,61-2 0,-93-3 342,-14-2-684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00.654"/>
    </inkml:context>
    <inkml:brush xml:id="br0">
      <inkml:brushProperty name="width" value="0.35" units="cm"/>
      <inkml:brushProperty name="height" value="0.35" units="cm"/>
      <inkml:brushProperty name="color" value="#CCFFCC"/>
    </inkml:brush>
  </inkml:definitions>
  <inkml:trace contextRef="#ctx0" brushRef="#br0">3530 474 24575,'0'0'0,"0"1"0,0-1 0,0 1 0,0 0 0,0-1 0,0 1 0,0-1 0,-1 1 0,1 0 0,0-1 0,0 1 0,-1-1 0,1 1 0,0-1 0,-1 1 0,1-1 0,0 1 0,-1-1 0,1 1 0,-1-1 0,1 1 0,-1-1 0,1 0 0,-1 1 0,1-1 0,-1 1 0,-19 1 0,-22-13 0,40 10 0,-33-12 0,-33-19 0,45 19 0,-1 2 0,0 1 0,-1 1 0,-33-8 0,12 8 0,-81-15 0,-154-49 0,82 12 0,-2 8 0,-3 10 0,-230-20 0,106 30 0,252 25 0,0 2 0,-127 9 0,118 12 0,15-2 0,-195 43 0,254-54 0,-13 6 0,0 0 0,1 2 0,-24 12 0,-23 11 0,46-23 0,-105 38 0,104-40 0,0-1 0,-1-2 0,-30 4 0,47-9 0,-1 1 0,1 0 0,0 1 0,0 0 0,1 0 0,-11 5 0,16-6 0,0 1 0,0 0 0,1 0 0,-1 0 0,0 0 0,1 0 0,0 0 0,-1 1 0,1-1 0,0 1 0,0 0 0,1-1 0,-1 1 0,0 0 0,1 0 0,0 0 0,0 0 0,0 0 0,0 1 0,-1 5 0,-1 21 0,0 1 0,2-1 0,6 56 0,-1-10 0,-5-11 0,0-41 0,1 0 0,1 1 0,1-1 0,5 27 0,-6-47 0,0 0 0,0 0 0,0-1 0,1 1 0,-1 0 0,1-1 0,0 1 0,0-1 0,1 0 0,-1 1 0,0-1 0,1 0 0,0-1 0,0 1 0,0 0 0,0-1 0,4 3 0,-2-3 0,0 0 0,0 0 0,0 0 0,0-1 0,0 0 0,0 0 0,1 0 0,-1 0 0,1-1 0,-1 0 0,0 0 0,6-1 0,19-4 0,-1-1 0,0-1 0,-1-2 0,0-1 0,0-1 0,28-15 0,7-10 0,-43 23 0,0 1 0,1 2 0,25-10 0,0 6 0,49-8 0,-19 5 0,-12 2 0,2 2 0,-1 3 0,1 3 0,88 2 0,22 16 0,282 55 0,-252-19 0,-115-23 0,1-4 0,132 11 0,34-31 0,13 1 0,-8 35 0,-136-14 0,-57-14 0,-42-6 0,0 2 0,-1 1 0,0 1 0,37 12 0,-12 1 0,1-4 0,0-1 0,103 12 0,-136-24 0,-3 1 0,1-1 0,-1-1 0,26-2 0,-39 1 0,-1 0 0,1 0 0,-1-1 0,0 1 0,0-1 0,1 0 0,-1 0 0,0-1 0,0 1 0,0 0 0,0-1 0,0 0 0,0 0 0,0 0 0,-1 0 0,1 0 0,-1 0 0,1-1 0,-1 1 0,0-1 0,0 0 0,0 0 0,2-5 0,4-20-1365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14.354"/>
    </inkml:context>
    <inkml:brush xml:id="br0">
      <inkml:brushProperty name="width" value="0.35" units="cm"/>
      <inkml:brushProperty name="height" value="0.35" units="cm"/>
      <inkml:brushProperty name="color" value="#CCFFCC"/>
    </inkml:brush>
  </inkml:definitions>
  <inkml:trace contextRef="#ctx0" brushRef="#br0">3 146 24477,'762'-145'0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18.105"/>
    </inkml:context>
    <inkml:brush xml:id="br0">
      <inkml:brushProperty name="width" value="0.35" units="cm"/>
      <inkml:brushProperty name="height" value="0.35" units="cm"/>
      <inkml:brushProperty name="color" value="#CCFFCC"/>
    </inkml:brush>
  </inkml:definitions>
  <inkml:trace contextRef="#ctx0" brushRef="#br0">0 437 24575,'5'-4'0,"0"0"0,1 1 0,-1 0 0,1 0 0,-1 1 0,1-1 0,0 1 0,0 0 0,0 1 0,8-2 0,6-1 0,274-48 0,-189 37 0,265-30 0,147-26 0,-434 56 0,1 3 0,150 0 0,560 15 0,-529-4 0,-239 0 0,1-2 0,43-10 0,-10 2 0,-39 6 0,-1-1 0,1 0 0,33-17 0,12-4 0,77-20 0,-100 34 0,-25 7 0,0 0 0,1 2 0,29-4 0,215 5 129,-153 4-1623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24.493"/>
    </inkml:context>
    <inkml:brush xml:id="br0">
      <inkml:brushProperty name="width" value="0.35" units="cm"/>
      <inkml:brushProperty name="height" value="0.35" units="cm"/>
      <inkml:brushProperty name="color" value="#CCFFCC"/>
    </inkml:brush>
  </inkml:definitions>
  <inkml:trace contextRef="#ctx0" brushRef="#br0">1 0 24532,'3374'436'0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06.952"/>
    </inkml:context>
    <inkml:brush xml:id="br0">
      <inkml:brushProperty name="width" value="0.35" units="cm"/>
      <inkml:brushProperty name="height" value="0.35" units="cm"/>
      <inkml:brushProperty name="color" value="#CCFFCC"/>
    </inkml:brush>
  </inkml:definitions>
  <inkml:trace contextRef="#ctx0" brushRef="#br0">0 1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08.180"/>
    </inkml:context>
    <inkml:brush xml:id="br0">
      <inkml:brushProperty name="width" value="0.35" units="cm"/>
      <inkml:brushProperty name="height" value="0.35" units="cm"/>
      <inkml:brushProperty name="color" value="#CCFFCC"/>
    </inkml:brush>
  </inkml:definitions>
  <inkml:trace contextRef="#ctx0" brushRef="#br0">0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09.680"/>
    </inkml:context>
    <inkml:brush xml:id="br0">
      <inkml:brushProperty name="width" value="0.35" units="cm"/>
      <inkml:brushProperty name="height" value="0.35" units="cm"/>
      <inkml:brushProperty name="color" value="#CCFFCC"/>
    </inkml:brush>
  </inkml:definitions>
  <inkml:trace contextRef="#ctx0" brushRef="#br0">0 1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28.767"/>
    </inkml:context>
    <inkml:brush xml:id="br0">
      <inkml:brushProperty name="width" value="0.35" units="cm"/>
      <inkml:brushProperty name="height" value="0.35" units="cm"/>
      <inkml:brushProperty name="color" value="#CCFFCC"/>
    </inkml:brush>
  </inkml:definitions>
  <inkml:trace contextRef="#ctx0" brushRef="#br0">3766 603 24575,'-6'5'0,"0"0"0,-1-1 0,1 0 0,-1-1 0,0 1 0,0-1 0,0-1 0,0 1 0,-1-1 0,-9 1 0,-4 3 0,-292 76 0,-406 97 0,564-137 0,110-27 0,-1-2 0,-60 8 0,2-14 0,-142-8 0,101-2 0,-373 4 0,475 1 0,-77 13 0,6 1 0,-38-13 0,11-1 0,112 3 0,-1 0 0,1 2 0,0 1 0,-34 14 0,-2 1 0,-54 7 0,21-6 0,-49 10 0,98-24 0,20-1 0,29-9 0,-1 1 0,1-1 0,0 0 0,-1 0 0,1 0 0,0 1 0,0-1 0,-1 0 0,1 0 0,0 1 0,-1-1 0,1 0 0,0 1 0,0-1 0,0 0 0,-1 0 0,1 1 0,0-1 0,0 1 0,0-1 0,0 0 0,0 1 0,0-1 0,0 0 0,-1 1 0,2 0 0,-1 0 0,1-1 0,-1 1 0,0-1 0,1 1 0,-1 0 0,1-1 0,-1 1 0,1-1 0,0 1 0,-1-1 0,1 1 0,-1-1 0,1 0 0,0 1 0,0-1 0,-1 0 0,2 1 0,203 83 0,-165-72 0,2-1 0,0-2 0,50 5 0,131-11 0,-219-3 0,15-2 0,-1 0 0,0-1 0,0-2 0,0 0 0,30-12 0,-25 8 0,0 1 0,42-8 0,15 8 0,159 5 0,-143 5 0,-83-2 0,77 0 0,-1 3 0,138 24 0,-149-11 0,1-3 0,149 5 0,501-21 0,-695 1 0,-1-1 0,42-10 0,27-3 0,243 11 0,-205 7 0,-111-4 0,-1-1 0,1-2 0,37-10 0,-33 7 0,-30 7 0,1 1 0,-1-1 0,0 0 0,1-1 0,-1 1 0,0-1 0,0 1 0,0-1 0,0 0 0,0 0 0,0 0 0,-1 0 0,1-1 0,-1 1 0,1-1 0,-1 0 0,3-4 0,-3 3 0,-1 0 0,1 0 0,-1 0 0,1 0 0,-1-1 0,0 1 0,-1-1 0,1 1 0,-1 0 0,0-1 0,0 1 0,-1-5 0,-1-6 0,-1 0 0,-1 0 0,0 0 0,-1 1 0,-1 0 0,-14-26 0,-46-64 0,45 75 0,1-2 0,2 0 0,-28-67 0,26 29 0,2 0 0,4-1 0,-9-128 0,8 63 276,-5-102-1917</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31.172"/>
    </inkml:context>
    <inkml:brush xml:id="br0">
      <inkml:brushProperty name="width" value="0.35" units="cm"/>
      <inkml:brushProperty name="height" value="0.35" units="cm"/>
      <inkml:brushProperty name="color" value="#CCFFCC"/>
    </inkml:brush>
  </inkml:definitions>
  <inkml:trace contextRef="#ctx0" brushRef="#br0">483 1044 24575,'0'-53'0,"-2"0"0,-10-63 0,-9-89 0,17 134 0,-2 27 0,-2 0 0,-24-77 0,15 63 0,-15-31 0,3 10 0,28 74 0,-2-7 0,-1 1 0,0 0 0,0 0 0,-1 1 0,-10-18 0,14 26 0,-1 1 0,1-1 0,0 0 0,-1 1 0,0-1 0,1 1 0,-1 0 0,0-1 0,1 1 0,-1 0 0,0 0 0,0 0 0,0 0 0,0 0 0,0 1 0,0-1 0,-1 1 0,1-1 0,0 1 0,0 0 0,0-1 0,0 1 0,-1 0 0,1 1 0,0-1 0,0 0 0,0 1 0,0-1 0,0 1 0,0 0 0,0-1 0,0 1 0,0 0 0,0 0 0,0 0 0,0 1 0,-3 1 0,1 0 0,0 1 0,1-1 0,-1 1 0,0-1 0,1 1 0,0 0 0,0 0 0,0 0 0,1 1 0,-1-1 0,1 1 0,-3 8 0,-1 7 0,-8 37 0,5-15 0,0-14 0,-1-1 0,-1 0 0,-2 0 0,0-1 0,-2-1 0,-23 30 0,12-21-1365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7:53.371"/>
    </inkml:context>
    <inkml:brush xml:id="br0">
      <inkml:brushProperty name="width" value="0.35" units="cm"/>
      <inkml:brushProperty name="height" value="0.35" units="cm"/>
      <inkml:brushProperty name="color" value="#CCFFCC"/>
    </inkml:brush>
  </inkml:definitions>
  <inkml:trace contextRef="#ctx0" brushRef="#br0">794 443 24575,'29'-1'0,"-2"1"0,1 0 0,-1 2 0,1 0 0,34 9 0,-27-3 0,-1-2 0,67 4 0,72-9 0,-100-2 0,49 1 0,373-16 0,285-7 0,-614 24 0,-144-3 0,1 0 0,-1-1 0,29-9 0,-25 6 0,49-6 0,267 9 0,-175 6 0,396-3 0,-732 1 0,-205-3 0,221-14 0,58 5 0,-37-11 0,92 14 0,1 1 0,-52-2 0,-465 9 0,236 2 0,175 2 0,-1 7 0,-193 40 0,192-15 0,22-5 0,-200 30 0,233-49 0,-144 2 0,204-12 0,0 1 0,-43 9 0,38-5 0,-43 3 0,-65 8 0,92-10 0,-59 3 0,87-10 0,8 0 0,1 0 0,-1-2 0,-20-2 0,34 3 0,0 0 0,0-1 0,0 1 0,0-1 0,0 0 0,0 0 0,0 0 0,1 0 0,-1-1 0,0 1 0,1-1 0,-1 1 0,1-1 0,0 0 0,0 0 0,-1 0 0,1 0 0,1-1 0,-1 1 0,0 0 0,0-1 0,1 0 0,-1 1 0,0-4 0,1 1 0,0 0 0,1 0 0,0 1 0,0-1 0,0 0 0,1 0 0,-1 1 0,1-1 0,0 0 0,0 1 0,1-1 0,0 1 0,0-1 0,0 1 0,0 0 0,0 0 0,1 0 0,5-6 0,3-5 0,0 1 0,2 1 0,21-19 0,-5 9 0,1 1 0,48-26 0,71-27 0,-45 25 0,84-44 0,-171 87 0,1 2 0,-1 0 0,1 1 0,-1 1 0,1 0 0,23 0 0,43-7 0,-39 2 0,0 1 0,1 3 0,-1 1 0,62 5 0,-85 2 0,1 1 0,-1 1 0,0 0 0,0 2 0,-1 1 0,31 16 0,13 6 0,-31-14 0,-33-16 0,-1-1 0,1 1 0,0-1 0,-1 1 0,1 0 0,-1-1 0,1 1 0,0 0 0,-1-1 0,1 1 0,-1 0 0,0-1 0,1 1 0,-1 0 0,0 0 0,1 1 0,-1-2 0,0 1 0,0 0 0,-1-1 0,1 1 0,0-1 0,0 1 0,-1-1 0,1 1 0,0-1 0,-1 1 0,1-1 0,0 1 0,-1-1 0,1 1 0,-1-1 0,1 0 0,-1 1 0,1-1 0,-1 0 0,1 1 0,-1-1 0,1 0 0,-1 0 0,0 1 0,1-1 0,-1 0 0,0 0 0,-20 5 0,1-1 0,-1-1 0,0 0 0,0-2 0,-37-2 0,24 1 0,-381-4 0,388 6 0,0 1 0,1 1 0,-37 11 0,25-6 0,-12 6 0,33-10 0,0 0 0,-18 3 0,-64 10 0,58-9 0,-1-2 0,-54 2 0,75-8 0,5 0 0,-1-1 0,0-1 0,-18-2 0,32 2 0,0 1 0,-1-1 0,1 0 0,0 1 0,0-2 0,0 1 0,-1 0 0,1-1 0,0 1 0,1-1 0,-1 0 0,0 0 0,0 0 0,1 0 0,-1 0 0,1-1 0,0 1 0,0-1 0,0 0 0,0 1 0,-2-6 0,3 5 0,0-1 0,0 1 0,1-1 0,0 1 0,-1-1 0,1 1 0,1-1 0,-1 1 0,0-1 0,1 1 0,0-1 0,0 1 0,0-1 0,0 1 0,0 0 0,1 0 0,-1-1 0,1 1 0,0 0 0,0 1 0,0-1 0,0 0 0,6-4 0,5-7 0,1 1 0,0 1 0,20-13 0,-14 12 0,1 0 0,0 2 0,1 0 0,0 1 0,1 1 0,0 2 0,1 0 0,42-6 0,-6 6 0,1 3 0,82 5 0,-59 0 0,54 4 0,-118-2 0,36 10 0,-37-7 0,34 4 0,-21-8 0,34-2 0,-39-1 0,-1 1 0,35 6 0,-47-3 0,0 1 0,-1 0 0,0 1 0,14 7 0,33 12 0,-21-16 0,-1-2 0,0-2 0,1-1 0,70-5 0,-53 1 0,-4-3 0,61-11 0,-40 4 0,32-3 0,171-16 0,253 28 0,-252 5 0,250-4 0,-504 3 0,-1 1 0,0 0 0,0 2 0,0 1 0,26 10 0,-19-7 0,58 12 0,-6-13 0,-50-6 0,61 13 0,-57-9 0,-1 0 0,55 0 0,-30-2 0,-53-4 0,0 1 0,1 0 0,-1 1 0,0-1 0,1 1 0,-1 0 0,0 0 0,0 1 0,0 0 0,-1 0 0,1 1 0,-1-1 0,0 1 0,0 0 0,0 0 0,4 6 0,-6-7 0,0 1 0,-1 0 0,0 0 0,1 0 0,-2 0 0,1 0 0,0 0 0,-1 0 0,0 0 0,0 1 0,0-1 0,0 1 0,-1-1 0,0 0 0,0 1 0,0-1 0,0 1 0,-1-1 0,1 1 0,-1-1 0,0 0 0,-1 1 0,1-1 0,-3 5 0,0-2 0,0 0 0,0 0 0,0-1 0,-1 0 0,0 0 0,0 0 0,0 0 0,-1-1 0,0 0 0,0 0 0,0 0 0,-13 6 0,-7 2 0,0-1 0,-32 10 0,27-11 0,-28 11 0,-1-2 0,0-3 0,-1-3 0,-89 10 0,7-6 0,81-8 0,-63 1 0,-44-13 0,-69 4 0,220-1 0,0 2 0,0 0 0,0 2 0,-23 7 0,-67 34 0,77-31 0,0-1 0,-1-2 0,-62 14 0,38-19 0,-1-3 0,-101-6 0,54-1 0,-665 3 0,757-2 0,-1 1 0,1-1 0,-1-1 0,1-1 0,0 1 0,1-2 0,-14-6 0,6 3 0,-33-9 0,9 9 0,-74-5 0,-7 0 0,52 4 0,42 6 0,-51-12 0,77 15-80,0-2 0,0 1-1,0 0 1,0-1 0,0 0-1,0 0 1,0 0 0,1 0-1,-1 0 1,1-1 0,-1 0 0,1 1-1,0-1 1,0-1 0,1 1-1,-4-5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09:08:06.447"/>
    </inkml:context>
    <inkml:brush xml:id="br0">
      <inkml:brushProperty name="width" value="0.35" units="cm"/>
      <inkml:brushProperty name="height" value="0.35" units="cm"/>
      <inkml:brushProperty name="color" value="#CCFFCC"/>
    </inkml:brush>
  </inkml:definitions>
  <inkml:trace contextRef="#ctx0" brushRef="#br0">37 689 24575,'30'-2'0,"-1"-1"0,50-12 0,-34 6 0,172-33 0,-149 29 0,-18 3 0,79-6 0,27-1 0,0 0 0,321 15 0,-242 4 0,-186 0 0,72 13 0,-9-1 0,19 6 0,-86-12 0,77 6 0,411-14 0,-244-1 0,-210 2 0,95-3 0,-73-15 0,-10 1 0,-83 15 0,4 1 0,0-2 0,19-4 0,-29 6 0,0-1 0,-1 1 0,1-1 0,0 1 0,-1-1 0,1 0 0,-1 1 0,1-1 0,-1 0 0,1 0 0,-1 0 0,0 0 0,1 0 0,-1 0 0,0-1 0,0 1 0,0 0 0,0-1 0,0 1 0,0-1 0,0 1 0,0-1 0,0 1 0,-1-1 0,1 0 0,0-2 0,-1 3 0,0 1 0,0-1 0,0 0 0,0 0 0,-1 1 0,1-1 0,0 0 0,0 1 0,-1-1 0,1 0 0,0 1 0,-1-1 0,1 0 0,-1 1 0,1-1 0,-1 1 0,1-1 0,-1 0 0,1 1 0,-1-1 0,1 1 0,-1 0 0,0-1 0,1 1 0,-1 0 0,-1-1 0,-22-6 0,21 6 0,-54-7 0,0 3 0,0 2 0,-61 5 0,40-1 0,62-1 0,-67 0 0,-112 15 0,103-1 0,-38 7 0,-186 7 0,288-29 0,-1 2 0,1 1 0,0 1 0,-49 13 0,5 5 0,-323 78 0,308-84 0,-387 60 0,-2-23 0,123-47 0,302-6 0,42 1 0,0 0 0,0-1 0,1 0 0,-1 0 0,0-1 0,1-1 0,-1 1 0,1-1 0,-14-7 0,17 7 0,0-1 0,0 1 0,1-1 0,-1 0 0,1 0 0,0-1 0,0 0 0,0 1 0,0-1 0,1 0 0,0-1 0,0 1 0,1 0 0,-1-1 0,-1-7 0,-1-5 0,1 1 0,1-1 0,-1-25 0,4 29 0,-2-1 0,0 1 0,0-1 0,-1 1 0,-1 0 0,-9-22 0,3 15 0,-6-10 0,2-1 0,-16-50 0,28 73 0,-1-1 0,2 1 0,-1-1 0,1 1 0,0-1 0,1 0 0,0 1 0,1-1 0,0 0 0,0 1 0,1-1 0,1 1 0,6-19 0,-7 25 0,0-1 0,0 1 0,1-1 0,-1 1 0,1 0 0,0 0 0,0 0 0,0 0 0,0 0 0,1 1 0,-1 0 0,1-1 0,0 1 0,-1 1 0,1-1 0,0 0 0,0 1 0,0 0 0,0 0 0,6-1 0,9-1 0,0 2 0,0 0 0,23 1 0,-22 1 0,1549 5 0,-1159-7 0,-378-1 0,1-1 0,-1-2 0,0-2 0,33-10 0,69-13 0,-75 24 0,90 4 0,-2 0 0,-120-1 0,36-8 0,3-1 0,217-33 0,-195 30 0,-57 8 0,0 2 0,0 1 0,37 1 0,-64 3 0,-1 0 0,0 1 0,1-1 0,-1 1 0,0 0 0,0 0 0,1 0 0,-1 0 0,0 0 0,0 1 0,-1 0 0,1-1 0,0 1 0,0 0 0,-1 0 0,1 1 0,-1-1 0,0 1 0,0-1 0,1 1 0,-2-1 0,1 1 0,0 0 0,-1 0 0,1 0 0,-1 0 0,0 0 0,0 0 0,0 1 0,1 5 0,1 10 0,-1-1 0,-1 1 0,0 0 0,-3 25 0,0-21 0,0 25 0,0 76 0,3-109 0,1 0 0,0-1 0,1 1 0,0-1 0,1 0 0,8 18 0,-6-17 0,0-4 0,-1 1 0,0 0 0,-1 0 0,5 22 0,-9-31 0,1 0 0,-1 0 0,0 0 0,0 1 0,0-1 0,-1 0 0,1 0 0,-1 0 0,1 0 0,-1-1 0,0 1 0,0 0 0,0 0 0,-1 0 0,1-1 0,-1 1 0,1 0 0,-1-1 0,0 0 0,0 1 0,0-1 0,0 0 0,-1 0 0,1 0 0,-4 2 0,-1 0 0,0 0 0,0-1 0,0 0 0,-1 0 0,1-1 0,-1 0 0,0 0 0,1-1 0,-13 1 0,-12-1 0,-33-3 0,30 1 0,-593-4 0,420 6 0,-76 16 0,-1 20 0,203-25 0,-185 27 0,176-22 0,48-8 0,-82 6 0,-244-14 0,189-2 0,150 0 0,1-1 0,-52-10 0,64 9 0,0-2 0,0 0 0,1-1 0,0-1 0,-30-16 0,25 9 0,-1 2 0,-1 1 0,0 0 0,-1 2 0,-45-12 0,-20-4 0,-95-39 0,178 61 0,1 1 0,-1 1 0,0-1 0,0 1 0,0 0 0,-1 1 0,-9-1 0,14 1 0,-1 1 0,1-1 0,-1 0 0,1 1 0,-1 0 0,1-1 0,-1 1 0,1 0 0,-1 1 0,1-1 0,0 0 0,0 0 0,0 1 0,0 0 0,0-1 0,0 1 0,0 0 0,0 0 0,1 0 0,-1 0 0,-1 3 0,-8 15 0,2 1 0,0 0 0,-6 24 0,-4 11 0,15-45 0,0 0 0,0 1 0,2-1 0,-1 1 0,1 0 0,1 0 0,0 0 0,1 0 0,2 20 0,-2-27 0,1-1 0,0 0 0,0 1 0,1-1 0,-1 0 0,1 0 0,0 0 0,0 0 0,0 0 0,1 0 0,-1-1 0,1 1 0,0-1 0,0 0 0,0 0 0,0 0 0,1 0 0,-1 0 0,1-1 0,0 1 0,-1-1 0,1 0 0,0 0 0,0-1 0,1 1 0,-1-1 0,0 0 0,8 1 0,-1-1 0,-1 0 0,0-1 0,0 0 0,0-1 0,0 0 0,0 0 0,0-1 0,14-5 0,79-34 0,-75 28 0,21-7 0,1 2 0,0 2 0,55-9 0,-55 15 0,-8 1 0,81-7 0,138 15 0,-147 2 0,125 18 0,-19-2 0,-165-13 0,60 11 0,-59-6 0,57 1 0,58-12 0,77 4 0,-147 14 0,-5 0 0,-31-13 0,-38-2 0,0 1 0,-1 1 0,28 6 0,-24-1 0,33 9 0,72 9 0,-18-6 0,-71-11 0,1-1 0,50 0 0,435-9 0,-525 1 0,1-1 0,-1 1 0,1-1 0,-1 0 0,0-1 0,1 0 0,-1 0 0,0 0 0,0-1 0,0 0 0,-1 0 0,1-1 0,-1 0 0,0 0 0,0-1 0,0 1 0,0-1 0,-1-1 0,0 1 0,0-1 0,0 1 0,-1-2 0,0 1 0,0 0 0,-1-1 0,1 0 0,-1 1 0,-1-1 0,1 0 0,1-11 0,0-7 0,-1-1 0,-1 0 0,-1 0 0,-4-38 0,2 41 0,0 12 0,-1-1 0,-1 1 0,1 0 0,-2 0 0,0 0 0,0 1 0,-1-1 0,0 1 0,-1 0 0,-11-15 0,-14-26 0,12 16 0,-2 1 0,-1 1 0,-2 0 0,-1 2 0,-32-31 0,54 59 0,0 0 0,0 0 0,1 0 0,-1-1 0,1 1 0,-1-1 0,1 0 0,0 0 0,1 0 0,-4-7 0,5 9 0,0 1 0,0-1 0,0 1 0,0-1 0,0 1 0,0-1 0,0 1 0,0-1 0,1 1 0,-1-1 0,1 1 0,-1 0 0,1-1 0,-1 1 0,1-1 0,0 1 0,-1 0 0,1 0 0,0 0 0,0-1 0,0 1 0,0 0 0,0 0 0,0 0 0,1 0 0,-1 0 0,0 1 0,0-1 0,1 0 0,-1 1 0,0-1 0,1 0 0,-1 1 0,2-1 0,4 0 0,-1 0 0,0 0 0,0 0 0,0 0 0,1 1 0,-1 1 0,0-1 0,1 1 0,-1 0 0,0 0 0,0 0 0,0 1 0,0 0 0,0 0 0,0 1 0,-1 0 0,7 4 0,11 6 0,0 2 0,32 28 0,-46-35 0,0 1 0,-1 0 0,0 1 0,-1-1 0,0 2 0,0-1 0,-1 1 0,0 0 0,-1 0 0,0 0 0,4 17 0,-3-3 0,0 0 0,-2 0 0,-1 0 0,0 39 0,-5 104 0,2-176 0,0-11 0,0 0 0,-5-37 0,4 49 0,-1 1 0,1 0 0,-1 0 0,0 0 0,0 0 0,0 1 0,-1-1 0,0 0 0,0 1 0,-1 0 0,0 0 0,1 0 0,-2 0 0,1 1 0,-8-7 0,-6-1 0,0 2 0,-1 0 0,-1 1 0,1 1 0,-2 0 0,1 2 0,-1 0 0,1 2 0,-36-4 0,-19 3 0,-105 6 0,101 1 0,1-1-1365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359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customXml" Target="../ink/ink2.xml"/><Relationship Id="rId5" Type="http://schemas.openxmlformats.org/officeDocument/2006/relationships/image" Target="../media/image5.png"/><Relationship Id="rId4" Type="http://schemas.openxmlformats.org/officeDocument/2006/relationships/customXml" Target="../ink/ink1.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svg"/><Relationship Id="rId9" Type="http://schemas.openxmlformats.org/officeDocument/2006/relationships/customXml" Target="../ink/ink4.xml"/></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3.png"/><Relationship Id="rId18" Type="http://schemas.openxmlformats.org/officeDocument/2006/relationships/customXml" Target="../ink/ink9.xml"/><Relationship Id="rId3" Type="http://schemas.openxmlformats.org/officeDocument/2006/relationships/image" Target="../media/image15.png"/><Relationship Id="rId7" Type="http://schemas.openxmlformats.org/officeDocument/2006/relationships/image" Target="../media/image19.svg"/><Relationship Id="rId12" Type="http://schemas.openxmlformats.org/officeDocument/2006/relationships/customXml" Target="../ink/ink6.xml"/><Relationship Id="rId17" Type="http://schemas.openxmlformats.org/officeDocument/2006/relationships/image" Target="../media/image5.png"/><Relationship Id="rId2" Type="http://schemas.openxmlformats.org/officeDocument/2006/relationships/notesSlide" Target="../notesSlides/notesSlide4.xml"/><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7.svg"/><Relationship Id="rId15" Type="http://schemas.openxmlformats.org/officeDocument/2006/relationships/image" Target="../media/image24.png"/><Relationship Id="rId10" Type="http://schemas.openxmlformats.org/officeDocument/2006/relationships/customXml" Target="../ink/ink5.xml"/><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customXml" Target="../ink/ink7.xml"/></Relationships>
</file>

<file path=ppt/slides/_rels/slide5.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ustomXml" Target="../ink/ink11.xml"/><Relationship Id="rId5" Type="http://schemas.openxmlformats.org/officeDocument/2006/relationships/image" Target="../media/image26.png"/><Relationship Id="rId4" Type="http://schemas.openxmlformats.org/officeDocument/2006/relationships/customXml" Target="../ink/ink10.xml"/><Relationship Id="rId9"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36.png"/><Relationship Id="rId18" Type="http://schemas.openxmlformats.org/officeDocument/2006/relationships/customXml" Target="../ink/ink20.xml"/><Relationship Id="rId3" Type="http://schemas.openxmlformats.org/officeDocument/2006/relationships/image" Target="../media/image31.png"/><Relationship Id="rId7" Type="http://schemas.openxmlformats.org/officeDocument/2006/relationships/image" Target="../media/image33.png"/><Relationship Id="rId12" Type="http://schemas.openxmlformats.org/officeDocument/2006/relationships/customXml" Target="../ink/ink17.xml"/><Relationship Id="rId17" Type="http://schemas.openxmlformats.org/officeDocument/2006/relationships/image" Target="../media/image38.png"/><Relationship Id="rId2" Type="http://schemas.openxmlformats.org/officeDocument/2006/relationships/notesSlide" Target="../notesSlides/notesSlide7.xml"/><Relationship Id="rId16" Type="http://schemas.openxmlformats.org/officeDocument/2006/relationships/customXml" Target="../ink/ink19.xml"/><Relationship Id="rId1" Type="http://schemas.openxmlformats.org/officeDocument/2006/relationships/slideLayout" Target="../slideLayouts/slideLayout8.xml"/><Relationship Id="rId6" Type="http://schemas.openxmlformats.org/officeDocument/2006/relationships/customXml" Target="../ink/ink14.xml"/><Relationship Id="rId11" Type="http://schemas.openxmlformats.org/officeDocument/2006/relationships/image" Target="../media/image35.png"/><Relationship Id="rId5" Type="http://schemas.openxmlformats.org/officeDocument/2006/relationships/image" Target="../media/image32.png"/><Relationship Id="rId15" Type="http://schemas.openxmlformats.org/officeDocument/2006/relationships/image" Target="../media/image37.png"/><Relationship Id="rId10" Type="http://schemas.openxmlformats.org/officeDocument/2006/relationships/customXml" Target="../ink/ink16.xml"/><Relationship Id="rId19" Type="http://schemas.openxmlformats.org/officeDocument/2006/relationships/image" Target="../media/image39.png"/><Relationship Id="rId4" Type="http://schemas.openxmlformats.org/officeDocument/2006/relationships/customXml" Target="../ink/ink13.xml"/><Relationship Id="rId9" Type="http://schemas.openxmlformats.org/officeDocument/2006/relationships/image" Target="../media/image34.png"/><Relationship Id="rId14" Type="http://schemas.openxmlformats.org/officeDocument/2006/relationships/customXml" Target="../ink/ink18.xml"/></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8.png"/><Relationship Id="rId18" Type="http://schemas.openxmlformats.org/officeDocument/2006/relationships/customXml" Target="../ink/ink25.xml"/><Relationship Id="rId3" Type="http://schemas.openxmlformats.org/officeDocument/2006/relationships/image" Target="../media/image40.png"/><Relationship Id="rId21" Type="http://schemas.openxmlformats.org/officeDocument/2006/relationships/image" Target="../media/image52.png"/><Relationship Id="rId7" Type="http://schemas.openxmlformats.org/officeDocument/2006/relationships/image" Target="../media/image44.svg"/><Relationship Id="rId12" Type="http://schemas.openxmlformats.org/officeDocument/2006/relationships/customXml" Target="../ink/ink22.xml"/><Relationship Id="rId17" Type="http://schemas.openxmlformats.org/officeDocument/2006/relationships/image" Target="../media/image50.png"/><Relationship Id="rId2" Type="http://schemas.openxmlformats.org/officeDocument/2006/relationships/notesSlide" Target="../notesSlides/notesSlide8.xml"/><Relationship Id="rId16" Type="http://schemas.openxmlformats.org/officeDocument/2006/relationships/customXml" Target="../ink/ink24.xml"/><Relationship Id="rId20" Type="http://schemas.openxmlformats.org/officeDocument/2006/relationships/customXml" Target="../ink/ink26.xml"/><Relationship Id="rId1" Type="http://schemas.openxmlformats.org/officeDocument/2006/relationships/slideLayout" Target="../slideLayouts/slideLayout9.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42.svg"/><Relationship Id="rId15" Type="http://schemas.openxmlformats.org/officeDocument/2006/relationships/image" Target="../media/image49.png"/><Relationship Id="rId10" Type="http://schemas.openxmlformats.org/officeDocument/2006/relationships/customXml" Target="../ink/ink21.xml"/><Relationship Id="rId19" Type="http://schemas.openxmlformats.org/officeDocument/2006/relationships/image" Target="../media/image51.png"/><Relationship Id="rId4" Type="http://schemas.openxmlformats.org/officeDocument/2006/relationships/image" Target="../media/image41.png"/><Relationship Id="rId9" Type="http://schemas.openxmlformats.org/officeDocument/2006/relationships/image" Target="../media/image46.svg"/><Relationship Id="rId14" Type="http://schemas.openxmlformats.org/officeDocument/2006/relationships/customXml" Target="../ink/ink23.xml"/></Relationships>
</file>

<file path=ppt/slides/_rels/slide9.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54.png"/><Relationship Id="rId5" Type="http://schemas.openxmlformats.org/officeDocument/2006/relationships/customXml" Target="../ink/ink28.xml"/><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customXml" Target="../ink/ink30.xml"/><Relationship Id="rId5" Type="http://schemas.openxmlformats.org/officeDocument/2006/relationships/image" Target="../media/image56.png"/><Relationship Id="rId4" Type="http://schemas.openxmlformats.org/officeDocument/2006/relationships/customXml" Target="../ink/ink29.xml"/></Relationships>
</file>

<file path=ppt/slides/_rels/slide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69.png"/><Relationship Id="rId18" Type="http://schemas.openxmlformats.org/officeDocument/2006/relationships/image" Target="../media/image72.png"/><Relationship Id="rId3" Type="http://schemas.openxmlformats.org/officeDocument/2006/relationships/image" Target="../media/image59.png"/><Relationship Id="rId21" Type="http://schemas.openxmlformats.org/officeDocument/2006/relationships/customXml" Target="../ink/ink34.xml"/><Relationship Id="rId7" Type="http://schemas.openxmlformats.org/officeDocument/2006/relationships/image" Target="../media/image63.png"/><Relationship Id="rId12" Type="http://schemas.openxmlformats.org/officeDocument/2006/relationships/image" Target="../media/image68.svg"/><Relationship Id="rId17" Type="http://schemas.openxmlformats.org/officeDocument/2006/relationships/customXml" Target="../ink/ink32.xml"/><Relationship Id="rId2" Type="http://schemas.openxmlformats.org/officeDocument/2006/relationships/notesSlide" Target="../notesSlides/notesSlide12.xml"/><Relationship Id="rId16" Type="http://schemas.openxmlformats.org/officeDocument/2006/relationships/image" Target="../media/image71.png"/><Relationship Id="rId20" Type="http://schemas.openxmlformats.org/officeDocument/2006/relationships/image" Target="../media/image73.png"/><Relationship Id="rId1" Type="http://schemas.openxmlformats.org/officeDocument/2006/relationships/slideLayout" Target="../slideLayouts/slideLayout13.xml"/><Relationship Id="rId6" Type="http://schemas.openxmlformats.org/officeDocument/2006/relationships/image" Target="../media/image62.svg"/><Relationship Id="rId11" Type="http://schemas.openxmlformats.org/officeDocument/2006/relationships/image" Target="../media/image67.png"/><Relationship Id="rId24" Type="http://schemas.openxmlformats.org/officeDocument/2006/relationships/image" Target="../media/image75.png"/><Relationship Id="rId5" Type="http://schemas.openxmlformats.org/officeDocument/2006/relationships/image" Target="../media/image61.png"/><Relationship Id="rId15" Type="http://schemas.openxmlformats.org/officeDocument/2006/relationships/customXml" Target="../ink/ink31.xml"/><Relationship Id="rId23" Type="http://schemas.openxmlformats.org/officeDocument/2006/relationships/customXml" Target="../ink/ink35.xml"/><Relationship Id="rId10" Type="http://schemas.openxmlformats.org/officeDocument/2006/relationships/image" Target="../media/image66.svg"/><Relationship Id="rId19" Type="http://schemas.openxmlformats.org/officeDocument/2006/relationships/customXml" Target="../ink/ink33.xml"/><Relationship Id="rId4" Type="http://schemas.openxmlformats.org/officeDocument/2006/relationships/image" Target="../media/image60.svg"/><Relationship Id="rId9" Type="http://schemas.openxmlformats.org/officeDocument/2006/relationships/image" Target="../media/image65.png"/><Relationship Id="rId14" Type="http://schemas.openxmlformats.org/officeDocument/2006/relationships/image" Target="../media/image70.svg"/><Relationship Id="rId22" Type="http://schemas.openxmlformats.org/officeDocument/2006/relationships/image" Target="../media/image74.png"/></Relationships>
</file>

<file path=ppt/slides/_rels/slide13.xml.rels><?xml version="1.0" encoding="UTF-8" standalone="yes"?>
<Relationships xmlns="http://schemas.openxmlformats.org/package/2006/relationships"><Relationship Id="rId8" Type="http://schemas.openxmlformats.org/officeDocument/2006/relationships/customXml" Target="../ink/ink38.xml"/><Relationship Id="rId3" Type="http://schemas.openxmlformats.org/officeDocument/2006/relationships/image" Target="../media/image76.png"/><Relationship Id="rId7" Type="http://schemas.openxmlformats.org/officeDocument/2006/relationships/image" Target="../media/image78.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customXml" Target="../ink/ink37.xml"/><Relationship Id="rId11" Type="http://schemas.openxmlformats.org/officeDocument/2006/relationships/image" Target="../media/image80.png"/><Relationship Id="rId5" Type="http://schemas.openxmlformats.org/officeDocument/2006/relationships/image" Target="../media/image77.png"/><Relationship Id="rId10" Type="http://schemas.openxmlformats.org/officeDocument/2006/relationships/customXml" Target="../ink/ink39.xml"/><Relationship Id="rId4" Type="http://schemas.openxmlformats.org/officeDocument/2006/relationships/customXml" Target="../ink/ink36.xml"/><Relationship Id="rId9" Type="http://schemas.openxmlformats.org/officeDocument/2006/relationships/image" Target="../media/image79.png"/></Relationships>
</file>

<file path=ppt/slides/_rels/slide14.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customXml" Target="../ink/ink40.xml"/><Relationship Id="rId7" Type="http://schemas.openxmlformats.org/officeDocument/2006/relationships/customXml" Target="../ink/ink42.xm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82.png"/><Relationship Id="rId5" Type="http://schemas.openxmlformats.org/officeDocument/2006/relationships/customXml" Target="../ink/ink41.xml"/><Relationship Id="rId4" Type="http://schemas.openxmlformats.org/officeDocument/2006/relationships/image" Target="../media/image81.png"/></Relationships>
</file>

<file path=ppt/slides/_rels/slide15.xml.rels><?xml version="1.0" encoding="UTF-8" standalone="yes"?>
<Relationships xmlns="http://schemas.openxmlformats.org/package/2006/relationships"><Relationship Id="rId8" Type="http://schemas.openxmlformats.org/officeDocument/2006/relationships/customXml" Target="../ink/ink45.xml"/><Relationship Id="rId13" Type="http://schemas.openxmlformats.org/officeDocument/2006/relationships/customXml" Target="../ink/ink48.xml"/><Relationship Id="rId3" Type="http://schemas.openxmlformats.org/officeDocument/2006/relationships/image" Target="../media/image84.png"/><Relationship Id="rId7" Type="http://schemas.openxmlformats.org/officeDocument/2006/relationships/image" Target="../media/image86.png"/><Relationship Id="rId12" Type="http://schemas.openxmlformats.org/officeDocument/2006/relationships/customXml" Target="../ink/ink47.xml"/><Relationship Id="rId17" Type="http://schemas.openxmlformats.org/officeDocument/2006/relationships/image" Target="../media/image89.png"/><Relationship Id="rId2" Type="http://schemas.openxmlformats.org/officeDocument/2006/relationships/notesSlide" Target="../notesSlides/notesSlide15.xml"/><Relationship Id="rId16" Type="http://schemas.openxmlformats.org/officeDocument/2006/relationships/customXml" Target="../ink/ink50.xml"/><Relationship Id="rId1" Type="http://schemas.openxmlformats.org/officeDocument/2006/relationships/slideLayout" Target="../slideLayouts/slideLayout16.xml"/><Relationship Id="rId6" Type="http://schemas.openxmlformats.org/officeDocument/2006/relationships/customXml" Target="../ink/ink44.xml"/><Relationship Id="rId11" Type="http://schemas.openxmlformats.org/officeDocument/2006/relationships/image" Target="../media/image5.png"/><Relationship Id="rId5" Type="http://schemas.openxmlformats.org/officeDocument/2006/relationships/image" Target="../media/image85.png"/><Relationship Id="rId15" Type="http://schemas.openxmlformats.org/officeDocument/2006/relationships/image" Target="../media/image88.png"/><Relationship Id="rId10" Type="http://schemas.openxmlformats.org/officeDocument/2006/relationships/customXml" Target="../ink/ink46.xml"/><Relationship Id="rId4" Type="http://schemas.openxmlformats.org/officeDocument/2006/relationships/customXml" Target="../ink/ink43.xml"/><Relationship Id="rId9" Type="http://schemas.openxmlformats.org/officeDocument/2006/relationships/image" Target="../media/image87.png"/><Relationship Id="rId14" Type="http://schemas.openxmlformats.org/officeDocument/2006/relationships/customXml" Target="../ink/ink49.xml"/></Relationships>
</file>

<file path=ppt/slides/_rels/slide16.xml.rels><?xml version="1.0" encoding="UTF-8" standalone="yes"?>
<Relationships xmlns="http://schemas.openxmlformats.org/package/2006/relationships"><Relationship Id="rId3" Type="http://schemas.openxmlformats.org/officeDocument/2006/relationships/customXml" Target="../ink/ink51.xml"/><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90.png"/></Relationships>
</file>

<file path=ppt/slides/_rels/slide17.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2.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customXml" Target="../ink/ink52.xml"/><Relationship Id="rId5" Type="http://schemas.openxmlformats.org/officeDocument/2006/relationships/hyperlink" Target="mailto:pereiraassociates604@gmail.com" TargetMode="External"/><Relationship Id="rId4" Type="http://schemas.openxmlformats.org/officeDocument/2006/relationships/hyperlink" Target="mailto:darrylpereira@yaho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3116818"/>
            <a:ext cx="6285667" cy="566976"/>
          </a:xfrm>
          <a:prstGeom prst="rect">
            <a:avLst/>
          </a:prstGeom>
          <a:noFill/>
          <a:ln/>
        </p:spPr>
        <p:txBody>
          <a:bodyPr wrap="none" lIns="0" tIns="0" rIns="0" bIns="0" rtlCol="0" anchor="t"/>
          <a:lstStyle/>
          <a:p>
            <a:pPr marL="0" indent="0" algn="l">
              <a:lnSpc>
                <a:spcPts val="4450"/>
              </a:lnSpc>
              <a:buNone/>
            </a:pPr>
            <a:r>
              <a:rPr lang="en-US" sz="5400" b="1" u="sng" dirty="0">
                <a:solidFill>
                  <a:srgbClr val="006747"/>
                </a:solidFill>
                <a:effectLst>
                  <a:outerShdw blurRad="38100" dist="38100" dir="2700000" algn="tl">
                    <a:srgbClr val="000000">
                      <a:alpha val="43137"/>
                    </a:srgbClr>
                  </a:outerShdw>
                </a:effectLst>
                <a:latin typeface="Noto Serif SC Bold" pitchFamily="34" charset="0"/>
                <a:ea typeface="Noto Serif SC Bold" pitchFamily="34" charset="-122"/>
                <a:cs typeface="Noto Serif SC Bold" pitchFamily="34" charset="-120"/>
              </a:rPr>
              <a:t>Deed of Family Settlement  </a:t>
            </a:r>
            <a:endParaRPr lang="en-US" sz="5400" dirty="0">
              <a:effectLst>
                <a:outerShdw blurRad="38100" dist="38100" dir="2700000" algn="tl">
                  <a:srgbClr val="000000">
                    <a:alpha val="43137"/>
                  </a:srgbClr>
                </a:outerShdw>
              </a:effectLst>
            </a:endParaRPr>
          </a:p>
        </p:txBody>
      </p:sp>
      <p:sp>
        <p:nvSpPr>
          <p:cNvPr id="4" name="Text 1"/>
          <p:cNvSpPr/>
          <p:nvPr/>
        </p:nvSpPr>
        <p:spPr>
          <a:xfrm>
            <a:off x="793790" y="4023955"/>
            <a:ext cx="7556421" cy="1088708"/>
          </a:xfrm>
          <a:prstGeom prst="rect">
            <a:avLst/>
          </a:prstGeom>
          <a:noFill/>
          <a:ln/>
        </p:spPr>
        <p:txBody>
          <a:bodyPr wrap="square" lIns="0" tIns="0" rIns="0" bIns="0" rtlCol="0" anchor="t"/>
          <a:lstStyle/>
          <a:p>
            <a:pPr marL="0" indent="0" algn="l">
              <a:lnSpc>
                <a:spcPts val="2850"/>
              </a:lnSpc>
              <a:buNone/>
            </a:pPr>
            <a:r>
              <a:rPr lang="en-US" sz="2400" b="1" dirty="0">
                <a:solidFill>
                  <a:srgbClr val="4B4A4A"/>
                </a:solidFill>
                <a:effectLst>
                  <a:outerShdw blurRad="38100" dist="38100" dir="2700000" algn="tl">
                    <a:srgbClr val="000000">
                      <a:alpha val="43137"/>
                    </a:srgbClr>
                  </a:outerShdw>
                </a:effectLst>
                <a:latin typeface="Geist" pitchFamily="34" charset="0"/>
                <a:ea typeface="Geist" pitchFamily="34" charset="-122"/>
                <a:cs typeface="Geist" pitchFamily="34" charset="-120"/>
              </a:rPr>
              <a:t>A comprehensive guide to family settlement agreements, tax implications, and alternative dispute resolution for estate planning and inheritance matters.</a:t>
            </a:r>
            <a:endParaRPr lang="en-US" sz="2400"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2C8C5121-C345-A8D3-25A0-8A165DAAD100}"/>
              </a:ext>
            </a:extLst>
          </p:cNvPr>
          <p:cNvSpPr txBox="1"/>
          <p:nvPr/>
        </p:nvSpPr>
        <p:spPr>
          <a:xfrm>
            <a:off x="10535194" y="7785462"/>
            <a:ext cx="242969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27853"/>
          </a:xfrm>
          <a:prstGeom prst="rect">
            <a:avLst/>
          </a:prstGeom>
        </p:spPr>
      </p:pic>
      <p:sp>
        <p:nvSpPr>
          <p:cNvPr id="3" name="Text 0"/>
          <p:cNvSpPr/>
          <p:nvPr/>
        </p:nvSpPr>
        <p:spPr>
          <a:xfrm>
            <a:off x="754023" y="3620572"/>
            <a:ext cx="12660154" cy="673298"/>
          </a:xfrm>
          <a:prstGeom prst="rect">
            <a:avLst/>
          </a:prstGeom>
          <a:noFill/>
          <a:ln/>
        </p:spPr>
        <p:txBody>
          <a:bodyPr wrap="none" lIns="0" tIns="0" rIns="0" bIns="0" rtlCol="0" anchor="t"/>
          <a:lstStyle/>
          <a:p>
            <a:pPr marL="0" indent="0" algn="l">
              <a:lnSpc>
                <a:spcPts val="5300"/>
              </a:lnSpc>
              <a:buNone/>
            </a:pPr>
            <a:r>
              <a:rPr lang="en-US" sz="4200" b="1" dirty="0">
                <a:solidFill>
                  <a:srgbClr val="006747"/>
                </a:solidFill>
                <a:effectLst>
                  <a:outerShdw blurRad="38100" dist="38100" dir="2700000" algn="tl">
                    <a:srgbClr val="000000">
                      <a:alpha val="43137"/>
                    </a:srgbClr>
                  </a:outerShdw>
                </a:effectLst>
                <a:latin typeface="Noto Serif SC Bold" pitchFamily="34" charset="0"/>
                <a:ea typeface="Noto Serif SC Bold" pitchFamily="34" charset="-122"/>
                <a:cs typeface="Noto Serif SC Bold" pitchFamily="34" charset="-120"/>
              </a:rPr>
              <a:t>Understanding Family Settlement Agreements</a:t>
            </a:r>
            <a:endParaRPr lang="en-US" sz="4200" dirty="0">
              <a:effectLst>
                <a:outerShdw blurRad="38100" dist="38100" dir="2700000" algn="tl">
                  <a:srgbClr val="000000">
                    <a:alpha val="43137"/>
                  </a:srgbClr>
                </a:outerShdw>
              </a:effectLst>
            </a:endParaRPr>
          </a:p>
        </p:txBody>
      </p:sp>
      <p:sp>
        <p:nvSpPr>
          <p:cNvPr id="4" name="Text 1"/>
          <p:cNvSpPr/>
          <p:nvPr/>
        </p:nvSpPr>
        <p:spPr>
          <a:xfrm>
            <a:off x="754023" y="4832390"/>
            <a:ext cx="4298156" cy="336590"/>
          </a:xfrm>
          <a:prstGeom prst="rect">
            <a:avLst/>
          </a:prstGeom>
          <a:noFill/>
          <a:ln/>
        </p:spPr>
        <p:txBody>
          <a:bodyPr wrap="none" lIns="0" tIns="0" rIns="0" bIns="0" rtlCol="0" anchor="t"/>
          <a:lstStyle/>
          <a:p>
            <a:pPr marL="0" indent="0" algn="l">
              <a:lnSpc>
                <a:spcPts val="2650"/>
              </a:lnSpc>
              <a:buNone/>
            </a:pPr>
            <a:r>
              <a:rPr lang="en-US" sz="2100" b="1" dirty="0">
                <a:solidFill>
                  <a:srgbClr val="006747"/>
                </a:solidFill>
                <a:effectLst>
                  <a:outerShdw blurRad="38100" dist="38100" dir="2700000" algn="tl">
                    <a:srgbClr val="000000">
                      <a:alpha val="43137"/>
                    </a:srgbClr>
                  </a:outerShdw>
                </a:effectLst>
                <a:latin typeface="Noto Serif SC Bold" pitchFamily="34" charset="0"/>
                <a:ea typeface="Noto Serif SC Bold" pitchFamily="34" charset="-122"/>
                <a:cs typeface="Noto Serif SC Bold" pitchFamily="34" charset="-120"/>
              </a:rPr>
              <a:t>What Is a Family Arrangement?</a:t>
            </a:r>
            <a:endParaRPr lang="en-US" sz="2100" dirty="0">
              <a:effectLst>
                <a:outerShdw blurRad="38100" dist="38100" dir="2700000" algn="tl">
                  <a:srgbClr val="000000">
                    <a:alpha val="43137"/>
                  </a:srgbClr>
                </a:outerShdw>
              </a:effectLst>
            </a:endParaRPr>
          </a:p>
        </p:txBody>
      </p:sp>
      <p:sp>
        <p:nvSpPr>
          <p:cNvPr id="5" name="Text 2"/>
          <p:cNvSpPr/>
          <p:nvPr/>
        </p:nvSpPr>
        <p:spPr>
          <a:xfrm>
            <a:off x="754023" y="5384363"/>
            <a:ext cx="6298406" cy="1724025"/>
          </a:xfrm>
          <a:prstGeom prst="rect">
            <a:avLst/>
          </a:prstGeom>
          <a:noFill/>
          <a:ln/>
        </p:spPr>
        <p:txBody>
          <a:bodyPr wrap="square" lIns="0" tIns="0" rIns="0" bIns="0" rtlCol="0" anchor="t"/>
          <a:lstStyle/>
          <a:p>
            <a:pPr marL="0" indent="0" algn="l">
              <a:lnSpc>
                <a:spcPts val="2700"/>
              </a:lnSpc>
              <a:buNone/>
            </a:pPr>
            <a:r>
              <a:rPr lang="en-US" sz="1650" b="1" dirty="0">
                <a:solidFill>
                  <a:srgbClr val="4B4A4A"/>
                </a:solidFill>
                <a:latin typeface="Geist" pitchFamily="34" charset="0"/>
                <a:ea typeface="Geist" pitchFamily="34" charset="-122"/>
                <a:cs typeface="Geist" pitchFamily="34" charset="-120"/>
              </a:rPr>
              <a:t>A Family Settlement Agreement (FSA) is an informal yet binding agreement amongst family members to distribute property and assets fairly. It serves as a practical alternative to partition suits or protracted litigation, providing a cooperative framework for resolving inheritance matters.</a:t>
            </a:r>
            <a:endParaRPr lang="en-US" sz="1650" b="1" dirty="0"/>
          </a:p>
        </p:txBody>
      </p:sp>
      <p:sp>
        <p:nvSpPr>
          <p:cNvPr id="6" name="Text 3"/>
          <p:cNvSpPr/>
          <p:nvPr/>
        </p:nvSpPr>
        <p:spPr>
          <a:xfrm>
            <a:off x="7585591" y="4832390"/>
            <a:ext cx="2693194" cy="336590"/>
          </a:xfrm>
          <a:prstGeom prst="rect">
            <a:avLst/>
          </a:prstGeom>
          <a:noFill/>
          <a:ln/>
        </p:spPr>
        <p:txBody>
          <a:bodyPr wrap="none" lIns="0" tIns="0" rIns="0" bIns="0" rtlCol="0" anchor="t"/>
          <a:lstStyle/>
          <a:p>
            <a:pPr marL="0" indent="0" algn="l">
              <a:lnSpc>
                <a:spcPts val="2650"/>
              </a:lnSpc>
              <a:buNone/>
            </a:pPr>
            <a:r>
              <a:rPr lang="en-US" sz="2100" b="1" dirty="0">
                <a:solidFill>
                  <a:srgbClr val="006747"/>
                </a:solidFill>
                <a:effectLst>
                  <a:outerShdw blurRad="38100" dist="38100" dir="2700000" algn="tl">
                    <a:srgbClr val="000000">
                      <a:alpha val="43137"/>
                    </a:srgbClr>
                  </a:outerShdw>
                </a:effectLst>
                <a:latin typeface="Noto Serif SC Bold" pitchFamily="34" charset="0"/>
                <a:ea typeface="Noto Serif SC Bold" pitchFamily="34" charset="-122"/>
                <a:cs typeface="Noto Serif SC Bold" pitchFamily="34" charset="-120"/>
              </a:rPr>
              <a:t>Core Benefits</a:t>
            </a:r>
            <a:endParaRPr lang="en-US" sz="2100" dirty="0">
              <a:effectLst>
                <a:outerShdw blurRad="38100" dist="38100" dir="2700000" algn="tl">
                  <a:srgbClr val="000000">
                    <a:alpha val="43137"/>
                  </a:srgbClr>
                </a:outerShdw>
              </a:effectLst>
            </a:endParaRPr>
          </a:p>
        </p:txBody>
      </p:sp>
      <p:sp>
        <p:nvSpPr>
          <p:cNvPr id="7" name="Text 4"/>
          <p:cNvSpPr/>
          <p:nvPr/>
        </p:nvSpPr>
        <p:spPr>
          <a:xfrm>
            <a:off x="7585591" y="5384363"/>
            <a:ext cx="629840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4B4A4A"/>
                </a:solidFill>
                <a:latin typeface="Geist" pitchFamily="34" charset="0"/>
                <a:ea typeface="Geist" pitchFamily="34" charset="-122"/>
                <a:cs typeface="Geist" pitchFamily="34" charset="-120"/>
              </a:rPr>
              <a:t>Avoids lengthy and costly court proceedings</a:t>
            </a:r>
            <a:endParaRPr lang="en-US" sz="1650" b="1" dirty="0"/>
          </a:p>
        </p:txBody>
      </p:sp>
      <p:sp>
        <p:nvSpPr>
          <p:cNvPr id="8" name="Text 5"/>
          <p:cNvSpPr/>
          <p:nvPr/>
        </p:nvSpPr>
        <p:spPr>
          <a:xfrm>
            <a:off x="7585591" y="5804535"/>
            <a:ext cx="629840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4B4A4A"/>
                </a:solidFill>
                <a:latin typeface="Geist" pitchFamily="34" charset="0"/>
                <a:ea typeface="Geist" pitchFamily="34" charset="-122"/>
                <a:cs typeface="Geist" pitchFamily="34" charset="-120"/>
              </a:rPr>
              <a:t>Prevents family conflicts and maintains unity</a:t>
            </a:r>
            <a:endParaRPr lang="en-US" sz="1650" b="1" dirty="0"/>
          </a:p>
        </p:txBody>
      </p:sp>
      <p:sp>
        <p:nvSpPr>
          <p:cNvPr id="9" name="Text 6"/>
          <p:cNvSpPr/>
          <p:nvPr/>
        </p:nvSpPr>
        <p:spPr>
          <a:xfrm>
            <a:off x="7585591" y="6224707"/>
            <a:ext cx="629840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4B4A4A"/>
                </a:solidFill>
                <a:latin typeface="Geist" pitchFamily="34" charset="0"/>
                <a:ea typeface="Geist" pitchFamily="34" charset="-122"/>
                <a:cs typeface="Geist" pitchFamily="34" charset="-120"/>
              </a:rPr>
              <a:t>Ensures smooth, transparent asset distribution</a:t>
            </a:r>
            <a:endParaRPr lang="en-US" sz="1650" b="1" dirty="0"/>
          </a:p>
        </p:txBody>
      </p:sp>
      <p:sp>
        <p:nvSpPr>
          <p:cNvPr id="10" name="Text 7"/>
          <p:cNvSpPr/>
          <p:nvPr/>
        </p:nvSpPr>
        <p:spPr>
          <a:xfrm>
            <a:off x="7585591" y="6644878"/>
            <a:ext cx="629840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4B4A4A"/>
                </a:solidFill>
                <a:latin typeface="Geist" pitchFamily="34" charset="0"/>
                <a:ea typeface="Geist" pitchFamily="34" charset="-122"/>
                <a:cs typeface="Geist" pitchFamily="34" charset="-120"/>
              </a:rPr>
              <a:t>Promotes peace, goodwill, and mutual understanding</a:t>
            </a:r>
            <a:endParaRPr lang="en-US" sz="1650" b="1" dirty="0"/>
          </a:p>
        </p:txBody>
      </p:sp>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30474F26-3A7D-70E7-7B22-D38FFBC73A2E}"/>
                  </a:ext>
                </a:extLst>
              </p14:cNvPr>
              <p14:cNvContentPartPr/>
              <p14:nvPr/>
            </p14:nvContentPartPr>
            <p14:xfrm>
              <a:off x="13323909" y="7928640"/>
              <a:ext cx="360" cy="360"/>
            </p14:xfrm>
          </p:contentPart>
        </mc:Choice>
        <mc:Fallback xmlns="">
          <p:pic>
            <p:nvPicPr>
              <p:cNvPr id="25" name="Ink 24">
                <a:extLst>
                  <a:ext uri="{FF2B5EF4-FFF2-40B4-BE49-F238E27FC236}">
                    <a16:creationId xmlns:a16="http://schemas.microsoft.com/office/drawing/2014/main" id="{30474F26-3A7D-70E7-7B22-D38FFBC73A2E}"/>
                  </a:ext>
                </a:extLst>
              </p:cNvPr>
              <p:cNvPicPr/>
              <p:nvPr/>
            </p:nvPicPr>
            <p:blipFill>
              <a:blip r:embed="rId5"/>
              <a:stretch>
                <a:fillRect/>
              </a:stretch>
            </p:blipFill>
            <p:spPr>
              <a:xfrm>
                <a:off x="13260909" y="78660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7" name="Ink 26">
                <a:extLst>
                  <a:ext uri="{FF2B5EF4-FFF2-40B4-BE49-F238E27FC236}">
                    <a16:creationId xmlns:a16="http://schemas.microsoft.com/office/drawing/2014/main" id="{50CCE6FC-436E-E222-C0CE-FB6B4C3115F2}"/>
                  </a:ext>
                </a:extLst>
              </p14:cNvPr>
              <p14:cNvContentPartPr/>
              <p14:nvPr/>
            </p14:nvContentPartPr>
            <p14:xfrm>
              <a:off x="12945189" y="7967880"/>
              <a:ext cx="1555200" cy="720"/>
            </p14:xfrm>
          </p:contentPart>
        </mc:Choice>
        <mc:Fallback xmlns="">
          <p:pic>
            <p:nvPicPr>
              <p:cNvPr id="27" name="Ink 26">
                <a:extLst>
                  <a:ext uri="{FF2B5EF4-FFF2-40B4-BE49-F238E27FC236}">
                    <a16:creationId xmlns:a16="http://schemas.microsoft.com/office/drawing/2014/main" id="{50CCE6FC-436E-E222-C0CE-FB6B4C3115F2}"/>
                  </a:ext>
                </a:extLst>
              </p:cNvPr>
              <p:cNvPicPr/>
              <p:nvPr/>
            </p:nvPicPr>
            <p:blipFill>
              <a:blip r:embed="rId7"/>
              <a:stretch>
                <a:fillRect/>
              </a:stretch>
            </p:blipFill>
            <p:spPr>
              <a:xfrm>
                <a:off x="12882549" y="7841880"/>
                <a:ext cx="16808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497E3A2D-AB16-6CBE-45D2-80F6D839FB35}"/>
                  </a:ext>
                </a:extLst>
              </p14:cNvPr>
              <p14:cNvContentPartPr/>
              <p14:nvPr/>
            </p14:nvContentPartPr>
            <p14:xfrm>
              <a:off x="12909549" y="7862760"/>
              <a:ext cx="1552680" cy="249840"/>
            </p14:xfrm>
          </p:contentPart>
        </mc:Choice>
        <mc:Fallback xmlns="">
          <p:pic>
            <p:nvPicPr>
              <p:cNvPr id="29" name="Ink 28">
                <a:extLst>
                  <a:ext uri="{FF2B5EF4-FFF2-40B4-BE49-F238E27FC236}">
                    <a16:creationId xmlns:a16="http://schemas.microsoft.com/office/drawing/2014/main" id="{497E3A2D-AB16-6CBE-45D2-80F6D839FB35}"/>
                  </a:ext>
                </a:extLst>
              </p:cNvPr>
              <p:cNvPicPr/>
              <p:nvPr/>
            </p:nvPicPr>
            <p:blipFill>
              <a:blip r:embed="rId9"/>
              <a:stretch>
                <a:fillRect/>
              </a:stretch>
            </p:blipFill>
            <p:spPr>
              <a:xfrm>
                <a:off x="12846549" y="7800120"/>
                <a:ext cx="1678320" cy="375480"/>
              </a:xfrm>
              <a:prstGeom prst="rect">
                <a:avLst/>
              </a:prstGeom>
            </p:spPr>
          </p:pic>
        </mc:Fallback>
      </mc:AlternateContent>
      <p:sp>
        <p:nvSpPr>
          <p:cNvPr id="30" name="TextBox 29">
            <a:extLst>
              <a:ext uri="{FF2B5EF4-FFF2-40B4-BE49-F238E27FC236}">
                <a16:creationId xmlns:a16="http://schemas.microsoft.com/office/drawing/2014/main" id="{66FAEC4B-683D-4592-692A-28808BB7DA2C}"/>
              </a:ext>
            </a:extLst>
          </p:cNvPr>
          <p:cNvSpPr txBox="1"/>
          <p:nvPr/>
        </p:nvSpPr>
        <p:spPr>
          <a:xfrm>
            <a:off x="12257362" y="7716644"/>
            <a:ext cx="325326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0569" y="604123"/>
            <a:ext cx="13149262" cy="1322308"/>
          </a:xfrm>
          <a:prstGeom prst="rect">
            <a:avLst/>
          </a:prstGeom>
          <a:noFill/>
          <a:ln/>
        </p:spPr>
        <p:txBody>
          <a:bodyPr wrap="square" lIns="0" tIns="0" rIns="0" bIns="0" rtlCol="0" anchor="t"/>
          <a:lstStyle/>
          <a:p>
            <a:pPr marL="0" indent="0" algn="l">
              <a:lnSpc>
                <a:spcPts val="5200"/>
              </a:lnSpc>
              <a:buNone/>
            </a:pPr>
            <a:r>
              <a:rPr lang="en-US" sz="4150" b="1" dirty="0">
                <a:solidFill>
                  <a:srgbClr val="006747"/>
                </a:solidFill>
                <a:latin typeface="Noto Serif SC Bold" pitchFamily="34" charset="0"/>
                <a:ea typeface="Noto Serif SC Bold" pitchFamily="34" charset="-122"/>
                <a:cs typeface="Noto Serif SC Bold" pitchFamily="34" charset="-120"/>
              </a:rPr>
              <a:t>Essential Elements of a Valid Family Arrangement</a:t>
            </a:r>
            <a:endParaRPr lang="en-US" sz="4150" dirty="0"/>
          </a:p>
        </p:txBody>
      </p:sp>
      <p:sp>
        <p:nvSpPr>
          <p:cNvPr id="3" name="Shape 1"/>
          <p:cNvSpPr/>
          <p:nvPr/>
        </p:nvSpPr>
        <p:spPr>
          <a:xfrm>
            <a:off x="740569" y="2349579"/>
            <a:ext cx="4241959" cy="2757607"/>
          </a:xfrm>
          <a:prstGeom prst="roundRect">
            <a:avLst>
              <a:gd name="adj" fmla="val 6906"/>
            </a:avLst>
          </a:prstGeom>
          <a:solidFill>
            <a:srgbClr val="D1EFE4"/>
          </a:solidFill>
          <a:ln w="7620">
            <a:solidFill>
              <a:srgbClr val="B7D5CA"/>
            </a:solidFill>
            <a:prstDash val="solid"/>
          </a:ln>
        </p:spPr>
        <p:txBody>
          <a:bodyPr/>
          <a:lstStyle/>
          <a:p>
            <a:endParaRPr lang="en-IN"/>
          </a:p>
        </p:txBody>
      </p:sp>
      <p:sp>
        <p:nvSpPr>
          <p:cNvPr id="4" name="Shape 2"/>
          <p:cNvSpPr/>
          <p:nvPr/>
        </p:nvSpPr>
        <p:spPr>
          <a:xfrm>
            <a:off x="959763" y="2568773"/>
            <a:ext cx="634722" cy="634722"/>
          </a:xfrm>
          <a:prstGeom prst="roundRect">
            <a:avLst>
              <a:gd name="adj" fmla="val 14404866"/>
            </a:avLst>
          </a:prstGeom>
          <a:solidFill>
            <a:srgbClr val="006747"/>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4308" y="2743200"/>
            <a:ext cx="285631" cy="285631"/>
          </a:xfrm>
          <a:prstGeom prst="rect">
            <a:avLst/>
          </a:prstGeom>
        </p:spPr>
      </p:pic>
      <p:sp>
        <p:nvSpPr>
          <p:cNvPr id="6" name="Text 3"/>
          <p:cNvSpPr/>
          <p:nvPr/>
        </p:nvSpPr>
        <p:spPr>
          <a:xfrm>
            <a:off x="959763" y="3415070"/>
            <a:ext cx="2867620" cy="330517"/>
          </a:xfrm>
          <a:prstGeom prst="rect">
            <a:avLst/>
          </a:prstGeom>
          <a:noFill/>
          <a:ln/>
        </p:spPr>
        <p:txBody>
          <a:bodyPr wrap="none" lIns="0" tIns="0" rIns="0" bIns="0" rtlCol="0" anchor="t"/>
          <a:lstStyle/>
          <a:p>
            <a:pPr marL="0" indent="0" algn="l">
              <a:lnSpc>
                <a:spcPts val="2600"/>
              </a:lnSpc>
              <a:buNone/>
            </a:pPr>
            <a:r>
              <a:rPr lang="en-US" sz="2050" b="1" dirty="0">
                <a:solidFill>
                  <a:schemeClr val="accent6">
                    <a:lumMod val="75000"/>
                  </a:schemeClr>
                </a:solidFill>
                <a:latin typeface="Noto Serif SC Bold" pitchFamily="34" charset="0"/>
                <a:ea typeface="Noto Serif SC Bold" pitchFamily="34" charset="-122"/>
                <a:cs typeface="Noto Serif SC Bold" pitchFamily="34" charset="-120"/>
              </a:rPr>
              <a:t>Bona Fide Settlement</a:t>
            </a:r>
            <a:endParaRPr lang="en-US" sz="2050" dirty="0">
              <a:solidFill>
                <a:schemeClr val="accent6">
                  <a:lumMod val="75000"/>
                </a:schemeClr>
              </a:solidFill>
            </a:endParaRPr>
          </a:p>
        </p:txBody>
      </p:sp>
      <p:sp>
        <p:nvSpPr>
          <p:cNvPr id="7" name="Text 4"/>
          <p:cNvSpPr/>
          <p:nvPr/>
        </p:nvSpPr>
        <p:spPr>
          <a:xfrm>
            <a:off x="959763" y="3872508"/>
            <a:ext cx="3803571" cy="1015484"/>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The arrangement must be made in good faith to resolve disputes fairly and equitably amongst all parties.</a:t>
            </a:r>
            <a:endParaRPr lang="en-US" sz="1650" b="1" dirty="0"/>
          </a:p>
        </p:txBody>
      </p:sp>
      <p:sp>
        <p:nvSpPr>
          <p:cNvPr id="8" name="Shape 5"/>
          <p:cNvSpPr/>
          <p:nvPr/>
        </p:nvSpPr>
        <p:spPr>
          <a:xfrm>
            <a:off x="5194102" y="2349579"/>
            <a:ext cx="4242078" cy="2757607"/>
          </a:xfrm>
          <a:prstGeom prst="roundRect">
            <a:avLst>
              <a:gd name="adj" fmla="val 6906"/>
            </a:avLst>
          </a:prstGeom>
          <a:solidFill>
            <a:srgbClr val="D1EFE4"/>
          </a:solidFill>
          <a:ln w="7620">
            <a:solidFill>
              <a:srgbClr val="B7D5CA"/>
            </a:solidFill>
            <a:prstDash val="solid"/>
          </a:ln>
        </p:spPr>
        <p:txBody>
          <a:bodyPr/>
          <a:lstStyle/>
          <a:p>
            <a:endParaRPr lang="en-IN"/>
          </a:p>
        </p:txBody>
      </p:sp>
      <p:sp>
        <p:nvSpPr>
          <p:cNvPr id="9" name="Shape 6"/>
          <p:cNvSpPr/>
          <p:nvPr/>
        </p:nvSpPr>
        <p:spPr>
          <a:xfrm>
            <a:off x="5413296" y="2568773"/>
            <a:ext cx="634722" cy="634722"/>
          </a:xfrm>
          <a:prstGeom prst="roundRect">
            <a:avLst>
              <a:gd name="adj" fmla="val 14404866"/>
            </a:avLst>
          </a:prstGeom>
          <a:solidFill>
            <a:srgbClr val="006747"/>
          </a:solidFill>
          <a:ln/>
        </p:spPr>
        <p:txBody>
          <a:bodyPr/>
          <a:lstStyle/>
          <a:p>
            <a:endParaRPr lang="en-I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7841" y="2743200"/>
            <a:ext cx="285631" cy="285631"/>
          </a:xfrm>
          <a:prstGeom prst="rect">
            <a:avLst/>
          </a:prstGeom>
        </p:spPr>
      </p:pic>
      <p:sp>
        <p:nvSpPr>
          <p:cNvPr id="11" name="Text 7"/>
          <p:cNvSpPr/>
          <p:nvPr/>
        </p:nvSpPr>
        <p:spPr>
          <a:xfrm>
            <a:off x="5413296" y="3415070"/>
            <a:ext cx="2865239" cy="330517"/>
          </a:xfrm>
          <a:prstGeom prst="rect">
            <a:avLst/>
          </a:prstGeom>
          <a:noFill/>
          <a:ln/>
        </p:spPr>
        <p:txBody>
          <a:bodyPr wrap="none" lIns="0" tIns="0" rIns="0" bIns="0" rtlCol="0" anchor="t"/>
          <a:lstStyle/>
          <a:p>
            <a:pPr marL="0" indent="0" algn="l">
              <a:lnSpc>
                <a:spcPts val="2600"/>
              </a:lnSpc>
              <a:buNone/>
            </a:pPr>
            <a:r>
              <a:rPr lang="en-US" sz="2050" b="1" dirty="0">
                <a:solidFill>
                  <a:schemeClr val="accent6">
                    <a:lumMod val="75000"/>
                  </a:schemeClr>
                </a:solidFill>
                <a:latin typeface="Noto Serif SC Bold" pitchFamily="34" charset="0"/>
                <a:ea typeface="Noto Serif SC Bold" pitchFamily="34" charset="-122"/>
                <a:cs typeface="Noto Serif SC Bold" pitchFamily="34" charset="-120"/>
              </a:rPr>
              <a:t>Voluntary Settlement</a:t>
            </a:r>
            <a:endParaRPr lang="en-US" sz="2050" b="1" dirty="0">
              <a:solidFill>
                <a:schemeClr val="accent6">
                  <a:lumMod val="75000"/>
                </a:schemeClr>
              </a:solidFill>
            </a:endParaRPr>
          </a:p>
        </p:txBody>
      </p:sp>
      <p:sp>
        <p:nvSpPr>
          <p:cNvPr id="12" name="Text 8"/>
          <p:cNvSpPr/>
          <p:nvPr/>
        </p:nvSpPr>
        <p:spPr>
          <a:xfrm>
            <a:off x="5413296" y="3872508"/>
            <a:ext cx="3803690" cy="1015484"/>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Entirely free from fraud, coercion, misrepresentation, or undue influence of any kind.</a:t>
            </a:r>
            <a:endParaRPr lang="en-US" sz="1650" b="1" dirty="0"/>
          </a:p>
        </p:txBody>
      </p:sp>
      <p:sp>
        <p:nvSpPr>
          <p:cNvPr id="13" name="Shape 9"/>
          <p:cNvSpPr/>
          <p:nvPr/>
        </p:nvSpPr>
        <p:spPr>
          <a:xfrm>
            <a:off x="9647753" y="2349579"/>
            <a:ext cx="4242078" cy="2757607"/>
          </a:xfrm>
          <a:prstGeom prst="roundRect">
            <a:avLst>
              <a:gd name="adj" fmla="val 6906"/>
            </a:avLst>
          </a:prstGeom>
          <a:solidFill>
            <a:srgbClr val="D1EFE4"/>
          </a:solidFill>
          <a:ln w="7620">
            <a:solidFill>
              <a:srgbClr val="B7D5CA"/>
            </a:solidFill>
            <a:prstDash val="solid"/>
          </a:ln>
        </p:spPr>
        <p:txBody>
          <a:bodyPr/>
          <a:lstStyle/>
          <a:p>
            <a:endParaRPr lang="en-IN"/>
          </a:p>
        </p:txBody>
      </p:sp>
      <p:sp>
        <p:nvSpPr>
          <p:cNvPr id="14" name="Shape 10"/>
          <p:cNvSpPr/>
          <p:nvPr/>
        </p:nvSpPr>
        <p:spPr>
          <a:xfrm>
            <a:off x="9866948" y="2568773"/>
            <a:ext cx="634722" cy="634722"/>
          </a:xfrm>
          <a:prstGeom prst="roundRect">
            <a:avLst>
              <a:gd name="adj" fmla="val 14404866"/>
            </a:avLst>
          </a:prstGeom>
          <a:solidFill>
            <a:srgbClr val="006747"/>
          </a:solidFill>
          <a:ln/>
        </p:spPr>
        <p:txBody>
          <a:bodyPr/>
          <a:lstStyle/>
          <a:p>
            <a:endParaRPr lang="en-IN"/>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41493" y="2743200"/>
            <a:ext cx="285631" cy="285631"/>
          </a:xfrm>
          <a:prstGeom prst="rect">
            <a:avLst/>
          </a:prstGeom>
        </p:spPr>
      </p:pic>
      <p:sp>
        <p:nvSpPr>
          <p:cNvPr id="16" name="Text 11"/>
          <p:cNvSpPr/>
          <p:nvPr/>
        </p:nvSpPr>
        <p:spPr>
          <a:xfrm>
            <a:off x="9866948" y="3415070"/>
            <a:ext cx="2684621" cy="330517"/>
          </a:xfrm>
          <a:prstGeom prst="rect">
            <a:avLst/>
          </a:prstGeom>
          <a:noFill/>
          <a:ln/>
        </p:spPr>
        <p:txBody>
          <a:bodyPr wrap="none" lIns="0" tIns="0" rIns="0" bIns="0" rtlCol="0" anchor="t"/>
          <a:lstStyle/>
          <a:p>
            <a:pPr marL="0" indent="0" algn="l">
              <a:lnSpc>
                <a:spcPts val="2600"/>
              </a:lnSpc>
              <a:buNone/>
            </a:pPr>
            <a:r>
              <a:rPr lang="en-US" sz="2050" b="1" dirty="0">
                <a:solidFill>
                  <a:schemeClr val="accent6">
                    <a:lumMod val="75000"/>
                  </a:schemeClr>
                </a:solidFill>
                <a:latin typeface="Noto Serif SC Bold" pitchFamily="34" charset="0"/>
                <a:ea typeface="Noto Serif SC Bold" pitchFamily="34" charset="-122"/>
                <a:cs typeface="Noto Serif SC Bold" pitchFamily="34" charset="-120"/>
              </a:rPr>
              <a:t>Form Requirements</a:t>
            </a:r>
            <a:endParaRPr lang="en-US" sz="2050" dirty="0">
              <a:solidFill>
                <a:schemeClr val="accent6">
                  <a:lumMod val="75000"/>
                </a:schemeClr>
              </a:solidFill>
            </a:endParaRPr>
          </a:p>
        </p:txBody>
      </p:sp>
      <p:sp>
        <p:nvSpPr>
          <p:cNvPr id="17" name="Text 12"/>
          <p:cNvSpPr/>
          <p:nvPr/>
        </p:nvSpPr>
        <p:spPr>
          <a:xfrm>
            <a:off x="9866948" y="3872508"/>
            <a:ext cx="3803690" cy="676989"/>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May be oral or written; oral agreements are valid and require no registration.</a:t>
            </a:r>
            <a:endParaRPr lang="en-US" sz="1650" b="1" dirty="0"/>
          </a:p>
        </p:txBody>
      </p:sp>
      <p:sp>
        <p:nvSpPr>
          <p:cNvPr id="18" name="Shape 13"/>
          <p:cNvSpPr/>
          <p:nvPr/>
        </p:nvSpPr>
        <p:spPr>
          <a:xfrm>
            <a:off x="740569" y="5345192"/>
            <a:ext cx="4241959" cy="2280285"/>
          </a:xfrm>
          <a:prstGeom prst="roundRect">
            <a:avLst>
              <a:gd name="adj" fmla="val 8351"/>
            </a:avLst>
          </a:prstGeom>
          <a:solidFill>
            <a:srgbClr val="E5F9F2">
              <a:alpha val="95000"/>
            </a:srgbClr>
          </a:solidFill>
          <a:ln w="22860">
            <a:solidFill>
              <a:srgbClr val="B7D5CA"/>
            </a:solidFill>
            <a:prstDash val="solid"/>
          </a:ln>
        </p:spPr>
        <p:txBody>
          <a:bodyPr/>
          <a:lstStyle/>
          <a:p>
            <a:endParaRPr lang="en-IN"/>
          </a:p>
        </p:txBody>
      </p:sp>
      <p:sp>
        <p:nvSpPr>
          <p:cNvPr id="19" name="Text 14"/>
          <p:cNvSpPr/>
          <p:nvPr/>
        </p:nvSpPr>
        <p:spPr>
          <a:xfrm>
            <a:off x="975003" y="5579626"/>
            <a:ext cx="2644854" cy="330517"/>
          </a:xfrm>
          <a:prstGeom prst="rect">
            <a:avLst/>
          </a:prstGeom>
          <a:noFill/>
          <a:ln/>
        </p:spPr>
        <p:txBody>
          <a:bodyPr wrap="none" lIns="0" tIns="0" rIns="0" bIns="0" rtlCol="0" anchor="t"/>
          <a:lstStyle/>
          <a:p>
            <a:pPr marL="0" indent="0" algn="l">
              <a:lnSpc>
                <a:spcPts val="2600"/>
              </a:lnSpc>
              <a:buNone/>
            </a:pPr>
            <a:r>
              <a:rPr lang="en-US" sz="2050" b="1" dirty="0">
                <a:solidFill>
                  <a:schemeClr val="accent6">
                    <a:lumMod val="75000"/>
                  </a:schemeClr>
                </a:solidFill>
                <a:latin typeface="Noto Serif SC Bold" pitchFamily="34" charset="0"/>
                <a:ea typeface="Noto Serif SC Bold" pitchFamily="34" charset="-122"/>
                <a:cs typeface="Noto Serif SC Bold" pitchFamily="34" charset="-120"/>
              </a:rPr>
              <a:t>Registration Rules</a:t>
            </a:r>
            <a:endParaRPr lang="en-US" sz="2050" dirty="0">
              <a:solidFill>
                <a:schemeClr val="accent6">
                  <a:lumMod val="75000"/>
                </a:schemeClr>
              </a:solidFill>
            </a:endParaRPr>
          </a:p>
        </p:txBody>
      </p:sp>
      <p:sp>
        <p:nvSpPr>
          <p:cNvPr id="20" name="Text 15"/>
          <p:cNvSpPr/>
          <p:nvPr/>
        </p:nvSpPr>
        <p:spPr>
          <a:xfrm>
            <a:off x="975003" y="6037064"/>
            <a:ext cx="3773091" cy="1353979"/>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Required only if the document is written and specifically intended to create, declare, assign, or limit property rights in immovable property.</a:t>
            </a:r>
            <a:endParaRPr lang="en-US" sz="1650" b="1" dirty="0"/>
          </a:p>
        </p:txBody>
      </p:sp>
      <p:sp>
        <p:nvSpPr>
          <p:cNvPr id="21" name="Shape 16"/>
          <p:cNvSpPr/>
          <p:nvPr/>
        </p:nvSpPr>
        <p:spPr>
          <a:xfrm>
            <a:off x="5194102" y="5345192"/>
            <a:ext cx="4242078" cy="2280285"/>
          </a:xfrm>
          <a:prstGeom prst="roundRect">
            <a:avLst>
              <a:gd name="adj" fmla="val 8351"/>
            </a:avLst>
          </a:prstGeom>
          <a:solidFill>
            <a:srgbClr val="E5F9F2">
              <a:alpha val="95000"/>
            </a:srgbClr>
          </a:solidFill>
          <a:ln w="22860">
            <a:solidFill>
              <a:srgbClr val="B7D5CA"/>
            </a:solidFill>
            <a:prstDash val="solid"/>
          </a:ln>
        </p:spPr>
        <p:txBody>
          <a:bodyPr/>
          <a:lstStyle/>
          <a:p>
            <a:endParaRPr lang="en-IN"/>
          </a:p>
        </p:txBody>
      </p:sp>
      <p:sp>
        <p:nvSpPr>
          <p:cNvPr id="22" name="Text 17"/>
          <p:cNvSpPr/>
          <p:nvPr/>
        </p:nvSpPr>
        <p:spPr>
          <a:xfrm>
            <a:off x="5428536" y="5579626"/>
            <a:ext cx="2644854" cy="330517"/>
          </a:xfrm>
          <a:prstGeom prst="rect">
            <a:avLst/>
          </a:prstGeom>
          <a:noFill/>
          <a:ln/>
        </p:spPr>
        <p:txBody>
          <a:bodyPr wrap="none" lIns="0" tIns="0" rIns="0" bIns="0" rtlCol="0" anchor="t"/>
          <a:lstStyle/>
          <a:p>
            <a:pPr marL="0" indent="0" algn="l">
              <a:lnSpc>
                <a:spcPts val="2600"/>
              </a:lnSpc>
              <a:buNone/>
            </a:pPr>
            <a:r>
              <a:rPr lang="en-US" sz="2050" b="1" dirty="0">
                <a:solidFill>
                  <a:schemeClr val="accent6">
                    <a:lumMod val="75000"/>
                  </a:schemeClr>
                </a:solidFill>
                <a:latin typeface="Noto Serif SC Bold" pitchFamily="34" charset="0"/>
                <a:ea typeface="Noto Serif SC Bold" pitchFamily="34" charset="-122"/>
                <a:cs typeface="Noto Serif SC Bold" pitchFamily="34" charset="-120"/>
              </a:rPr>
              <a:t>Antecedent Title</a:t>
            </a:r>
            <a:endParaRPr lang="en-US" sz="2050" dirty="0">
              <a:solidFill>
                <a:schemeClr val="accent6">
                  <a:lumMod val="75000"/>
                </a:schemeClr>
              </a:solidFill>
            </a:endParaRPr>
          </a:p>
        </p:txBody>
      </p:sp>
      <p:sp>
        <p:nvSpPr>
          <p:cNvPr id="23" name="Text 18"/>
          <p:cNvSpPr/>
          <p:nvPr/>
        </p:nvSpPr>
        <p:spPr>
          <a:xfrm>
            <a:off x="5428536" y="6037064"/>
            <a:ext cx="3773210" cy="1353979"/>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All parties must possess some legitimate claim, right, or interest in the property being divided, even if disputed.</a:t>
            </a:r>
            <a:endParaRPr lang="en-US" sz="1650" b="1" dirty="0"/>
          </a:p>
        </p:txBody>
      </p:sp>
      <p:sp>
        <p:nvSpPr>
          <p:cNvPr id="24" name="Shape 19"/>
          <p:cNvSpPr/>
          <p:nvPr/>
        </p:nvSpPr>
        <p:spPr>
          <a:xfrm>
            <a:off x="9647753" y="5345192"/>
            <a:ext cx="4242078" cy="2280285"/>
          </a:xfrm>
          <a:prstGeom prst="roundRect">
            <a:avLst>
              <a:gd name="adj" fmla="val 8351"/>
            </a:avLst>
          </a:prstGeom>
          <a:solidFill>
            <a:srgbClr val="E5F9F2">
              <a:alpha val="95000"/>
            </a:srgbClr>
          </a:solidFill>
          <a:ln w="22860">
            <a:solidFill>
              <a:srgbClr val="B7D5CA"/>
            </a:solidFill>
            <a:prstDash val="solid"/>
          </a:ln>
        </p:spPr>
        <p:txBody>
          <a:bodyPr/>
          <a:lstStyle/>
          <a:p>
            <a:endParaRPr lang="en-IN"/>
          </a:p>
        </p:txBody>
      </p:sp>
      <p:sp>
        <p:nvSpPr>
          <p:cNvPr id="25" name="Text 20"/>
          <p:cNvSpPr/>
          <p:nvPr/>
        </p:nvSpPr>
        <p:spPr>
          <a:xfrm>
            <a:off x="9882188" y="5579626"/>
            <a:ext cx="2644854" cy="330517"/>
          </a:xfrm>
          <a:prstGeom prst="rect">
            <a:avLst/>
          </a:prstGeom>
          <a:noFill/>
          <a:ln/>
        </p:spPr>
        <p:txBody>
          <a:bodyPr wrap="none" lIns="0" tIns="0" rIns="0" bIns="0" rtlCol="0" anchor="t"/>
          <a:lstStyle/>
          <a:p>
            <a:pPr marL="0" indent="0" algn="l">
              <a:lnSpc>
                <a:spcPts val="2600"/>
              </a:lnSpc>
              <a:buNone/>
            </a:pPr>
            <a:r>
              <a:rPr lang="en-US" sz="2050" b="1" dirty="0">
                <a:solidFill>
                  <a:schemeClr val="accent6">
                    <a:lumMod val="75000"/>
                  </a:schemeClr>
                </a:solidFill>
                <a:latin typeface="Noto Serif SC Bold" pitchFamily="34" charset="0"/>
                <a:ea typeface="Noto Serif SC Bold" pitchFamily="34" charset="-122"/>
                <a:cs typeface="Noto Serif SC Bold" pitchFamily="34" charset="-120"/>
              </a:rPr>
              <a:t>Fair Distribution</a:t>
            </a:r>
            <a:endParaRPr lang="en-US" sz="2050" dirty="0">
              <a:solidFill>
                <a:schemeClr val="accent6">
                  <a:lumMod val="75000"/>
                </a:schemeClr>
              </a:solidFill>
            </a:endParaRPr>
          </a:p>
        </p:txBody>
      </p:sp>
      <p:sp>
        <p:nvSpPr>
          <p:cNvPr id="26" name="Text 21"/>
          <p:cNvSpPr/>
          <p:nvPr/>
        </p:nvSpPr>
        <p:spPr>
          <a:xfrm>
            <a:off x="9882188" y="6037064"/>
            <a:ext cx="3773210" cy="1353979"/>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The settlement must be equitable; even potential or anticipated disputes can be resolved fairly through good faith negotiations.</a:t>
            </a:r>
            <a:endParaRPr lang="en-US" sz="1650" b="1" dirty="0"/>
          </a:p>
        </p:txBody>
      </p:sp>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C1C7ECA0-0171-5F9C-FC59-2216A93E8F4A}"/>
                  </a:ext>
                </a:extLst>
              </p14:cNvPr>
              <p14:cNvContentPartPr/>
              <p14:nvPr/>
            </p14:nvContentPartPr>
            <p14:xfrm>
              <a:off x="12935109" y="7772400"/>
              <a:ext cx="1503360" cy="289080"/>
            </p14:xfrm>
          </p:contentPart>
        </mc:Choice>
        <mc:Fallback xmlns="">
          <p:pic>
            <p:nvPicPr>
              <p:cNvPr id="27" name="Ink 26">
                <a:extLst>
                  <a:ext uri="{FF2B5EF4-FFF2-40B4-BE49-F238E27FC236}">
                    <a16:creationId xmlns:a16="http://schemas.microsoft.com/office/drawing/2014/main" id="{C1C7ECA0-0171-5F9C-FC59-2216A93E8F4A}"/>
                  </a:ext>
                </a:extLst>
              </p:cNvPr>
              <p:cNvPicPr/>
              <p:nvPr/>
            </p:nvPicPr>
            <p:blipFill>
              <a:blip r:embed="rId10"/>
              <a:stretch>
                <a:fillRect/>
              </a:stretch>
            </p:blipFill>
            <p:spPr>
              <a:xfrm>
                <a:off x="12872109" y="7709400"/>
                <a:ext cx="1629000" cy="414720"/>
              </a:xfrm>
              <a:prstGeom prst="rect">
                <a:avLst/>
              </a:prstGeom>
            </p:spPr>
          </p:pic>
        </mc:Fallback>
      </mc:AlternateContent>
      <p:sp>
        <p:nvSpPr>
          <p:cNvPr id="28" name="TextBox 27">
            <a:extLst>
              <a:ext uri="{FF2B5EF4-FFF2-40B4-BE49-F238E27FC236}">
                <a16:creationId xmlns:a16="http://schemas.microsoft.com/office/drawing/2014/main" id="{79999A14-374B-59A1-0F8C-35538BCBB9C8}"/>
              </a:ext>
            </a:extLst>
          </p:cNvPr>
          <p:cNvSpPr txBox="1"/>
          <p:nvPr/>
        </p:nvSpPr>
        <p:spPr>
          <a:xfrm>
            <a:off x="12207922" y="7703854"/>
            <a:ext cx="2407578"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76920"/>
          </a:xfrm>
          <a:prstGeom prst="rect">
            <a:avLst/>
          </a:prstGeom>
        </p:spPr>
      </p:pic>
      <p:sp>
        <p:nvSpPr>
          <p:cNvPr id="3" name="Text 0"/>
          <p:cNvSpPr/>
          <p:nvPr/>
        </p:nvSpPr>
        <p:spPr>
          <a:xfrm>
            <a:off x="793790" y="3635097"/>
            <a:ext cx="9283184"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Tax Implications for Individuals</a:t>
            </a:r>
            <a:endParaRPr lang="en-US" sz="4450" dirty="0"/>
          </a:p>
        </p:txBody>
      </p:sp>
      <p:sp>
        <p:nvSpPr>
          <p:cNvPr id="4" name="Shape 1"/>
          <p:cNvSpPr/>
          <p:nvPr/>
        </p:nvSpPr>
        <p:spPr>
          <a:xfrm>
            <a:off x="793790" y="4684038"/>
            <a:ext cx="510302" cy="510302"/>
          </a:xfrm>
          <a:prstGeom prst="roundRect">
            <a:avLst>
              <a:gd name="adj" fmla="val 40005"/>
            </a:avLst>
          </a:prstGeom>
          <a:solidFill>
            <a:srgbClr val="D1EFE4"/>
          </a:solidFill>
          <a:ln w="7620">
            <a:solidFill>
              <a:srgbClr val="B7D5CA"/>
            </a:solidFill>
            <a:prstDash val="solid"/>
          </a:ln>
        </p:spPr>
        <p:txBody>
          <a:bodyPr/>
          <a:lstStyle/>
          <a:p>
            <a:endParaRPr lang="en-IN"/>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8860" y="4769048"/>
            <a:ext cx="340162" cy="340162"/>
          </a:xfrm>
          <a:prstGeom prst="rect">
            <a:avLst/>
          </a:prstGeom>
        </p:spPr>
      </p:pic>
      <p:sp>
        <p:nvSpPr>
          <p:cNvPr id="6" name="Text 2"/>
          <p:cNvSpPr/>
          <p:nvPr/>
        </p:nvSpPr>
        <p:spPr>
          <a:xfrm>
            <a:off x="1530906" y="4761905"/>
            <a:ext cx="2966085"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6">
                    <a:lumMod val="75000"/>
                  </a:schemeClr>
                </a:solidFill>
                <a:latin typeface="Noto Serif SC Bold" pitchFamily="34" charset="0"/>
                <a:ea typeface="Noto Serif SC Bold" pitchFamily="34" charset="-122"/>
                <a:cs typeface="Noto Serif SC Bold" pitchFamily="34" charset="-120"/>
              </a:rPr>
              <a:t>No Capital Gains Tax</a:t>
            </a:r>
            <a:endParaRPr lang="en-US" sz="2200" dirty="0">
              <a:solidFill>
                <a:schemeClr val="accent6">
                  <a:lumMod val="75000"/>
                </a:schemeClr>
              </a:solidFill>
            </a:endParaRPr>
          </a:p>
        </p:txBody>
      </p:sp>
      <p:sp>
        <p:nvSpPr>
          <p:cNvPr id="7" name="Text 3"/>
          <p:cNvSpPr/>
          <p:nvPr/>
        </p:nvSpPr>
        <p:spPr>
          <a:xfrm>
            <a:off x="1530906" y="5252323"/>
            <a:ext cx="3421499" cy="2177415"/>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Individuals are not subject to capital gains tax on family settlements, as these arrangements are not considered a "transfer" under the Income-tax Act.</a:t>
            </a:r>
            <a:endParaRPr lang="en-US" sz="1750" b="1" dirty="0"/>
          </a:p>
        </p:txBody>
      </p:sp>
      <p:sp>
        <p:nvSpPr>
          <p:cNvPr id="8" name="Shape 4"/>
          <p:cNvSpPr/>
          <p:nvPr/>
        </p:nvSpPr>
        <p:spPr>
          <a:xfrm>
            <a:off x="5235893" y="4684038"/>
            <a:ext cx="510302" cy="510302"/>
          </a:xfrm>
          <a:prstGeom prst="roundRect">
            <a:avLst>
              <a:gd name="adj" fmla="val 40005"/>
            </a:avLst>
          </a:prstGeom>
          <a:solidFill>
            <a:srgbClr val="D1EFE4"/>
          </a:solidFill>
          <a:ln w="7620">
            <a:solidFill>
              <a:srgbClr val="B7D5CA"/>
            </a:solidFill>
            <a:prstDash val="solid"/>
          </a:ln>
        </p:spPr>
        <p:txBody>
          <a:bodyPr/>
          <a:lstStyle/>
          <a:p>
            <a:endParaRPr lang="en-IN"/>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20963" y="4769048"/>
            <a:ext cx="340162" cy="340162"/>
          </a:xfrm>
          <a:prstGeom prst="rect">
            <a:avLst/>
          </a:prstGeom>
        </p:spPr>
      </p:pic>
      <p:sp>
        <p:nvSpPr>
          <p:cNvPr id="10" name="Text 5"/>
          <p:cNvSpPr/>
          <p:nvPr/>
        </p:nvSpPr>
        <p:spPr>
          <a:xfrm>
            <a:off x="5973008" y="4761905"/>
            <a:ext cx="3421499" cy="708660"/>
          </a:xfrm>
          <a:prstGeom prst="rect">
            <a:avLst/>
          </a:prstGeom>
          <a:noFill/>
          <a:ln/>
        </p:spPr>
        <p:txBody>
          <a:bodyPr wrap="square" lIns="0" tIns="0" rIns="0" bIns="0" rtlCol="0" anchor="t"/>
          <a:lstStyle/>
          <a:p>
            <a:pPr marL="0" indent="0" algn="l">
              <a:lnSpc>
                <a:spcPts val="2750"/>
              </a:lnSpc>
              <a:buNone/>
            </a:pPr>
            <a:r>
              <a:rPr lang="en-US" sz="2200" b="1" dirty="0">
                <a:solidFill>
                  <a:schemeClr val="accent6">
                    <a:lumMod val="75000"/>
                  </a:schemeClr>
                </a:solidFill>
                <a:latin typeface="Noto Serif SC Bold" pitchFamily="34" charset="0"/>
                <a:ea typeface="Noto Serif SC Bold" pitchFamily="34" charset="-122"/>
                <a:cs typeface="Noto Serif SC Bold" pitchFamily="34" charset="-120"/>
              </a:rPr>
              <a:t>Extended Family Inclusion</a:t>
            </a:r>
            <a:endParaRPr lang="en-US" sz="2200" dirty="0">
              <a:solidFill>
                <a:schemeClr val="accent6">
                  <a:lumMod val="75000"/>
                </a:schemeClr>
              </a:solidFill>
            </a:endParaRPr>
          </a:p>
        </p:txBody>
      </p:sp>
      <p:sp>
        <p:nvSpPr>
          <p:cNvPr id="11" name="Text 6"/>
          <p:cNvSpPr/>
          <p:nvPr/>
        </p:nvSpPr>
        <p:spPr>
          <a:xfrm>
            <a:off x="5973008" y="5606653"/>
            <a:ext cx="3421499" cy="1814513"/>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The favourable tax treatment extends beyond immediate family to include extended relatives such as cousins, nephews, and nieces.</a:t>
            </a:r>
            <a:endParaRPr lang="en-US" sz="1750" b="1" dirty="0"/>
          </a:p>
        </p:txBody>
      </p:sp>
      <p:sp>
        <p:nvSpPr>
          <p:cNvPr id="12" name="Shape 7"/>
          <p:cNvSpPr/>
          <p:nvPr/>
        </p:nvSpPr>
        <p:spPr>
          <a:xfrm>
            <a:off x="9677995" y="4684038"/>
            <a:ext cx="510302" cy="510302"/>
          </a:xfrm>
          <a:prstGeom prst="roundRect">
            <a:avLst>
              <a:gd name="adj" fmla="val 40005"/>
            </a:avLst>
          </a:prstGeom>
          <a:solidFill>
            <a:srgbClr val="D1EFE4"/>
          </a:solidFill>
          <a:ln w="7620">
            <a:solidFill>
              <a:srgbClr val="B7D5CA"/>
            </a:solidFill>
            <a:prstDash val="solid"/>
          </a:ln>
        </p:spPr>
        <p:txBody>
          <a:bodyPr/>
          <a:lstStyle/>
          <a:p>
            <a:endParaRPr lang="en-IN"/>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63065" y="4769048"/>
            <a:ext cx="340162" cy="340162"/>
          </a:xfrm>
          <a:prstGeom prst="rect">
            <a:avLst/>
          </a:prstGeom>
        </p:spPr>
      </p:pic>
      <p:sp>
        <p:nvSpPr>
          <p:cNvPr id="14" name="Text 8"/>
          <p:cNvSpPr/>
          <p:nvPr/>
        </p:nvSpPr>
        <p:spPr>
          <a:xfrm>
            <a:off x="10415111" y="4761905"/>
            <a:ext cx="2850713"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6">
                    <a:lumMod val="75000"/>
                  </a:schemeClr>
                </a:solidFill>
                <a:latin typeface="Noto Serif SC Bold" pitchFamily="34" charset="0"/>
                <a:ea typeface="Noto Serif SC Bold" pitchFamily="34" charset="-122"/>
                <a:cs typeface="Noto Serif SC Bold" pitchFamily="34" charset="-120"/>
              </a:rPr>
              <a:t>Section Exemptions</a:t>
            </a:r>
            <a:endParaRPr lang="en-US" sz="2200" dirty="0">
              <a:solidFill>
                <a:schemeClr val="accent6">
                  <a:lumMod val="75000"/>
                </a:schemeClr>
              </a:solidFill>
            </a:endParaRPr>
          </a:p>
        </p:txBody>
      </p:sp>
      <p:sp>
        <p:nvSpPr>
          <p:cNvPr id="15" name="Text 9"/>
          <p:cNvSpPr/>
          <p:nvPr/>
        </p:nvSpPr>
        <p:spPr>
          <a:xfrm>
            <a:off x="10415111" y="5252323"/>
            <a:ext cx="3421499" cy="2177415"/>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Critical provisions including Sections 50C, 50CA, and 56(2)(x) do not apply to genuine family settlement arrangements, providing significant tax advantages.</a:t>
            </a:r>
            <a:endParaRPr lang="en-US" sz="1750" b="1" dirty="0"/>
          </a:p>
        </p:txBody>
      </p:sp>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4FA9766C-E513-1AA0-DCB2-0DBE0C89A2A6}"/>
                  </a:ext>
                </a:extLst>
              </p14:cNvPr>
              <p14:cNvContentPartPr/>
              <p14:nvPr/>
            </p14:nvContentPartPr>
            <p14:xfrm>
              <a:off x="12932229" y="8033760"/>
              <a:ext cx="1477800" cy="720"/>
            </p14:xfrm>
          </p:contentPart>
        </mc:Choice>
        <mc:Fallback xmlns="">
          <p:pic>
            <p:nvPicPr>
              <p:cNvPr id="18" name="Ink 17">
                <a:extLst>
                  <a:ext uri="{FF2B5EF4-FFF2-40B4-BE49-F238E27FC236}">
                    <a16:creationId xmlns:a16="http://schemas.microsoft.com/office/drawing/2014/main" id="{4FA9766C-E513-1AA0-DCB2-0DBE0C89A2A6}"/>
                  </a:ext>
                </a:extLst>
              </p:cNvPr>
              <p:cNvPicPr/>
              <p:nvPr/>
            </p:nvPicPr>
            <p:blipFill>
              <a:blip r:embed="rId11"/>
              <a:stretch>
                <a:fillRect/>
              </a:stretch>
            </p:blipFill>
            <p:spPr>
              <a:xfrm>
                <a:off x="12869229" y="7907760"/>
                <a:ext cx="1603440" cy="252000"/>
              </a:xfrm>
              <a:prstGeom prst="rect">
                <a:avLst/>
              </a:prstGeom>
            </p:spPr>
          </p:pic>
        </mc:Fallback>
      </mc:AlternateContent>
      <p:grpSp>
        <p:nvGrpSpPr>
          <p:cNvPr id="21" name="Group 20">
            <a:extLst>
              <a:ext uri="{FF2B5EF4-FFF2-40B4-BE49-F238E27FC236}">
                <a16:creationId xmlns:a16="http://schemas.microsoft.com/office/drawing/2014/main" id="{0E8C198F-D9CE-51D3-602D-8C3CF9B1EBDC}"/>
              </a:ext>
            </a:extLst>
          </p:cNvPr>
          <p:cNvGrpSpPr/>
          <p:nvPr/>
        </p:nvGrpSpPr>
        <p:grpSpPr>
          <a:xfrm>
            <a:off x="12958149" y="7850880"/>
            <a:ext cx="1574280" cy="91440"/>
            <a:chOff x="12958149" y="7850880"/>
            <a:chExt cx="1574280" cy="91440"/>
          </a:xfrm>
        </p:grpSpPr>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3DC4F63A-D395-F092-E7C2-1FCD201AF7A6}"/>
                    </a:ext>
                  </a:extLst>
                </p14:cNvPr>
                <p14:cNvContentPartPr/>
                <p14:nvPr/>
              </p14:nvContentPartPr>
              <p14:xfrm>
                <a:off x="12958149" y="7927920"/>
                <a:ext cx="1574280" cy="14400"/>
              </p14:xfrm>
            </p:contentPart>
          </mc:Choice>
          <mc:Fallback xmlns="">
            <p:pic>
              <p:nvPicPr>
                <p:cNvPr id="19" name="Ink 18">
                  <a:extLst>
                    <a:ext uri="{FF2B5EF4-FFF2-40B4-BE49-F238E27FC236}">
                      <a16:creationId xmlns:a16="http://schemas.microsoft.com/office/drawing/2014/main" id="{3DC4F63A-D395-F092-E7C2-1FCD201AF7A6}"/>
                    </a:ext>
                  </a:extLst>
                </p:cNvPr>
                <p:cNvPicPr/>
                <p:nvPr/>
              </p:nvPicPr>
              <p:blipFill>
                <a:blip r:embed="rId13"/>
                <a:stretch>
                  <a:fillRect/>
                </a:stretch>
              </p:blipFill>
              <p:spPr>
                <a:xfrm>
                  <a:off x="12895149" y="7865280"/>
                  <a:ext cx="16999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6F3083F8-A8F7-738D-4185-A0D03056F95B}"/>
                    </a:ext>
                  </a:extLst>
                </p14:cNvPr>
                <p14:cNvContentPartPr/>
                <p14:nvPr/>
              </p14:nvContentPartPr>
              <p14:xfrm>
                <a:off x="13036629" y="7850880"/>
                <a:ext cx="1411920" cy="27720"/>
              </p14:xfrm>
            </p:contentPart>
          </mc:Choice>
          <mc:Fallback xmlns="">
            <p:pic>
              <p:nvPicPr>
                <p:cNvPr id="20" name="Ink 19">
                  <a:extLst>
                    <a:ext uri="{FF2B5EF4-FFF2-40B4-BE49-F238E27FC236}">
                      <a16:creationId xmlns:a16="http://schemas.microsoft.com/office/drawing/2014/main" id="{6F3083F8-A8F7-738D-4185-A0D03056F95B}"/>
                    </a:ext>
                  </a:extLst>
                </p:cNvPr>
                <p:cNvPicPr/>
                <p:nvPr/>
              </p:nvPicPr>
              <p:blipFill>
                <a:blip r:embed="rId15"/>
                <a:stretch>
                  <a:fillRect/>
                </a:stretch>
              </p:blipFill>
              <p:spPr>
                <a:xfrm>
                  <a:off x="12973629" y="7788240"/>
                  <a:ext cx="1537560" cy="15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2EB3ABB2-348E-4345-882D-61EB21816F1E}"/>
                  </a:ext>
                </a:extLst>
              </p14:cNvPr>
              <p14:cNvContentPartPr/>
              <p14:nvPr/>
            </p14:nvContentPartPr>
            <p14:xfrm>
              <a:off x="2782389" y="6021720"/>
              <a:ext cx="360" cy="360"/>
            </p14:xfrm>
          </p:contentPart>
        </mc:Choice>
        <mc:Fallback xmlns="">
          <p:pic>
            <p:nvPicPr>
              <p:cNvPr id="22" name="Ink 21">
                <a:extLst>
                  <a:ext uri="{FF2B5EF4-FFF2-40B4-BE49-F238E27FC236}">
                    <a16:creationId xmlns:a16="http://schemas.microsoft.com/office/drawing/2014/main" id="{2EB3ABB2-348E-4345-882D-61EB21816F1E}"/>
                  </a:ext>
                </a:extLst>
              </p:cNvPr>
              <p:cNvPicPr/>
              <p:nvPr/>
            </p:nvPicPr>
            <p:blipFill>
              <a:blip r:embed="rId17"/>
              <a:stretch>
                <a:fillRect/>
              </a:stretch>
            </p:blipFill>
            <p:spPr>
              <a:xfrm>
                <a:off x="2719389" y="59587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B9B0BEC8-89D5-E9F7-2FA1-5FD877310E1D}"/>
                  </a:ext>
                </a:extLst>
              </p14:cNvPr>
              <p14:cNvContentPartPr/>
              <p14:nvPr/>
            </p14:nvContentPartPr>
            <p14:xfrm>
              <a:off x="2782389" y="6021720"/>
              <a:ext cx="360" cy="360"/>
            </p14:xfrm>
          </p:contentPart>
        </mc:Choice>
        <mc:Fallback xmlns="">
          <p:pic>
            <p:nvPicPr>
              <p:cNvPr id="23" name="Ink 22">
                <a:extLst>
                  <a:ext uri="{FF2B5EF4-FFF2-40B4-BE49-F238E27FC236}">
                    <a16:creationId xmlns:a16="http://schemas.microsoft.com/office/drawing/2014/main" id="{B9B0BEC8-89D5-E9F7-2FA1-5FD877310E1D}"/>
                  </a:ext>
                </a:extLst>
              </p:cNvPr>
              <p:cNvPicPr/>
              <p:nvPr/>
            </p:nvPicPr>
            <p:blipFill>
              <a:blip r:embed="rId17"/>
              <a:stretch>
                <a:fillRect/>
              </a:stretch>
            </p:blipFill>
            <p:spPr>
              <a:xfrm>
                <a:off x="2719389" y="5958720"/>
                <a:ext cx="126000" cy="126000"/>
              </a:xfrm>
              <a:prstGeom prst="rect">
                <a:avLst/>
              </a:prstGeom>
            </p:spPr>
          </p:pic>
        </mc:Fallback>
      </mc:AlternateContent>
      <p:sp>
        <p:nvSpPr>
          <p:cNvPr id="26" name="TextBox 25">
            <a:extLst>
              <a:ext uri="{FF2B5EF4-FFF2-40B4-BE49-F238E27FC236}">
                <a16:creationId xmlns:a16="http://schemas.microsoft.com/office/drawing/2014/main" id="{E9D25D60-475C-2526-D29E-EDFF6716CCF2}"/>
              </a:ext>
            </a:extLst>
          </p:cNvPr>
          <p:cNvSpPr txBox="1"/>
          <p:nvPr/>
        </p:nvSpPr>
        <p:spPr>
          <a:xfrm>
            <a:off x="12125860" y="7711314"/>
            <a:ext cx="3324498"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92612"/>
            <a:ext cx="13003054"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Tax Treatment and Corporate Considerations</a:t>
            </a:r>
            <a:endParaRPr lang="en-US" sz="4450" dirty="0"/>
          </a:p>
        </p:txBody>
      </p:sp>
      <p:sp>
        <p:nvSpPr>
          <p:cNvPr id="3" name="Text 1"/>
          <p:cNvSpPr/>
          <p:nvPr/>
        </p:nvSpPr>
        <p:spPr>
          <a:xfrm>
            <a:off x="793790" y="2168366"/>
            <a:ext cx="4207193"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Companies and Capital Gains</a:t>
            </a:r>
            <a:endParaRPr lang="en-US" sz="2200" dirty="0"/>
          </a:p>
        </p:txBody>
      </p:sp>
      <p:sp>
        <p:nvSpPr>
          <p:cNvPr id="4" name="Text 2"/>
          <p:cNvSpPr/>
          <p:nvPr/>
        </p:nvSpPr>
        <p:spPr>
          <a:xfrm>
            <a:off x="793790" y="2749510"/>
            <a:ext cx="7604284" cy="1451610"/>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Transfers made by companies are treated differently and are considered a "transfer" for tax purposes. Capital gains tax applies to corporate entities, and the non-transfer exemption available to individuals does not extend to company transactions.</a:t>
            </a:r>
            <a:endParaRPr lang="en-US" sz="1750" b="1" dirty="0"/>
          </a:p>
        </p:txBody>
      </p:sp>
      <p:sp>
        <p:nvSpPr>
          <p:cNvPr id="5" name="Text 3"/>
          <p:cNvSpPr/>
          <p:nvPr/>
        </p:nvSpPr>
        <p:spPr>
          <a:xfrm>
            <a:off x="793790" y="4427934"/>
            <a:ext cx="4203263"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Deemed Dividend Exemption</a:t>
            </a:r>
            <a:endParaRPr lang="en-US" sz="2200" dirty="0"/>
          </a:p>
        </p:txBody>
      </p:sp>
      <p:sp>
        <p:nvSpPr>
          <p:cNvPr id="6" name="Text 4"/>
          <p:cNvSpPr/>
          <p:nvPr/>
        </p:nvSpPr>
        <p:spPr>
          <a:xfrm>
            <a:off x="793790" y="5009078"/>
            <a:ext cx="7604284" cy="1451610"/>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Section 2(22)(e) does not apply to family settlement arrangements. Payments or distributions made during a family settlement are not treated as loans, advances, or taxable benefits, providing additional clarity for estate planning.</a:t>
            </a:r>
            <a:endParaRPr lang="en-US" sz="1750" b="1" dirty="0"/>
          </a:p>
        </p:txBody>
      </p:sp>
      <p:pic>
        <p:nvPicPr>
          <p:cNvPr id="7" name="Image 0" descr="preencoded.png"/>
          <p:cNvPicPr>
            <a:picLocks noChangeAspect="1"/>
          </p:cNvPicPr>
          <p:nvPr/>
        </p:nvPicPr>
        <p:blipFill>
          <a:blip r:embed="rId3"/>
          <a:stretch>
            <a:fillRect/>
          </a:stretch>
        </p:blipFill>
        <p:spPr>
          <a:xfrm>
            <a:off x="8959096" y="2196703"/>
            <a:ext cx="4885015" cy="4885015"/>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BB0172C3-56BE-C53C-0851-B807D461C914}"/>
                  </a:ext>
                </a:extLst>
              </p14:cNvPr>
              <p14:cNvContentPartPr/>
              <p14:nvPr/>
            </p14:nvContentPartPr>
            <p14:xfrm>
              <a:off x="12984789" y="8033760"/>
              <a:ext cx="1516320" cy="720"/>
            </p14:xfrm>
          </p:contentPart>
        </mc:Choice>
        <mc:Fallback xmlns="">
          <p:pic>
            <p:nvPicPr>
              <p:cNvPr id="9" name="Ink 8">
                <a:extLst>
                  <a:ext uri="{FF2B5EF4-FFF2-40B4-BE49-F238E27FC236}">
                    <a16:creationId xmlns:a16="http://schemas.microsoft.com/office/drawing/2014/main" id="{BB0172C3-56BE-C53C-0851-B807D461C914}"/>
                  </a:ext>
                </a:extLst>
              </p:cNvPr>
              <p:cNvPicPr/>
              <p:nvPr/>
            </p:nvPicPr>
            <p:blipFill>
              <a:blip r:embed="rId5"/>
              <a:stretch>
                <a:fillRect/>
              </a:stretch>
            </p:blipFill>
            <p:spPr>
              <a:xfrm>
                <a:off x="12921789" y="7907760"/>
                <a:ext cx="16419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8F81C5E6-9C97-42D9-4389-895982F8B5AC}"/>
                  </a:ext>
                </a:extLst>
              </p14:cNvPr>
              <p14:cNvContentPartPr/>
              <p14:nvPr/>
            </p14:nvContentPartPr>
            <p14:xfrm>
              <a:off x="12971469" y="7784280"/>
              <a:ext cx="1413720" cy="106200"/>
            </p14:xfrm>
          </p:contentPart>
        </mc:Choice>
        <mc:Fallback xmlns="">
          <p:pic>
            <p:nvPicPr>
              <p:cNvPr id="10" name="Ink 9">
                <a:extLst>
                  <a:ext uri="{FF2B5EF4-FFF2-40B4-BE49-F238E27FC236}">
                    <a16:creationId xmlns:a16="http://schemas.microsoft.com/office/drawing/2014/main" id="{8F81C5E6-9C97-42D9-4389-895982F8B5AC}"/>
                  </a:ext>
                </a:extLst>
              </p:cNvPr>
              <p:cNvPicPr/>
              <p:nvPr/>
            </p:nvPicPr>
            <p:blipFill>
              <a:blip r:embed="rId7"/>
              <a:stretch>
                <a:fillRect/>
              </a:stretch>
            </p:blipFill>
            <p:spPr>
              <a:xfrm>
                <a:off x="12908469" y="7721640"/>
                <a:ext cx="15393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7F24359F-4791-0028-D516-FDF1700BC871}"/>
                  </a:ext>
                </a:extLst>
              </p14:cNvPr>
              <p14:cNvContentPartPr/>
              <p14:nvPr/>
            </p14:nvContentPartPr>
            <p14:xfrm>
              <a:off x="12840069" y="7902720"/>
              <a:ext cx="1633320" cy="13680"/>
            </p14:xfrm>
          </p:contentPart>
        </mc:Choice>
        <mc:Fallback xmlns="">
          <p:pic>
            <p:nvPicPr>
              <p:cNvPr id="12" name="Ink 11">
                <a:extLst>
                  <a:ext uri="{FF2B5EF4-FFF2-40B4-BE49-F238E27FC236}">
                    <a16:creationId xmlns:a16="http://schemas.microsoft.com/office/drawing/2014/main" id="{7F24359F-4791-0028-D516-FDF1700BC871}"/>
                  </a:ext>
                </a:extLst>
              </p:cNvPr>
              <p:cNvPicPr/>
              <p:nvPr/>
            </p:nvPicPr>
            <p:blipFill>
              <a:blip r:embed="rId9"/>
              <a:stretch>
                <a:fillRect/>
              </a:stretch>
            </p:blipFill>
            <p:spPr>
              <a:xfrm>
                <a:off x="12777429" y="7839720"/>
                <a:ext cx="1758960" cy="139320"/>
              </a:xfrm>
              <a:prstGeom prst="rect">
                <a:avLst/>
              </a:prstGeom>
            </p:spPr>
          </p:pic>
        </mc:Fallback>
      </mc:AlternateContent>
      <p:sp>
        <p:nvSpPr>
          <p:cNvPr id="13" name="TextBox 12">
            <a:extLst>
              <a:ext uri="{FF2B5EF4-FFF2-40B4-BE49-F238E27FC236}">
                <a16:creationId xmlns:a16="http://schemas.microsoft.com/office/drawing/2014/main" id="{C53CBCC3-0D50-8E2E-F581-112B09020639}"/>
              </a:ext>
            </a:extLst>
          </p:cNvPr>
          <p:cNvSpPr txBox="1"/>
          <p:nvPr/>
        </p:nvSpPr>
        <p:spPr>
          <a:xfrm>
            <a:off x="12292149" y="7710594"/>
            <a:ext cx="254725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719"/>
          </a:xfrm>
          <a:prstGeom prst="rect">
            <a:avLst/>
          </a:prstGeom>
        </p:spPr>
      </p:pic>
      <p:sp>
        <p:nvSpPr>
          <p:cNvPr id="3" name="Text 0"/>
          <p:cNvSpPr/>
          <p:nvPr/>
        </p:nvSpPr>
        <p:spPr>
          <a:xfrm>
            <a:off x="647343" y="508635"/>
            <a:ext cx="7849314" cy="1156097"/>
          </a:xfrm>
          <a:prstGeom prst="rect">
            <a:avLst/>
          </a:prstGeom>
          <a:noFill/>
          <a:ln/>
        </p:spPr>
        <p:txBody>
          <a:bodyPr wrap="square" lIns="0" tIns="0" rIns="0" bIns="0" rtlCol="0" anchor="t"/>
          <a:lstStyle/>
          <a:p>
            <a:pPr marL="0" indent="0" algn="l">
              <a:lnSpc>
                <a:spcPts val="4550"/>
              </a:lnSpc>
              <a:buNone/>
            </a:pPr>
            <a:r>
              <a:rPr lang="en-US" sz="3600" b="1" dirty="0">
                <a:solidFill>
                  <a:srgbClr val="006747"/>
                </a:solidFill>
                <a:latin typeface="Noto Serif SC Bold" pitchFamily="34" charset="0"/>
                <a:ea typeface="Noto Serif SC Bold" pitchFamily="34" charset="-122"/>
                <a:cs typeface="Noto Serif SC Bold" pitchFamily="34" charset="-120"/>
              </a:rPr>
              <a:t>Forms and Registration Requirements</a:t>
            </a:r>
            <a:endParaRPr lang="en-US" sz="3600" dirty="0"/>
          </a:p>
        </p:txBody>
      </p:sp>
      <p:sp>
        <p:nvSpPr>
          <p:cNvPr id="4" name="Text 1"/>
          <p:cNvSpPr/>
          <p:nvPr/>
        </p:nvSpPr>
        <p:spPr>
          <a:xfrm>
            <a:off x="647343" y="1942148"/>
            <a:ext cx="184904" cy="231100"/>
          </a:xfrm>
          <a:prstGeom prst="rect">
            <a:avLst/>
          </a:prstGeom>
          <a:noFill/>
          <a:ln/>
        </p:spPr>
        <p:txBody>
          <a:bodyPr wrap="none" lIns="0" tIns="0" rIns="0" bIns="0" rtlCol="0" anchor="t"/>
          <a:lstStyle/>
          <a:p>
            <a:pPr marL="0" indent="0" algn="l">
              <a:lnSpc>
                <a:spcPts val="2300"/>
              </a:lnSpc>
              <a:buNone/>
            </a:pPr>
            <a:r>
              <a:rPr lang="en-US" sz="1450" dirty="0">
                <a:solidFill>
                  <a:srgbClr val="4B4A4A"/>
                </a:solidFill>
                <a:latin typeface="Noto Serif SC Light" pitchFamily="34" charset="0"/>
                <a:ea typeface="Noto Serif SC Light" pitchFamily="34" charset="-122"/>
                <a:cs typeface="Noto Serif SC Light" pitchFamily="34" charset="-120"/>
              </a:rPr>
              <a:t>01</a:t>
            </a:r>
            <a:endParaRPr lang="en-US" sz="1450" dirty="0"/>
          </a:p>
        </p:txBody>
      </p:sp>
      <p:sp>
        <p:nvSpPr>
          <p:cNvPr id="5" name="Shape 2"/>
          <p:cNvSpPr/>
          <p:nvPr/>
        </p:nvSpPr>
        <p:spPr>
          <a:xfrm>
            <a:off x="647343" y="2233493"/>
            <a:ext cx="3832146" cy="22860"/>
          </a:xfrm>
          <a:prstGeom prst="rect">
            <a:avLst/>
          </a:prstGeom>
          <a:solidFill>
            <a:srgbClr val="006747"/>
          </a:solidFill>
          <a:ln/>
        </p:spPr>
        <p:txBody>
          <a:bodyPr/>
          <a:lstStyle/>
          <a:p>
            <a:endParaRPr lang="en-IN"/>
          </a:p>
        </p:txBody>
      </p:sp>
      <p:sp>
        <p:nvSpPr>
          <p:cNvPr id="6" name="Text 3"/>
          <p:cNvSpPr/>
          <p:nvPr/>
        </p:nvSpPr>
        <p:spPr>
          <a:xfrm>
            <a:off x="647343" y="2371606"/>
            <a:ext cx="2312075" cy="288965"/>
          </a:xfrm>
          <a:prstGeom prst="rect">
            <a:avLst/>
          </a:prstGeom>
          <a:noFill/>
          <a:ln/>
        </p:spPr>
        <p:txBody>
          <a:bodyPr wrap="none" lIns="0" tIns="0" rIns="0" bIns="0" rtlCol="0" anchor="t"/>
          <a:lstStyle/>
          <a:p>
            <a:pPr marL="0" indent="0" algn="l">
              <a:lnSpc>
                <a:spcPts val="2250"/>
              </a:lnSpc>
              <a:buNone/>
            </a:pPr>
            <a:r>
              <a:rPr lang="en-US" sz="1800" b="1" dirty="0">
                <a:solidFill>
                  <a:schemeClr val="accent6">
                    <a:lumMod val="75000"/>
                  </a:schemeClr>
                </a:solidFill>
                <a:latin typeface="Noto Serif SC Bold" pitchFamily="34" charset="0"/>
                <a:ea typeface="Noto Serif SC Bold" pitchFamily="34" charset="-122"/>
                <a:cs typeface="Noto Serif SC Bold" pitchFamily="34" charset="-120"/>
              </a:rPr>
              <a:t>Oral Arrangement</a:t>
            </a:r>
            <a:endParaRPr lang="en-US" sz="1800" dirty="0">
              <a:solidFill>
                <a:schemeClr val="accent6">
                  <a:lumMod val="75000"/>
                </a:schemeClr>
              </a:solidFill>
            </a:endParaRPr>
          </a:p>
        </p:txBody>
      </p:sp>
      <p:sp>
        <p:nvSpPr>
          <p:cNvPr id="7" name="Text 4"/>
          <p:cNvSpPr/>
          <p:nvPr/>
        </p:nvSpPr>
        <p:spPr>
          <a:xfrm>
            <a:off x="647343" y="2771537"/>
            <a:ext cx="3832146" cy="887968"/>
          </a:xfrm>
          <a:prstGeom prst="rect">
            <a:avLst/>
          </a:prstGeom>
          <a:noFill/>
          <a:ln/>
        </p:spPr>
        <p:txBody>
          <a:bodyPr wrap="square" lIns="0" tIns="0" rIns="0" bIns="0" rtlCol="0" anchor="t"/>
          <a:lstStyle/>
          <a:p>
            <a:pPr marL="0" indent="0" algn="l">
              <a:lnSpc>
                <a:spcPts val="2300"/>
              </a:lnSpc>
              <a:buNone/>
            </a:pPr>
            <a:r>
              <a:rPr lang="en-US" sz="1600" b="1" dirty="0">
                <a:solidFill>
                  <a:srgbClr val="4B4A4A"/>
                </a:solidFill>
                <a:latin typeface="Geist" pitchFamily="34" charset="0"/>
                <a:ea typeface="Geist" pitchFamily="34" charset="-122"/>
                <a:cs typeface="Geist" pitchFamily="34" charset="-120"/>
              </a:rPr>
              <a:t>A verbal agreement amongst family members—legally valid and binding without written documentation.</a:t>
            </a:r>
            <a:endParaRPr lang="en-US" sz="1600" b="1" dirty="0"/>
          </a:p>
        </p:txBody>
      </p:sp>
      <p:sp>
        <p:nvSpPr>
          <p:cNvPr id="8" name="Text 5"/>
          <p:cNvSpPr/>
          <p:nvPr/>
        </p:nvSpPr>
        <p:spPr>
          <a:xfrm>
            <a:off x="4664393" y="1942148"/>
            <a:ext cx="184904" cy="231100"/>
          </a:xfrm>
          <a:prstGeom prst="rect">
            <a:avLst/>
          </a:prstGeom>
          <a:noFill/>
          <a:ln/>
        </p:spPr>
        <p:txBody>
          <a:bodyPr wrap="none" lIns="0" tIns="0" rIns="0" bIns="0" rtlCol="0" anchor="t"/>
          <a:lstStyle/>
          <a:p>
            <a:pPr marL="0" indent="0" algn="l">
              <a:lnSpc>
                <a:spcPts val="2300"/>
              </a:lnSpc>
              <a:buNone/>
            </a:pPr>
            <a:r>
              <a:rPr lang="en-US" sz="1450" dirty="0">
                <a:solidFill>
                  <a:srgbClr val="4B4A4A"/>
                </a:solidFill>
                <a:latin typeface="Noto Serif SC Light" pitchFamily="34" charset="0"/>
                <a:ea typeface="Noto Serif SC Light" pitchFamily="34" charset="-122"/>
                <a:cs typeface="Noto Serif SC Light" pitchFamily="34" charset="-120"/>
              </a:rPr>
              <a:t>02</a:t>
            </a:r>
            <a:endParaRPr lang="en-US" sz="1450" dirty="0"/>
          </a:p>
        </p:txBody>
      </p:sp>
      <p:sp>
        <p:nvSpPr>
          <p:cNvPr id="9" name="Shape 6"/>
          <p:cNvSpPr/>
          <p:nvPr/>
        </p:nvSpPr>
        <p:spPr>
          <a:xfrm>
            <a:off x="4664393" y="2233493"/>
            <a:ext cx="3832265" cy="22860"/>
          </a:xfrm>
          <a:prstGeom prst="rect">
            <a:avLst/>
          </a:prstGeom>
          <a:solidFill>
            <a:srgbClr val="006747"/>
          </a:solidFill>
          <a:ln/>
        </p:spPr>
        <p:txBody>
          <a:bodyPr/>
          <a:lstStyle/>
          <a:p>
            <a:endParaRPr lang="en-IN"/>
          </a:p>
        </p:txBody>
      </p:sp>
      <p:sp>
        <p:nvSpPr>
          <p:cNvPr id="10" name="Text 7"/>
          <p:cNvSpPr/>
          <p:nvPr/>
        </p:nvSpPr>
        <p:spPr>
          <a:xfrm>
            <a:off x="4664393" y="2371606"/>
            <a:ext cx="2312075" cy="288965"/>
          </a:xfrm>
          <a:prstGeom prst="rect">
            <a:avLst/>
          </a:prstGeom>
          <a:noFill/>
          <a:ln/>
        </p:spPr>
        <p:txBody>
          <a:bodyPr wrap="none" lIns="0" tIns="0" rIns="0" bIns="0" rtlCol="0" anchor="t"/>
          <a:lstStyle/>
          <a:p>
            <a:pPr marL="0" indent="0" algn="l">
              <a:lnSpc>
                <a:spcPts val="2250"/>
              </a:lnSpc>
              <a:buNone/>
            </a:pPr>
            <a:r>
              <a:rPr lang="en-US" sz="1800" b="1" dirty="0">
                <a:solidFill>
                  <a:schemeClr val="accent6">
                    <a:lumMod val="75000"/>
                  </a:schemeClr>
                </a:solidFill>
                <a:latin typeface="Noto Serif SC Bold" pitchFamily="34" charset="0"/>
                <a:ea typeface="Noto Serif SC Bold" pitchFamily="34" charset="-122"/>
                <a:cs typeface="Noto Serif SC Bold" pitchFamily="34" charset="-120"/>
              </a:rPr>
              <a:t>Written Agreement</a:t>
            </a:r>
            <a:endParaRPr lang="en-US" sz="1800" dirty="0">
              <a:solidFill>
                <a:schemeClr val="accent6">
                  <a:lumMod val="75000"/>
                </a:schemeClr>
              </a:solidFill>
            </a:endParaRPr>
          </a:p>
        </p:txBody>
      </p:sp>
      <p:sp>
        <p:nvSpPr>
          <p:cNvPr id="11" name="Text 8"/>
          <p:cNvSpPr/>
          <p:nvPr/>
        </p:nvSpPr>
        <p:spPr>
          <a:xfrm>
            <a:off x="4664393" y="2771537"/>
            <a:ext cx="3832265" cy="887968"/>
          </a:xfrm>
          <a:prstGeom prst="rect">
            <a:avLst/>
          </a:prstGeom>
          <a:noFill/>
          <a:ln/>
        </p:spPr>
        <p:txBody>
          <a:bodyPr wrap="square" lIns="0" tIns="0" rIns="0" bIns="0" rtlCol="0" anchor="t"/>
          <a:lstStyle/>
          <a:p>
            <a:pPr marL="0" indent="0" algn="l">
              <a:lnSpc>
                <a:spcPts val="2300"/>
              </a:lnSpc>
              <a:buNone/>
            </a:pPr>
            <a:r>
              <a:rPr lang="en-US" sz="1600" b="1" dirty="0">
                <a:solidFill>
                  <a:srgbClr val="4B4A4A"/>
                </a:solidFill>
                <a:latin typeface="Geist" pitchFamily="34" charset="0"/>
                <a:ea typeface="Geist" pitchFamily="34" charset="-122"/>
                <a:cs typeface="Geist" pitchFamily="34" charset="-120"/>
              </a:rPr>
              <a:t>A formal document containing detailed terms, conditions, and specifications of the settlement arrangement.</a:t>
            </a:r>
            <a:endParaRPr lang="en-US" sz="1600" b="1" dirty="0"/>
          </a:p>
        </p:txBody>
      </p:sp>
      <p:sp>
        <p:nvSpPr>
          <p:cNvPr id="12" name="Text 9"/>
          <p:cNvSpPr/>
          <p:nvPr/>
        </p:nvSpPr>
        <p:spPr>
          <a:xfrm>
            <a:off x="647343" y="3983117"/>
            <a:ext cx="184904" cy="231100"/>
          </a:xfrm>
          <a:prstGeom prst="rect">
            <a:avLst/>
          </a:prstGeom>
          <a:noFill/>
          <a:ln/>
        </p:spPr>
        <p:txBody>
          <a:bodyPr wrap="none" lIns="0" tIns="0" rIns="0" bIns="0" rtlCol="0" anchor="t"/>
          <a:lstStyle/>
          <a:p>
            <a:pPr marL="0" indent="0" algn="l">
              <a:lnSpc>
                <a:spcPts val="2300"/>
              </a:lnSpc>
              <a:buNone/>
            </a:pPr>
            <a:r>
              <a:rPr lang="en-US" sz="1450" dirty="0">
                <a:solidFill>
                  <a:srgbClr val="4B4A4A"/>
                </a:solidFill>
                <a:latin typeface="Noto Serif SC Light" pitchFamily="34" charset="0"/>
                <a:ea typeface="Noto Serif SC Light" pitchFamily="34" charset="-122"/>
                <a:cs typeface="Noto Serif SC Light" pitchFamily="34" charset="-120"/>
              </a:rPr>
              <a:t>03</a:t>
            </a:r>
            <a:endParaRPr lang="en-US" sz="1450" dirty="0"/>
          </a:p>
        </p:txBody>
      </p:sp>
      <p:sp>
        <p:nvSpPr>
          <p:cNvPr id="13" name="Shape 10"/>
          <p:cNvSpPr/>
          <p:nvPr/>
        </p:nvSpPr>
        <p:spPr>
          <a:xfrm>
            <a:off x="647343" y="4274463"/>
            <a:ext cx="7849314" cy="22860"/>
          </a:xfrm>
          <a:prstGeom prst="rect">
            <a:avLst/>
          </a:prstGeom>
          <a:solidFill>
            <a:srgbClr val="006747"/>
          </a:solidFill>
          <a:ln/>
        </p:spPr>
        <p:txBody>
          <a:bodyPr/>
          <a:lstStyle/>
          <a:p>
            <a:endParaRPr lang="en-IN"/>
          </a:p>
        </p:txBody>
      </p:sp>
      <p:sp>
        <p:nvSpPr>
          <p:cNvPr id="14" name="Text 11"/>
          <p:cNvSpPr/>
          <p:nvPr/>
        </p:nvSpPr>
        <p:spPr>
          <a:xfrm>
            <a:off x="647343" y="4412575"/>
            <a:ext cx="3309223" cy="288965"/>
          </a:xfrm>
          <a:prstGeom prst="rect">
            <a:avLst/>
          </a:prstGeom>
          <a:noFill/>
          <a:ln/>
        </p:spPr>
        <p:txBody>
          <a:bodyPr wrap="none" lIns="0" tIns="0" rIns="0" bIns="0" rtlCol="0" anchor="t"/>
          <a:lstStyle/>
          <a:p>
            <a:pPr marL="0" indent="0" algn="l">
              <a:lnSpc>
                <a:spcPts val="2250"/>
              </a:lnSpc>
              <a:buNone/>
            </a:pPr>
            <a:r>
              <a:rPr lang="en-US" sz="1800" b="1" dirty="0">
                <a:solidFill>
                  <a:schemeClr val="accent6">
                    <a:lumMod val="75000"/>
                  </a:schemeClr>
                </a:solidFill>
                <a:latin typeface="Noto Serif SC Bold" pitchFamily="34" charset="0"/>
                <a:ea typeface="Noto Serif SC Bold" pitchFamily="34" charset="-122"/>
                <a:cs typeface="Noto Serif SC Bold" pitchFamily="34" charset="-120"/>
              </a:rPr>
              <a:t>Memorandum of Settlement</a:t>
            </a:r>
            <a:endParaRPr lang="en-US" sz="1800" dirty="0">
              <a:solidFill>
                <a:schemeClr val="accent6">
                  <a:lumMod val="75000"/>
                </a:schemeClr>
              </a:solidFill>
            </a:endParaRPr>
          </a:p>
        </p:txBody>
      </p:sp>
      <p:sp>
        <p:nvSpPr>
          <p:cNvPr id="15" name="Text 12"/>
          <p:cNvSpPr/>
          <p:nvPr/>
        </p:nvSpPr>
        <p:spPr>
          <a:xfrm>
            <a:off x="647343" y="4812506"/>
            <a:ext cx="7849314" cy="591979"/>
          </a:xfrm>
          <a:prstGeom prst="rect">
            <a:avLst/>
          </a:prstGeom>
          <a:noFill/>
          <a:ln/>
        </p:spPr>
        <p:txBody>
          <a:bodyPr wrap="square" lIns="0" tIns="0" rIns="0" bIns="0" rtlCol="0" anchor="t"/>
          <a:lstStyle/>
          <a:p>
            <a:pPr marL="0" indent="0" algn="l">
              <a:lnSpc>
                <a:spcPts val="2300"/>
              </a:lnSpc>
              <a:buNone/>
            </a:pPr>
            <a:r>
              <a:rPr lang="en-US" sz="1600" b="1" dirty="0">
                <a:solidFill>
                  <a:srgbClr val="4B4A4A"/>
                </a:solidFill>
                <a:latin typeface="Geist" pitchFamily="34" charset="0"/>
                <a:ea typeface="Geist" pitchFamily="34" charset="-122"/>
                <a:cs typeface="Geist" pitchFamily="34" charset="-120"/>
              </a:rPr>
              <a:t>A written record documenting an oral settlement already concluded—serves as evidence rather than creating new rights.</a:t>
            </a:r>
            <a:endParaRPr lang="en-US" sz="1600" b="1" dirty="0"/>
          </a:p>
        </p:txBody>
      </p:sp>
      <p:sp>
        <p:nvSpPr>
          <p:cNvPr id="16" name="Shape 13"/>
          <p:cNvSpPr/>
          <p:nvPr/>
        </p:nvSpPr>
        <p:spPr>
          <a:xfrm>
            <a:off x="647343" y="5751195"/>
            <a:ext cx="7849314" cy="1969889"/>
          </a:xfrm>
          <a:prstGeom prst="roundRect">
            <a:avLst>
              <a:gd name="adj" fmla="val 8451"/>
            </a:avLst>
          </a:prstGeom>
          <a:solidFill>
            <a:srgbClr val="B3FFE7"/>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832247" y="6026229"/>
            <a:ext cx="231100" cy="184904"/>
          </a:xfrm>
          <a:prstGeom prst="rect">
            <a:avLst/>
          </a:prstGeom>
        </p:spPr>
      </p:pic>
      <p:sp>
        <p:nvSpPr>
          <p:cNvPr id="18" name="Text 14"/>
          <p:cNvSpPr/>
          <p:nvPr/>
        </p:nvSpPr>
        <p:spPr>
          <a:xfrm>
            <a:off x="1248251" y="5982295"/>
            <a:ext cx="7063502" cy="1479947"/>
          </a:xfrm>
          <a:prstGeom prst="rect">
            <a:avLst/>
          </a:prstGeom>
          <a:noFill/>
          <a:ln/>
        </p:spPr>
        <p:txBody>
          <a:bodyPr wrap="square" lIns="0" tIns="0" rIns="0" bIns="0" rtlCol="0" anchor="t"/>
          <a:lstStyle/>
          <a:p>
            <a:pPr marL="0" indent="0" algn="l">
              <a:lnSpc>
                <a:spcPts val="2300"/>
              </a:lnSpc>
              <a:buNone/>
            </a:pPr>
            <a:r>
              <a:rPr lang="en-US" sz="1600" b="1" dirty="0">
                <a:solidFill>
                  <a:srgbClr val="000000"/>
                </a:solidFill>
                <a:latin typeface="Geist" pitchFamily="34" charset="0"/>
                <a:ea typeface="Geist" pitchFamily="34" charset="-122"/>
                <a:cs typeface="Geist" pitchFamily="34" charset="-120"/>
              </a:rPr>
              <a:t>When Registration Is Required: Registration is mandatory only when a written document itself creates, declares, assigns, or extinguishes rights in immovable property. Oral agreements and memorandums merely recording past arrangements typically do not require registration. Unregistered documents cannot be admitted as evidence in legal proceedings.</a:t>
            </a:r>
            <a:endParaRPr lang="en-US" sz="1600" b="1" dirty="0"/>
          </a:p>
        </p:txBody>
      </p:sp>
      <p:sp>
        <p:nvSpPr>
          <p:cNvPr id="19" name="TextBox 18">
            <a:extLst>
              <a:ext uri="{FF2B5EF4-FFF2-40B4-BE49-F238E27FC236}">
                <a16:creationId xmlns:a16="http://schemas.microsoft.com/office/drawing/2014/main" id="{219AA478-7A71-27BA-699C-C9376656E670}"/>
              </a:ext>
            </a:extLst>
          </p:cNvPr>
          <p:cNvSpPr txBox="1"/>
          <p:nvPr/>
        </p:nvSpPr>
        <p:spPr>
          <a:xfrm>
            <a:off x="365760" y="7863840"/>
            <a:ext cx="309589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0098" y="612934"/>
            <a:ext cx="10326886" cy="696516"/>
          </a:xfrm>
          <a:prstGeom prst="rect">
            <a:avLst/>
          </a:prstGeom>
          <a:noFill/>
          <a:ln/>
        </p:spPr>
        <p:txBody>
          <a:bodyPr wrap="none" lIns="0" tIns="0" rIns="0" bIns="0" rtlCol="0" anchor="t"/>
          <a:lstStyle/>
          <a:p>
            <a:pPr marL="0" indent="0" algn="l">
              <a:lnSpc>
                <a:spcPts val="5450"/>
              </a:lnSpc>
              <a:buNone/>
            </a:pPr>
            <a:r>
              <a:rPr lang="en-US" sz="4350" b="1" dirty="0">
                <a:solidFill>
                  <a:srgbClr val="006747"/>
                </a:solidFill>
                <a:latin typeface="Noto Serif SC Bold" pitchFamily="34" charset="0"/>
                <a:ea typeface="Noto Serif SC Bold" pitchFamily="34" charset="-122"/>
                <a:cs typeface="Noto Serif SC Bold" pitchFamily="34" charset="-120"/>
              </a:rPr>
              <a:t>Properties Covered and Key Benefits</a:t>
            </a:r>
            <a:endParaRPr lang="en-US" sz="4350" dirty="0"/>
          </a:p>
        </p:txBody>
      </p:sp>
      <p:pic>
        <p:nvPicPr>
          <p:cNvPr id="3" name="Image 0" descr="preencoded.png"/>
          <p:cNvPicPr>
            <a:picLocks noChangeAspect="1"/>
          </p:cNvPicPr>
          <p:nvPr/>
        </p:nvPicPr>
        <p:blipFill>
          <a:blip r:embed="rId3"/>
          <a:stretch>
            <a:fillRect/>
          </a:stretch>
        </p:blipFill>
        <p:spPr>
          <a:xfrm>
            <a:off x="780098" y="1894523"/>
            <a:ext cx="5582364" cy="5582364"/>
          </a:xfrm>
          <a:prstGeom prst="rect">
            <a:avLst/>
          </a:prstGeom>
        </p:spPr>
      </p:pic>
      <p:sp>
        <p:nvSpPr>
          <p:cNvPr id="4" name="Text 1"/>
          <p:cNvSpPr/>
          <p:nvPr/>
        </p:nvSpPr>
        <p:spPr>
          <a:xfrm>
            <a:off x="6913959" y="1866662"/>
            <a:ext cx="2786301" cy="348258"/>
          </a:xfrm>
          <a:prstGeom prst="rect">
            <a:avLst/>
          </a:prstGeom>
          <a:noFill/>
          <a:ln/>
        </p:spPr>
        <p:txBody>
          <a:bodyPr wrap="none" lIns="0" tIns="0" rIns="0" bIns="0" rtlCol="0" anchor="t"/>
          <a:lstStyle/>
          <a:p>
            <a:pPr marL="0" indent="0" algn="l">
              <a:lnSpc>
                <a:spcPts val="2700"/>
              </a:lnSpc>
              <a:buNone/>
            </a:pPr>
            <a:r>
              <a:rPr lang="en-US" sz="2150" b="1" dirty="0">
                <a:solidFill>
                  <a:srgbClr val="006747"/>
                </a:solidFill>
                <a:latin typeface="Noto Serif SC Bold" pitchFamily="34" charset="0"/>
                <a:ea typeface="Noto Serif SC Bold" pitchFamily="34" charset="-122"/>
                <a:cs typeface="Noto Serif SC Bold" pitchFamily="34" charset="-120"/>
              </a:rPr>
              <a:t>Property Types</a:t>
            </a:r>
            <a:endParaRPr lang="en-US" sz="2150" dirty="0"/>
          </a:p>
        </p:txBody>
      </p:sp>
      <p:sp>
        <p:nvSpPr>
          <p:cNvPr id="5" name="Text 2"/>
          <p:cNvSpPr/>
          <p:nvPr/>
        </p:nvSpPr>
        <p:spPr>
          <a:xfrm>
            <a:off x="6913959" y="2437805"/>
            <a:ext cx="6943844" cy="1782961"/>
          </a:xfrm>
          <a:prstGeom prst="rect">
            <a:avLst/>
          </a:prstGeom>
          <a:noFill/>
          <a:ln/>
        </p:spPr>
        <p:txBody>
          <a:bodyPr wrap="square" lIns="0" tIns="0" rIns="0" bIns="0" rtlCol="0" anchor="t"/>
          <a:lstStyle/>
          <a:p>
            <a:pPr marL="0" indent="0" algn="l">
              <a:lnSpc>
                <a:spcPts val="2800"/>
              </a:lnSpc>
              <a:buNone/>
            </a:pPr>
            <a:r>
              <a:rPr lang="en-US" sz="1750" b="1" dirty="0">
                <a:solidFill>
                  <a:srgbClr val="4B4A4A"/>
                </a:solidFill>
                <a:latin typeface="Geist" pitchFamily="34" charset="0"/>
                <a:ea typeface="Geist" pitchFamily="34" charset="-122"/>
                <a:cs typeface="Geist" pitchFamily="34" charset="-120"/>
              </a:rPr>
              <a:t>Family arrangements most commonly involve ancestral property with multiple competing claims from various family members. However, they can also encompass self-acquired property when families wish to restructure ownership or clarify inheritance intentions.</a:t>
            </a:r>
            <a:endParaRPr lang="en-US" sz="1750" b="1" dirty="0"/>
          </a:p>
        </p:txBody>
      </p:sp>
      <p:sp>
        <p:nvSpPr>
          <p:cNvPr id="6" name="Text 3"/>
          <p:cNvSpPr/>
          <p:nvPr/>
        </p:nvSpPr>
        <p:spPr>
          <a:xfrm>
            <a:off x="6913959" y="4443651"/>
            <a:ext cx="2786301" cy="348258"/>
          </a:xfrm>
          <a:prstGeom prst="rect">
            <a:avLst/>
          </a:prstGeom>
          <a:noFill/>
          <a:ln/>
        </p:spPr>
        <p:txBody>
          <a:bodyPr wrap="none" lIns="0" tIns="0" rIns="0" bIns="0" rtlCol="0" anchor="t"/>
          <a:lstStyle/>
          <a:p>
            <a:pPr marL="0" indent="0" algn="l">
              <a:lnSpc>
                <a:spcPts val="2700"/>
              </a:lnSpc>
              <a:buNone/>
            </a:pPr>
            <a:r>
              <a:rPr lang="en-US" sz="2150" b="1" dirty="0">
                <a:solidFill>
                  <a:srgbClr val="006747"/>
                </a:solidFill>
                <a:latin typeface="Noto Serif SC Bold" pitchFamily="34" charset="0"/>
                <a:ea typeface="Noto Serif SC Bold" pitchFamily="34" charset="-122"/>
                <a:cs typeface="Noto Serif SC Bold" pitchFamily="34" charset="-120"/>
              </a:rPr>
              <a:t>Core Advantages</a:t>
            </a:r>
            <a:endParaRPr lang="en-US" sz="2150" dirty="0"/>
          </a:p>
        </p:txBody>
      </p:sp>
      <p:sp>
        <p:nvSpPr>
          <p:cNvPr id="7" name="Text 4"/>
          <p:cNvSpPr/>
          <p:nvPr/>
        </p:nvSpPr>
        <p:spPr>
          <a:xfrm>
            <a:off x="6913959" y="5014793"/>
            <a:ext cx="6943844" cy="356592"/>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4B4A4A"/>
                </a:solidFill>
                <a:latin typeface="Geist" pitchFamily="34" charset="0"/>
                <a:ea typeface="Geist" pitchFamily="34" charset="-122"/>
                <a:cs typeface="Geist" pitchFamily="34" charset="-120"/>
              </a:rPr>
              <a:t>Prevents costly, protracted litigation</a:t>
            </a:r>
            <a:endParaRPr lang="en-US" sz="1750" b="1" dirty="0"/>
          </a:p>
        </p:txBody>
      </p:sp>
      <p:sp>
        <p:nvSpPr>
          <p:cNvPr id="8" name="Text 5"/>
          <p:cNvSpPr/>
          <p:nvPr/>
        </p:nvSpPr>
        <p:spPr>
          <a:xfrm>
            <a:off x="6913959" y="5449372"/>
            <a:ext cx="6943844" cy="356592"/>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4B4A4A"/>
                </a:solidFill>
                <a:latin typeface="Geist" pitchFamily="34" charset="0"/>
                <a:ea typeface="Geist" pitchFamily="34" charset="-122"/>
                <a:cs typeface="Geist" pitchFamily="34" charset="-120"/>
              </a:rPr>
              <a:t>Ensures complete clarity and transparency</a:t>
            </a:r>
            <a:endParaRPr lang="en-US" sz="1750" b="1" dirty="0"/>
          </a:p>
        </p:txBody>
      </p:sp>
      <p:sp>
        <p:nvSpPr>
          <p:cNvPr id="9" name="Text 6"/>
          <p:cNvSpPr/>
          <p:nvPr/>
        </p:nvSpPr>
        <p:spPr>
          <a:xfrm>
            <a:off x="6913959" y="5883950"/>
            <a:ext cx="6943844" cy="356592"/>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4B4A4A"/>
                </a:solidFill>
                <a:latin typeface="Geist" pitchFamily="34" charset="0"/>
                <a:ea typeface="Geist" pitchFamily="34" charset="-122"/>
                <a:cs typeface="Geist" pitchFamily="34" charset="-120"/>
              </a:rPr>
              <a:t>Maintains family harmony and relationships</a:t>
            </a:r>
            <a:endParaRPr lang="en-US" sz="1750" b="1" dirty="0"/>
          </a:p>
        </p:txBody>
      </p:sp>
      <p:sp>
        <p:nvSpPr>
          <p:cNvPr id="10" name="Text 7"/>
          <p:cNvSpPr/>
          <p:nvPr/>
        </p:nvSpPr>
        <p:spPr>
          <a:xfrm>
            <a:off x="6913959" y="6318528"/>
            <a:ext cx="6943844" cy="356592"/>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4B4A4A"/>
                </a:solidFill>
                <a:latin typeface="Geist" pitchFamily="34" charset="0"/>
                <a:ea typeface="Geist" pitchFamily="34" charset="-122"/>
                <a:cs typeface="Geist" pitchFamily="34" charset="-120"/>
              </a:rPr>
              <a:t>Cost-effective compared to court proceedings</a:t>
            </a:r>
            <a:endParaRPr lang="en-US" sz="1750" b="1" dirty="0"/>
          </a:p>
        </p:txBody>
      </p:sp>
      <p:sp>
        <p:nvSpPr>
          <p:cNvPr id="11" name="Text 8"/>
          <p:cNvSpPr/>
          <p:nvPr/>
        </p:nvSpPr>
        <p:spPr>
          <a:xfrm>
            <a:off x="6913959" y="6753106"/>
            <a:ext cx="6943844" cy="356592"/>
          </a:xfrm>
          <a:prstGeom prst="rect">
            <a:avLst/>
          </a:prstGeom>
          <a:noFill/>
          <a:ln/>
        </p:spPr>
        <p:txBody>
          <a:bodyPr wrap="none" lIns="0" tIns="0" rIns="0" bIns="0" rtlCol="0" anchor="t"/>
          <a:lstStyle/>
          <a:p>
            <a:pPr marL="342900" indent="-342900" algn="l">
              <a:lnSpc>
                <a:spcPts val="2800"/>
              </a:lnSpc>
              <a:buSzPct val="100000"/>
              <a:buChar char="•"/>
            </a:pPr>
            <a:r>
              <a:rPr lang="en-US" sz="1750" b="1" dirty="0">
                <a:solidFill>
                  <a:srgbClr val="4B4A4A"/>
                </a:solidFill>
                <a:latin typeface="Geist" pitchFamily="34" charset="0"/>
                <a:ea typeface="Geist" pitchFamily="34" charset="-122"/>
                <a:cs typeface="Geist" pitchFamily="34" charset="-120"/>
              </a:rPr>
              <a:t>Flexible to accommodate unique family circumstances</a:t>
            </a:r>
            <a:endParaRPr lang="en-US" sz="1750" b="1" dirty="0"/>
          </a:p>
        </p:txBody>
      </p:sp>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6A9029F2-03AC-D1EE-39B1-61E709D75844}"/>
                  </a:ext>
                </a:extLst>
              </p14:cNvPr>
              <p14:cNvContentPartPr/>
              <p14:nvPr/>
            </p14:nvContentPartPr>
            <p14:xfrm rot="-7548197">
              <a:off x="13381241" y="7881682"/>
              <a:ext cx="251816" cy="56116"/>
            </p14:xfrm>
          </p:contentPart>
        </mc:Choice>
        <mc:Fallback xmlns="">
          <p:pic>
            <p:nvPicPr>
              <p:cNvPr id="18" name="Ink 17">
                <a:extLst>
                  <a:ext uri="{FF2B5EF4-FFF2-40B4-BE49-F238E27FC236}">
                    <a16:creationId xmlns:a16="http://schemas.microsoft.com/office/drawing/2014/main" id="{6A9029F2-03AC-D1EE-39B1-61E709D75844}"/>
                  </a:ext>
                </a:extLst>
              </p:cNvPr>
              <p:cNvPicPr/>
              <p:nvPr/>
            </p:nvPicPr>
            <p:blipFill>
              <a:blip r:embed="rId5"/>
              <a:stretch>
                <a:fillRect/>
              </a:stretch>
            </p:blipFill>
            <p:spPr>
              <a:xfrm rot="-7548197">
                <a:off x="13318287" y="7819132"/>
                <a:ext cx="377364" cy="18085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D9131FB9-D56D-584A-F848-0DB2D26465D8}"/>
                  </a:ext>
                </a:extLst>
              </p14:cNvPr>
              <p14:cNvContentPartPr/>
              <p14:nvPr/>
            </p14:nvContentPartPr>
            <p14:xfrm>
              <a:off x="13022949" y="7994520"/>
              <a:ext cx="1398600" cy="39600"/>
            </p14:xfrm>
          </p:contentPart>
        </mc:Choice>
        <mc:Fallback xmlns="">
          <p:pic>
            <p:nvPicPr>
              <p:cNvPr id="20" name="Ink 19">
                <a:extLst>
                  <a:ext uri="{FF2B5EF4-FFF2-40B4-BE49-F238E27FC236}">
                    <a16:creationId xmlns:a16="http://schemas.microsoft.com/office/drawing/2014/main" id="{D9131FB9-D56D-584A-F848-0DB2D26465D8}"/>
                  </a:ext>
                </a:extLst>
              </p:cNvPr>
              <p:cNvPicPr/>
              <p:nvPr/>
            </p:nvPicPr>
            <p:blipFill>
              <a:blip r:embed="rId7"/>
              <a:stretch>
                <a:fillRect/>
              </a:stretch>
            </p:blipFill>
            <p:spPr>
              <a:xfrm>
                <a:off x="12960309" y="7931520"/>
                <a:ext cx="15242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7" name="Ink 26">
                <a:extLst>
                  <a:ext uri="{FF2B5EF4-FFF2-40B4-BE49-F238E27FC236}">
                    <a16:creationId xmlns:a16="http://schemas.microsoft.com/office/drawing/2014/main" id="{4241A971-4D92-C081-11E0-A2840DB1FB29}"/>
                  </a:ext>
                </a:extLst>
              </p14:cNvPr>
              <p14:cNvContentPartPr/>
              <p14:nvPr/>
            </p14:nvContentPartPr>
            <p14:xfrm>
              <a:off x="12776709" y="7798320"/>
              <a:ext cx="774720" cy="262440"/>
            </p14:xfrm>
          </p:contentPart>
        </mc:Choice>
        <mc:Fallback xmlns="">
          <p:pic>
            <p:nvPicPr>
              <p:cNvPr id="27" name="Ink 26">
                <a:extLst>
                  <a:ext uri="{FF2B5EF4-FFF2-40B4-BE49-F238E27FC236}">
                    <a16:creationId xmlns:a16="http://schemas.microsoft.com/office/drawing/2014/main" id="{4241A971-4D92-C081-11E0-A2840DB1FB29}"/>
                  </a:ext>
                </a:extLst>
              </p:cNvPr>
              <p:cNvPicPr/>
              <p:nvPr/>
            </p:nvPicPr>
            <p:blipFill>
              <a:blip r:embed="rId9"/>
              <a:stretch>
                <a:fillRect/>
              </a:stretch>
            </p:blipFill>
            <p:spPr>
              <a:xfrm>
                <a:off x="12714069" y="7735320"/>
                <a:ext cx="900360" cy="388080"/>
              </a:xfrm>
              <a:prstGeom prst="rect">
                <a:avLst/>
              </a:prstGeom>
            </p:spPr>
          </p:pic>
        </mc:Fallback>
      </mc:AlternateContent>
      <p:grpSp>
        <p:nvGrpSpPr>
          <p:cNvPr id="30" name="Group 29">
            <a:extLst>
              <a:ext uri="{FF2B5EF4-FFF2-40B4-BE49-F238E27FC236}">
                <a16:creationId xmlns:a16="http://schemas.microsoft.com/office/drawing/2014/main" id="{77E0D8EE-4355-0FF7-AD37-75F5C1C10457}"/>
              </a:ext>
            </a:extLst>
          </p:cNvPr>
          <p:cNvGrpSpPr/>
          <p:nvPr/>
        </p:nvGrpSpPr>
        <p:grpSpPr>
          <a:xfrm>
            <a:off x="12945549" y="7810920"/>
            <a:ext cx="1541520" cy="289080"/>
            <a:chOff x="12945549" y="7810920"/>
            <a:chExt cx="1541520" cy="289080"/>
          </a:xfrm>
        </p:grpSpPr>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8E642122-2A30-E072-9A27-0DEE48B39B42}"/>
                    </a:ext>
                  </a:extLst>
                </p14:cNvPr>
                <p14:cNvContentPartPr/>
                <p14:nvPr/>
              </p14:nvContentPartPr>
              <p14:xfrm>
                <a:off x="13010709" y="7814880"/>
                <a:ext cx="1339200" cy="154440"/>
              </p14:xfrm>
            </p:contentPart>
          </mc:Choice>
          <mc:Fallback xmlns="">
            <p:pic>
              <p:nvPicPr>
                <p:cNvPr id="21" name="Ink 20">
                  <a:extLst>
                    <a:ext uri="{FF2B5EF4-FFF2-40B4-BE49-F238E27FC236}">
                      <a16:creationId xmlns:a16="http://schemas.microsoft.com/office/drawing/2014/main" id="{8E642122-2A30-E072-9A27-0DEE48B39B42}"/>
                    </a:ext>
                  </a:extLst>
                </p:cNvPr>
                <p:cNvPicPr/>
                <p:nvPr/>
              </p:nvPicPr>
              <p:blipFill>
                <a:blip r:embed="rId11"/>
                <a:stretch>
                  <a:fillRect/>
                </a:stretch>
              </p:blipFill>
              <p:spPr>
                <a:xfrm>
                  <a:off x="12947709" y="7751880"/>
                  <a:ext cx="14648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9C61BEB9-B090-3A32-11B1-B20A2F91306E}"/>
                    </a:ext>
                  </a:extLst>
                </p14:cNvPr>
                <p14:cNvContentPartPr/>
                <p14:nvPr/>
              </p14:nvContentPartPr>
              <p14:xfrm>
                <a:off x="13022949" y="7810920"/>
                <a:ext cx="1411560" cy="91440"/>
              </p14:xfrm>
            </p:contentPart>
          </mc:Choice>
          <mc:Fallback xmlns="">
            <p:pic>
              <p:nvPicPr>
                <p:cNvPr id="22" name="Ink 21">
                  <a:extLst>
                    <a:ext uri="{FF2B5EF4-FFF2-40B4-BE49-F238E27FC236}">
                      <a16:creationId xmlns:a16="http://schemas.microsoft.com/office/drawing/2014/main" id="{9C61BEB9-B090-3A32-11B1-B20A2F91306E}"/>
                    </a:ext>
                  </a:extLst>
                </p:cNvPr>
                <p:cNvPicPr/>
                <p:nvPr/>
              </p:nvPicPr>
              <p:blipFill>
                <a:blip r:embed="rId13"/>
                <a:stretch>
                  <a:fillRect/>
                </a:stretch>
              </p:blipFill>
              <p:spPr>
                <a:xfrm>
                  <a:off x="12960309" y="7747920"/>
                  <a:ext cx="153720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FA788B61-6F15-0343-7D5F-2DD783BD25A7}"/>
                    </a:ext>
                  </a:extLst>
                </p14:cNvPr>
                <p14:cNvContentPartPr/>
                <p14:nvPr/>
              </p14:nvContentPartPr>
              <p14:xfrm>
                <a:off x="14341989" y="7956000"/>
                <a:ext cx="145080" cy="25560"/>
              </p14:xfrm>
            </p:contentPart>
          </mc:Choice>
          <mc:Fallback xmlns="">
            <p:pic>
              <p:nvPicPr>
                <p:cNvPr id="24" name="Ink 23">
                  <a:extLst>
                    <a:ext uri="{FF2B5EF4-FFF2-40B4-BE49-F238E27FC236}">
                      <a16:creationId xmlns:a16="http://schemas.microsoft.com/office/drawing/2014/main" id="{FA788B61-6F15-0343-7D5F-2DD783BD25A7}"/>
                    </a:ext>
                  </a:extLst>
                </p:cNvPr>
                <p:cNvPicPr/>
                <p:nvPr/>
              </p:nvPicPr>
              <p:blipFill>
                <a:blip r:embed="rId15"/>
                <a:stretch>
                  <a:fillRect/>
                </a:stretch>
              </p:blipFill>
              <p:spPr>
                <a:xfrm>
                  <a:off x="14278989" y="7893000"/>
                  <a:ext cx="270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D41FC296-AA7C-2B05-306F-EB6BFB5BB16C}"/>
                    </a:ext>
                  </a:extLst>
                </p14:cNvPr>
                <p14:cNvContentPartPr/>
                <p14:nvPr/>
              </p14:nvContentPartPr>
              <p14:xfrm>
                <a:off x="12945549" y="7981200"/>
                <a:ext cx="548640" cy="53280"/>
              </p14:xfrm>
            </p:contentPart>
          </mc:Choice>
          <mc:Fallback xmlns="">
            <p:pic>
              <p:nvPicPr>
                <p:cNvPr id="26" name="Ink 25">
                  <a:extLst>
                    <a:ext uri="{FF2B5EF4-FFF2-40B4-BE49-F238E27FC236}">
                      <a16:creationId xmlns:a16="http://schemas.microsoft.com/office/drawing/2014/main" id="{D41FC296-AA7C-2B05-306F-EB6BFB5BB16C}"/>
                    </a:ext>
                  </a:extLst>
                </p:cNvPr>
                <p:cNvPicPr/>
                <p:nvPr/>
              </p:nvPicPr>
              <p:blipFill>
                <a:blip r:embed="rId17"/>
                <a:stretch>
                  <a:fillRect/>
                </a:stretch>
              </p:blipFill>
              <p:spPr>
                <a:xfrm>
                  <a:off x="12882549" y="7918560"/>
                  <a:ext cx="6742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01302E56-6CE2-31E5-640B-96658ABD9D99}"/>
                    </a:ext>
                  </a:extLst>
                </p14:cNvPr>
                <p14:cNvContentPartPr/>
                <p14:nvPr/>
              </p14:nvContentPartPr>
              <p14:xfrm>
                <a:off x="13310589" y="7967880"/>
                <a:ext cx="615240" cy="132120"/>
              </p14:xfrm>
            </p:contentPart>
          </mc:Choice>
          <mc:Fallback xmlns="">
            <p:pic>
              <p:nvPicPr>
                <p:cNvPr id="29" name="Ink 28">
                  <a:extLst>
                    <a:ext uri="{FF2B5EF4-FFF2-40B4-BE49-F238E27FC236}">
                      <a16:creationId xmlns:a16="http://schemas.microsoft.com/office/drawing/2014/main" id="{01302E56-6CE2-31E5-640B-96658ABD9D99}"/>
                    </a:ext>
                  </a:extLst>
                </p:cNvPr>
                <p:cNvPicPr/>
                <p:nvPr/>
              </p:nvPicPr>
              <p:blipFill>
                <a:blip r:embed="rId19"/>
                <a:stretch>
                  <a:fillRect/>
                </a:stretch>
              </p:blipFill>
              <p:spPr>
                <a:xfrm>
                  <a:off x="13247589" y="7905240"/>
                  <a:ext cx="740880" cy="257760"/>
                </a:xfrm>
                <a:prstGeom prst="rect">
                  <a:avLst/>
                </a:prstGeom>
              </p:spPr>
            </p:pic>
          </mc:Fallback>
        </mc:AlternateContent>
      </p:grpSp>
      <p:sp>
        <p:nvSpPr>
          <p:cNvPr id="31" name="TextBox 30">
            <a:extLst>
              <a:ext uri="{FF2B5EF4-FFF2-40B4-BE49-F238E27FC236}">
                <a16:creationId xmlns:a16="http://schemas.microsoft.com/office/drawing/2014/main" id="{964F10B1-1EDA-D916-1B7C-9F7637BEF1F3}"/>
              </a:ext>
            </a:extLst>
          </p:cNvPr>
          <p:cNvSpPr txBox="1"/>
          <p:nvPr/>
        </p:nvSpPr>
        <p:spPr>
          <a:xfrm>
            <a:off x="12296714" y="7791210"/>
            <a:ext cx="3122178"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30433"/>
          </a:xfrm>
          <a:prstGeom prst="rect">
            <a:avLst/>
          </a:prstGeom>
        </p:spPr>
      </p:pic>
      <p:sp>
        <p:nvSpPr>
          <p:cNvPr id="3" name="Text 0"/>
          <p:cNvSpPr/>
          <p:nvPr/>
        </p:nvSpPr>
        <p:spPr>
          <a:xfrm>
            <a:off x="6253282" y="602456"/>
            <a:ext cx="7610237" cy="1369457"/>
          </a:xfrm>
          <a:prstGeom prst="rect">
            <a:avLst/>
          </a:prstGeom>
          <a:noFill/>
          <a:ln/>
        </p:spPr>
        <p:txBody>
          <a:bodyPr wrap="square" lIns="0" tIns="0" rIns="0" bIns="0" rtlCol="0" anchor="t"/>
          <a:lstStyle/>
          <a:p>
            <a:pPr marL="0" indent="0" algn="l">
              <a:lnSpc>
                <a:spcPts val="5350"/>
              </a:lnSpc>
              <a:buNone/>
            </a:pPr>
            <a:r>
              <a:rPr lang="en-US" sz="4300" b="1" dirty="0">
                <a:solidFill>
                  <a:srgbClr val="006747"/>
                </a:solidFill>
                <a:latin typeface="Noto Serif SC Bold" pitchFamily="34" charset="0"/>
                <a:ea typeface="Noto Serif SC Bold" pitchFamily="34" charset="-122"/>
                <a:cs typeface="Noto Serif SC Bold" pitchFamily="34" charset="-120"/>
              </a:rPr>
              <a:t>Conclusion: Key Takeaways</a:t>
            </a:r>
            <a:endParaRPr lang="en-US" sz="4300" dirty="0"/>
          </a:p>
        </p:txBody>
      </p:sp>
      <p:sp>
        <p:nvSpPr>
          <p:cNvPr id="4" name="Shape 1"/>
          <p:cNvSpPr/>
          <p:nvPr/>
        </p:nvSpPr>
        <p:spPr>
          <a:xfrm>
            <a:off x="6253282" y="2300526"/>
            <a:ext cx="492919" cy="492919"/>
          </a:xfrm>
          <a:prstGeom prst="roundRect">
            <a:avLst>
              <a:gd name="adj" fmla="val 40008"/>
            </a:avLst>
          </a:prstGeom>
          <a:solidFill>
            <a:srgbClr val="D1EFE4"/>
          </a:solidFill>
          <a:ln w="7620">
            <a:solidFill>
              <a:srgbClr val="B7D5CA"/>
            </a:solidFill>
            <a:prstDash val="solid"/>
          </a:ln>
        </p:spPr>
        <p:txBody>
          <a:bodyPr/>
          <a:lstStyle/>
          <a:p>
            <a:endParaRPr lang="en-IN"/>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5435" y="2382679"/>
            <a:ext cx="328613" cy="328613"/>
          </a:xfrm>
          <a:prstGeom prst="rect">
            <a:avLst/>
          </a:prstGeom>
        </p:spPr>
      </p:pic>
      <p:sp>
        <p:nvSpPr>
          <p:cNvPr id="6" name="Text 2"/>
          <p:cNvSpPr/>
          <p:nvPr/>
        </p:nvSpPr>
        <p:spPr>
          <a:xfrm>
            <a:off x="6965275" y="2375773"/>
            <a:ext cx="4418767" cy="342305"/>
          </a:xfrm>
          <a:prstGeom prst="rect">
            <a:avLst/>
          </a:prstGeom>
          <a:noFill/>
          <a:ln/>
        </p:spPr>
        <p:txBody>
          <a:bodyPr wrap="none" lIns="0" tIns="0" rIns="0" bIns="0" rtlCol="0" anchor="t"/>
          <a:lstStyle/>
          <a:p>
            <a:pPr marL="0" indent="0" algn="l">
              <a:lnSpc>
                <a:spcPts val="2650"/>
              </a:lnSpc>
              <a:buNone/>
            </a:pPr>
            <a:r>
              <a:rPr lang="en-US" sz="2150" b="1" dirty="0">
                <a:solidFill>
                  <a:schemeClr val="accent6">
                    <a:lumMod val="75000"/>
                  </a:schemeClr>
                </a:solidFill>
                <a:latin typeface="Noto Serif SC Bold" pitchFamily="34" charset="0"/>
                <a:ea typeface="Noto Serif SC Bold" pitchFamily="34" charset="-122"/>
                <a:cs typeface="Noto Serif SC Bold" pitchFamily="34" charset="-120"/>
              </a:rPr>
              <a:t>Superseding Inheritance Rights</a:t>
            </a:r>
            <a:endParaRPr lang="en-US" sz="2150" dirty="0">
              <a:solidFill>
                <a:schemeClr val="accent6">
                  <a:lumMod val="75000"/>
                </a:schemeClr>
              </a:solidFill>
            </a:endParaRPr>
          </a:p>
        </p:txBody>
      </p:sp>
      <p:sp>
        <p:nvSpPr>
          <p:cNvPr id="7" name="Text 3"/>
          <p:cNvSpPr/>
          <p:nvPr/>
        </p:nvSpPr>
        <p:spPr>
          <a:xfrm>
            <a:off x="6965275" y="2849523"/>
            <a:ext cx="6898243" cy="701040"/>
          </a:xfrm>
          <a:prstGeom prst="rect">
            <a:avLst/>
          </a:prstGeom>
          <a:noFill/>
          <a:ln/>
        </p:spPr>
        <p:txBody>
          <a:bodyPr wrap="square" lIns="0" tIns="0" rIns="0" bIns="0" rtlCol="0" anchor="t"/>
          <a:lstStyle/>
          <a:p>
            <a:pPr marL="0" indent="0" algn="l">
              <a:lnSpc>
                <a:spcPts val="2750"/>
              </a:lnSpc>
              <a:buNone/>
            </a:pPr>
            <a:r>
              <a:rPr lang="en-US" sz="1700" b="1" dirty="0">
                <a:solidFill>
                  <a:srgbClr val="4B4A4A"/>
                </a:solidFill>
                <a:latin typeface="Geist" pitchFamily="34" charset="0"/>
                <a:ea typeface="Geist" pitchFamily="34" charset="-122"/>
                <a:cs typeface="Geist" pitchFamily="34" charset="-120"/>
              </a:rPr>
              <a:t>Family arrangements hold significant power, often superseding traditional inheritance rights to ensure amicable resolution.</a:t>
            </a:r>
            <a:endParaRPr lang="en-US" sz="1700" b="1" dirty="0"/>
          </a:p>
        </p:txBody>
      </p:sp>
      <p:sp>
        <p:nvSpPr>
          <p:cNvPr id="8" name="Shape 4"/>
          <p:cNvSpPr/>
          <p:nvPr/>
        </p:nvSpPr>
        <p:spPr>
          <a:xfrm>
            <a:off x="6253282" y="3988713"/>
            <a:ext cx="492919" cy="492919"/>
          </a:xfrm>
          <a:prstGeom prst="roundRect">
            <a:avLst>
              <a:gd name="adj" fmla="val 40008"/>
            </a:avLst>
          </a:prstGeom>
          <a:solidFill>
            <a:srgbClr val="D1EFE4"/>
          </a:solidFill>
          <a:ln w="7620">
            <a:solidFill>
              <a:srgbClr val="B7D5CA"/>
            </a:solidFill>
            <a:prstDash val="solid"/>
          </a:ln>
        </p:spPr>
        <p:txBody>
          <a:bodyPr/>
          <a:lstStyle/>
          <a:p>
            <a:endParaRPr lang="en-IN"/>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35435" y="4070866"/>
            <a:ext cx="328613" cy="328613"/>
          </a:xfrm>
          <a:prstGeom prst="rect">
            <a:avLst/>
          </a:prstGeom>
        </p:spPr>
      </p:pic>
      <p:sp>
        <p:nvSpPr>
          <p:cNvPr id="10" name="Text 5"/>
          <p:cNvSpPr/>
          <p:nvPr/>
        </p:nvSpPr>
        <p:spPr>
          <a:xfrm>
            <a:off x="6965275" y="4063960"/>
            <a:ext cx="4903827" cy="342305"/>
          </a:xfrm>
          <a:prstGeom prst="rect">
            <a:avLst/>
          </a:prstGeom>
          <a:noFill/>
          <a:ln/>
        </p:spPr>
        <p:txBody>
          <a:bodyPr wrap="none" lIns="0" tIns="0" rIns="0" bIns="0" rtlCol="0" anchor="t"/>
          <a:lstStyle/>
          <a:p>
            <a:pPr marL="0" indent="0" algn="l">
              <a:lnSpc>
                <a:spcPts val="2650"/>
              </a:lnSpc>
              <a:buNone/>
            </a:pPr>
            <a:r>
              <a:rPr lang="en-US" sz="2150" b="1" dirty="0">
                <a:solidFill>
                  <a:schemeClr val="accent6">
                    <a:lumMod val="75000"/>
                  </a:schemeClr>
                </a:solidFill>
                <a:latin typeface="Noto Serif SC Bold" pitchFamily="34" charset="0"/>
                <a:ea typeface="Noto Serif SC Bold" pitchFamily="34" charset="-122"/>
                <a:cs typeface="Noto Serif SC Bold" pitchFamily="34" charset="-120"/>
              </a:rPr>
              <a:t>Limited Registration Requirements</a:t>
            </a:r>
            <a:endParaRPr lang="en-US" sz="2150" dirty="0">
              <a:solidFill>
                <a:schemeClr val="accent6">
                  <a:lumMod val="75000"/>
                </a:schemeClr>
              </a:solidFill>
            </a:endParaRPr>
          </a:p>
        </p:txBody>
      </p:sp>
      <p:sp>
        <p:nvSpPr>
          <p:cNvPr id="11" name="Text 6"/>
          <p:cNvSpPr/>
          <p:nvPr/>
        </p:nvSpPr>
        <p:spPr>
          <a:xfrm>
            <a:off x="6965275" y="4537710"/>
            <a:ext cx="6898243" cy="1051560"/>
          </a:xfrm>
          <a:prstGeom prst="rect">
            <a:avLst/>
          </a:prstGeom>
          <a:noFill/>
          <a:ln/>
        </p:spPr>
        <p:txBody>
          <a:bodyPr wrap="square" lIns="0" tIns="0" rIns="0" bIns="0" rtlCol="0" anchor="t"/>
          <a:lstStyle/>
          <a:p>
            <a:pPr marL="0" indent="0" algn="l">
              <a:lnSpc>
                <a:spcPts val="2750"/>
              </a:lnSpc>
              <a:buNone/>
            </a:pPr>
            <a:r>
              <a:rPr lang="en-US" sz="1700" b="1" dirty="0">
                <a:solidFill>
                  <a:srgbClr val="4B4A4A"/>
                </a:solidFill>
                <a:latin typeface="Geist" pitchFamily="34" charset="0"/>
                <a:ea typeface="Geist" pitchFamily="34" charset="-122"/>
                <a:cs typeface="Geist" pitchFamily="34" charset="-120"/>
              </a:rPr>
              <a:t>Registration and stamp duty are typically only required in specific circumstances, primarily when the written document itself creates new property rights.</a:t>
            </a:r>
            <a:endParaRPr lang="en-US" sz="1700" b="1" dirty="0"/>
          </a:p>
        </p:txBody>
      </p:sp>
      <p:sp>
        <p:nvSpPr>
          <p:cNvPr id="12" name="Shape 7"/>
          <p:cNvSpPr/>
          <p:nvPr/>
        </p:nvSpPr>
        <p:spPr>
          <a:xfrm>
            <a:off x="6253282" y="6027420"/>
            <a:ext cx="492919" cy="492919"/>
          </a:xfrm>
          <a:prstGeom prst="roundRect">
            <a:avLst>
              <a:gd name="adj" fmla="val 40008"/>
            </a:avLst>
          </a:prstGeom>
          <a:solidFill>
            <a:srgbClr val="D1EFE4"/>
          </a:solidFill>
          <a:ln w="7620">
            <a:solidFill>
              <a:srgbClr val="B7D5CA"/>
            </a:solidFill>
            <a:prstDash val="solid"/>
          </a:ln>
        </p:spPr>
        <p:txBody>
          <a:bodyPr/>
          <a:lstStyle/>
          <a:p>
            <a:endParaRPr lang="en-IN"/>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35435" y="6109573"/>
            <a:ext cx="328613" cy="328613"/>
          </a:xfrm>
          <a:prstGeom prst="rect">
            <a:avLst/>
          </a:prstGeom>
        </p:spPr>
      </p:pic>
      <p:sp>
        <p:nvSpPr>
          <p:cNvPr id="14" name="Text 8"/>
          <p:cNvSpPr/>
          <p:nvPr/>
        </p:nvSpPr>
        <p:spPr>
          <a:xfrm>
            <a:off x="6965275" y="6102668"/>
            <a:ext cx="3837146" cy="342305"/>
          </a:xfrm>
          <a:prstGeom prst="rect">
            <a:avLst/>
          </a:prstGeom>
          <a:noFill/>
          <a:ln/>
        </p:spPr>
        <p:txBody>
          <a:bodyPr wrap="none" lIns="0" tIns="0" rIns="0" bIns="0" rtlCol="0" anchor="t"/>
          <a:lstStyle/>
          <a:p>
            <a:pPr marL="0" indent="0" algn="l">
              <a:lnSpc>
                <a:spcPts val="2650"/>
              </a:lnSpc>
              <a:buNone/>
            </a:pPr>
            <a:r>
              <a:rPr lang="en-US" sz="2150" b="1" dirty="0">
                <a:solidFill>
                  <a:schemeClr val="accent6">
                    <a:lumMod val="75000"/>
                  </a:schemeClr>
                </a:solidFill>
                <a:latin typeface="Noto Serif SC Bold" pitchFamily="34" charset="0"/>
                <a:ea typeface="Noto Serif SC Bold" pitchFamily="34" charset="-122"/>
                <a:cs typeface="Noto Serif SC Bold" pitchFamily="34" charset="-120"/>
              </a:rPr>
              <a:t>Validity of Oral Agreements</a:t>
            </a:r>
            <a:endParaRPr lang="en-US" sz="2150" dirty="0">
              <a:solidFill>
                <a:schemeClr val="accent6">
                  <a:lumMod val="75000"/>
                </a:schemeClr>
              </a:solidFill>
            </a:endParaRPr>
          </a:p>
        </p:txBody>
      </p:sp>
      <p:sp>
        <p:nvSpPr>
          <p:cNvPr id="15" name="Text 9"/>
          <p:cNvSpPr/>
          <p:nvPr/>
        </p:nvSpPr>
        <p:spPr>
          <a:xfrm>
            <a:off x="6965275" y="6576417"/>
            <a:ext cx="6898243" cy="1051560"/>
          </a:xfrm>
          <a:prstGeom prst="rect">
            <a:avLst/>
          </a:prstGeom>
          <a:noFill/>
          <a:ln/>
        </p:spPr>
        <p:txBody>
          <a:bodyPr wrap="square" lIns="0" tIns="0" rIns="0" bIns="0" rtlCol="0" anchor="t"/>
          <a:lstStyle/>
          <a:p>
            <a:pPr marL="0" indent="0" algn="l">
              <a:lnSpc>
                <a:spcPts val="2750"/>
              </a:lnSpc>
              <a:buNone/>
            </a:pPr>
            <a:r>
              <a:rPr lang="en-US" sz="1700" b="1" dirty="0">
                <a:solidFill>
                  <a:srgbClr val="4B4A4A"/>
                </a:solidFill>
                <a:latin typeface="Geist" pitchFamily="34" charset="0"/>
                <a:ea typeface="Geist" pitchFamily="34" charset="-122"/>
                <a:cs typeface="Geist" pitchFamily="34" charset="-120"/>
              </a:rPr>
              <a:t>Oral agreements and memorandums merely recording past settlements often do not necessitate formal registration, offering procedural flexibility.</a:t>
            </a:r>
            <a:endParaRPr lang="en-US" sz="1700" b="1" dirty="0"/>
          </a:p>
        </p:txBody>
      </p:sp>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CD3C3D9B-D127-9C11-8B2A-0AB63B267203}"/>
                  </a:ext>
                </a:extLst>
              </p14:cNvPr>
              <p14:cNvContentPartPr/>
              <p14:nvPr/>
            </p14:nvContentPartPr>
            <p14:xfrm>
              <a:off x="13010709" y="7941960"/>
              <a:ext cx="1332720" cy="13680"/>
            </p14:xfrm>
          </p:contentPart>
        </mc:Choice>
        <mc:Fallback xmlns="">
          <p:pic>
            <p:nvPicPr>
              <p:cNvPr id="17" name="Ink 16">
                <a:extLst>
                  <a:ext uri="{FF2B5EF4-FFF2-40B4-BE49-F238E27FC236}">
                    <a16:creationId xmlns:a16="http://schemas.microsoft.com/office/drawing/2014/main" id="{CD3C3D9B-D127-9C11-8B2A-0AB63B267203}"/>
                  </a:ext>
                </a:extLst>
              </p:cNvPr>
              <p:cNvPicPr/>
              <p:nvPr/>
            </p:nvPicPr>
            <p:blipFill>
              <a:blip r:embed="rId11"/>
              <a:stretch>
                <a:fillRect/>
              </a:stretch>
            </p:blipFill>
            <p:spPr>
              <a:xfrm>
                <a:off x="12947709" y="7878960"/>
                <a:ext cx="14583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6BA331BB-7348-0695-1DF3-D6E56214D0C2}"/>
                  </a:ext>
                </a:extLst>
              </p14:cNvPr>
              <p14:cNvContentPartPr/>
              <p14:nvPr/>
            </p14:nvContentPartPr>
            <p14:xfrm>
              <a:off x="12997029" y="7941960"/>
              <a:ext cx="1424520" cy="720"/>
            </p14:xfrm>
          </p:contentPart>
        </mc:Choice>
        <mc:Fallback xmlns="">
          <p:pic>
            <p:nvPicPr>
              <p:cNvPr id="19" name="Ink 18">
                <a:extLst>
                  <a:ext uri="{FF2B5EF4-FFF2-40B4-BE49-F238E27FC236}">
                    <a16:creationId xmlns:a16="http://schemas.microsoft.com/office/drawing/2014/main" id="{6BA331BB-7348-0695-1DF3-D6E56214D0C2}"/>
                  </a:ext>
                </a:extLst>
              </p:cNvPr>
              <p:cNvPicPr/>
              <p:nvPr/>
            </p:nvPicPr>
            <p:blipFill>
              <a:blip r:embed="rId13"/>
              <a:stretch>
                <a:fillRect/>
              </a:stretch>
            </p:blipFill>
            <p:spPr>
              <a:xfrm>
                <a:off x="12934389" y="7815960"/>
                <a:ext cx="15501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AE17B4CE-1A4C-8906-7324-38D05C5C8FBA}"/>
                  </a:ext>
                </a:extLst>
              </p14:cNvPr>
              <p14:cNvContentPartPr/>
              <p14:nvPr/>
            </p14:nvContentPartPr>
            <p14:xfrm>
              <a:off x="12921429" y="7771680"/>
              <a:ext cx="1539360" cy="79560"/>
            </p14:xfrm>
          </p:contentPart>
        </mc:Choice>
        <mc:Fallback xmlns="">
          <p:pic>
            <p:nvPicPr>
              <p:cNvPr id="20" name="Ink 19">
                <a:extLst>
                  <a:ext uri="{FF2B5EF4-FFF2-40B4-BE49-F238E27FC236}">
                    <a16:creationId xmlns:a16="http://schemas.microsoft.com/office/drawing/2014/main" id="{AE17B4CE-1A4C-8906-7324-38D05C5C8FBA}"/>
                  </a:ext>
                </a:extLst>
              </p:cNvPr>
              <p:cNvPicPr/>
              <p:nvPr/>
            </p:nvPicPr>
            <p:blipFill>
              <a:blip r:embed="rId15"/>
              <a:stretch>
                <a:fillRect/>
              </a:stretch>
            </p:blipFill>
            <p:spPr>
              <a:xfrm>
                <a:off x="12858789" y="7709040"/>
                <a:ext cx="16650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A38E9542-9C1E-B672-C54B-F2C96A9EFCDC}"/>
                  </a:ext>
                </a:extLst>
              </p14:cNvPr>
              <p14:cNvContentPartPr/>
              <p14:nvPr/>
            </p14:nvContentPartPr>
            <p14:xfrm>
              <a:off x="12853749" y="7967880"/>
              <a:ext cx="1489680" cy="13680"/>
            </p14:xfrm>
          </p:contentPart>
        </mc:Choice>
        <mc:Fallback xmlns="">
          <p:pic>
            <p:nvPicPr>
              <p:cNvPr id="22" name="Ink 21">
                <a:extLst>
                  <a:ext uri="{FF2B5EF4-FFF2-40B4-BE49-F238E27FC236}">
                    <a16:creationId xmlns:a16="http://schemas.microsoft.com/office/drawing/2014/main" id="{A38E9542-9C1E-B672-C54B-F2C96A9EFCDC}"/>
                  </a:ext>
                </a:extLst>
              </p:cNvPr>
              <p:cNvPicPr/>
              <p:nvPr/>
            </p:nvPicPr>
            <p:blipFill>
              <a:blip r:embed="rId17"/>
              <a:stretch>
                <a:fillRect/>
              </a:stretch>
            </p:blipFill>
            <p:spPr>
              <a:xfrm>
                <a:off x="12790749" y="7904880"/>
                <a:ext cx="16153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E8345FB0-85B5-620F-AA95-DBB4B8026DFE}"/>
                  </a:ext>
                </a:extLst>
              </p14:cNvPr>
              <p14:cNvContentPartPr/>
              <p14:nvPr/>
            </p14:nvContentPartPr>
            <p14:xfrm>
              <a:off x="12945549" y="7863480"/>
              <a:ext cx="114120" cy="360"/>
            </p14:xfrm>
          </p:contentPart>
        </mc:Choice>
        <mc:Fallback xmlns="">
          <p:pic>
            <p:nvPicPr>
              <p:cNvPr id="23" name="Ink 22">
                <a:extLst>
                  <a:ext uri="{FF2B5EF4-FFF2-40B4-BE49-F238E27FC236}">
                    <a16:creationId xmlns:a16="http://schemas.microsoft.com/office/drawing/2014/main" id="{E8345FB0-85B5-620F-AA95-DBB4B8026DFE}"/>
                  </a:ext>
                </a:extLst>
              </p:cNvPr>
              <p:cNvPicPr/>
              <p:nvPr/>
            </p:nvPicPr>
            <p:blipFill>
              <a:blip r:embed="rId19"/>
              <a:stretch>
                <a:fillRect/>
              </a:stretch>
            </p:blipFill>
            <p:spPr>
              <a:xfrm>
                <a:off x="12882549" y="7800480"/>
                <a:ext cx="2397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8498CD77-4B20-5422-76BC-BAFA4429EFBB}"/>
                  </a:ext>
                </a:extLst>
              </p14:cNvPr>
              <p14:cNvContentPartPr/>
              <p14:nvPr/>
            </p14:nvContentPartPr>
            <p14:xfrm>
              <a:off x="12932229" y="8045280"/>
              <a:ext cx="1519920" cy="28080"/>
            </p14:xfrm>
          </p:contentPart>
        </mc:Choice>
        <mc:Fallback xmlns="">
          <p:pic>
            <p:nvPicPr>
              <p:cNvPr id="24" name="Ink 23">
                <a:extLst>
                  <a:ext uri="{FF2B5EF4-FFF2-40B4-BE49-F238E27FC236}">
                    <a16:creationId xmlns:a16="http://schemas.microsoft.com/office/drawing/2014/main" id="{8498CD77-4B20-5422-76BC-BAFA4429EFBB}"/>
                  </a:ext>
                </a:extLst>
              </p:cNvPr>
              <p:cNvPicPr/>
              <p:nvPr/>
            </p:nvPicPr>
            <p:blipFill>
              <a:blip r:embed="rId21"/>
              <a:stretch>
                <a:fillRect/>
              </a:stretch>
            </p:blipFill>
            <p:spPr>
              <a:xfrm>
                <a:off x="12869229" y="7982280"/>
                <a:ext cx="1645560" cy="153720"/>
              </a:xfrm>
              <a:prstGeom prst="rect">
                <a:avLst/>
              </a:prstGeom>
            </p:spPr>
          </p:pic>
        </mc:Fallback>
      </mc:AlternateContent>
      <p:sp>
        <p:nvSpPr>
          <p:cNvPr id="25" name="TextBox 24">
            <a:extLst>
              <a:ext uri="{FF2B5EF4-FFF2-40B4-BE49-F238E27FC236}">
                <a16:creationId xmlns:a16="http://schemas.microsoft.com/office/drawing/2014/main" id="{0E73787A-2125-2A08-8613-40D450C195D2}"/>
              </a:ext>
            </a:extLst>
          </p:cNvPr>
          <p:cNvSpPr txBox="1"/>
          <p:nvPr/>
        </p:nvSpPr>
        <p:spPr>
          <a:xfrm>
            <a:off x="12233417" y="7759421"/>
            <a:ext cx="273034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7474" y="755690"/>
            <a:ext cx="7940397" cy="667464"/>
          </a:xfrm>
          <a:prstGeom prst="rect">
            <a:avLst/>
          </a:prstGeom>
          <a:noFill/>
          <a:ln/>
        </p:spPr>
        <p:txBody>
          <a:bodyPr wrap="none" lIns="0" tIns="0" rIns="0" bIns="0" rtlCol="0" anchor="t"/>
          <a:lstStyle/>
          <a:p>
            <a:pPr marL="0" indent="0" algn="l">
              <a:lnSpc>
                <a:spcPts val="5250"/>
              </a:lnSpc>
              <a:buNone/>
            </a:pPr>
            <a:r>
              <a:rPr lang="en-US" sz="4200" b="1" dirty="0">
                <a:solidFill>
                  <a:srgbClr val="006747"/>
                </a:solidFill>
                <a:latin typeface="Noto Serif SC Bold" pitchFamily="34" charset="0"/>
                <a:ea typeface="Noto Serif SC Bold" pitchFamily="34" charset="-122"/>
                <a:cs typeface="Noto Serif SC Bold" pitchFamily="34" charset="-120"/>
              </a:rPr>
              <a:t>FAQs on Family Arrangement</a:t>
            </a:r>
            <a:endParaRPr lang="en-US" sz="4200" dirty="0"/>
          </a:p>
        </p:txBody>
      </p:sp>
      <p:sp>
        <p:nvSpPr>
          <p:cNvPr id="3" name="Text 1"/>
          <p:cNvSpPr/>
          <p:nvPr/>
        </p:nvSpPr>
        <p:spPr>
          <a:xfrm>
            <a:off x="747474" y="1850231"/>
            <a:ext cx="13135451" cy="341709"/>
          </a:xfrm>
          <a:prstGeom prst="rect">
            <a:avLst/>
          </a:prstGeom>
          <a:noFill/>
          <a:ln/>
        </p:spPr>
        <p:txBody>
          <a:bodyPr wrap="non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Here are common questions regarding Family Settlement Agreements in the context of inheritance and estate planning:</a:t>
            </a:r>
            <a:endParaRPr lang="en-US" sz="1650" b="1" dirty="0"/>
          </a:p>
        </p:txBody>
      </p:sp>
      <p:sp>
        <p:nvSpPr>
          <p:cNvPr id="4" name="Shape 2"/>
          <p:cNvSpPr/>
          <p:nvPr/>
        </p:nvSpPr>
        <p:spPr>
          <a:xfrm>
            <a:off x="747474" y="2752487"/>
            <a:ext cx="6460927" cy="1922978"/>
          </a:xfrm>
          <a:prstGeom prst="roundRect">
            <a:avLst>
              <a:gd name="adj" fmla="val 7608"/>
            </a:avLst>
          </a:prstGeom>
          <a:solidFill>
            <a:srgbClr val="E5F9F2">
              <a:alpha val="95000"/>
            </a:srgbClr>
          </a:solidFill>
          <a:ln/>
        </p:spPr>
        <p:txBody>
          <a:bodyPr/>
          <a:lstStyle/>
          <a:p>
            <a:endParaRPr lang="en-IN"/>
          </a:p>
        </p:txBody>
      </p:sp>
      <p:sp>
        <p:nvSpPr>
          <p:cNvPr id="5" name="Shape 3"/>
          <p:cNvSpPr/>
          <p:nvPr/>
        </p:nvSpPr>
        <p:spPr>
          <a:xfrm>
            <a:off x="747474" y="2722007"/>
            <a:ext cx="6460927" cy="121920"/>
          </a:xfrm>
          <a:prstGeom prst="roundRect">
            <a:avLst>
              <a:gd name="adj" fmla="val 157661"/>
            </a:avLst>
          </a:prstGeom>
          <a:solidFill>
            <a:srgbClr val="006747"/>
          </a:solidFill>
          <a:ln/>
        </p:spPr>
        <p:txBody>
          <a:bodyPr/>
          <a:lstStyle/>
          <a:p>
            <a:endParaRPr lang="en-IN"/>
          </a:p>
        </p:txBody>
      </p:sp>
      <p:sp>
        <p:nvSpPr>
          <p:cNvPr id="6" name="Shape 4"/>
          <p:cNvSpPr/>
          <p:nvPr/>
        </p:nvSpPr>
        <p:spPr>
          <a:xfrm>
            <a:off x="3657540" y="2432209"/>
            <a:ext cx="640675" cy="640675"/>
          </a:xfrm>
          <a:prstGeom prst="roundRect">
            <a:avLst>
              <a:gd name="adj" fmla="val 142724"/>
            </a:avLst>
          </a:prstGeom>
          <a:solidFill>
            <a:srgbClr val="006747"/>
          </a:solidFill>
          <a:ln/>
        </p:spPr>
        <p:txBody>
          <a:bodyPr/>
          <a:lstStyle/>
          <a:p>
            <a:endParaRPr lang="en-IN"/>
          </a:p>
        </p:txBody>
      </p:sp>
      <p:sp>
        <p:nvSpPr>
          <p:cNvPr id="7" name="Text 5"/>
          <p:cNvSpPr/>
          <p:nvPr/>
        </p:nvSpPr>
        <p:spPr>
          <a:xfrm>
            <a:off x="3849707" y="2592348"/>
            <a:ext cx="256223" cy="320278"/>
          </a:xfrm>
          <a:prstGeom prst="rect">
            <a:avLst/>
          </a:prstGeom>
          <a:noFill/>
          <a:ln/>
        </p:spPr>
        <p:txBody>
          <a:bodyPr wrap="none" lIns="0" tIns="0" rIns="0" bIns="0" rtlCol="0" anchor="t"/>
          <a:lstStyle/>
          <a:p>
            <a:pPr marL="0" indent="0" algn="l">
              <a:lnSpc>
                <a:spcPts val="3200"/>
              </a:lnSpc>
              <a:buNone/>
            </a:pPr>
            <a:r>
              <a:rPr lang="en-US" sz="2000" b="1" dirty="0">
                <a:solidFill>
                  <a:srgbClr val="FFFFFF"/>
                </a:solidFill>
                <a:latin typeface="Noto Serif SC Bold" pitchFamily="34" charset="0"/>
                <a:ea typeface="Noto Serif SC Bold" pitchFamily="34" charset="-122"/>
                <a:cs typeface="Noto Serif SC Bold" pitchFamily="34" charset="-120"/>
              </a:rPr>
              <a:t>1</a:t>
            </a:r>
            <a:endParaRPr lang="en-US" sz="2000" dirty="0"/>
          </a:p>
        </p:txBody>
      </p:sp>
      <p:sp>
        <p:nvSpPr>
          <p:cNvPr id="8" name="Text 6"/>
          <p:cNvSpPr/>
          <p:nvPr/>
        </p:nvSpPr>
        <p:spPr>
          <a:xfrm>
            <a:off x="991433" y="3286363"/>
            <a:ext cx="3947636" cy="333613"/>
          </a:xfrm>
          <a:prstGeom prst="rect">
            <a:avLst/>
          </a:prstGeom>
          <a:noFill/>
          <a:ln/>
        </p:spPr>
        <p:txBody>
          <a:bodyPr wrap="none" lIns="0" tIns="0" rIns="0" bIns="0" rtlCol="0" anchor="t"/>
          <a:lstStyle/>
          <a:p>
            <a:pPr marL="0" indent="0" algn="l">
              <a:lnSpc>
                <a:spcPts val="2600"/>
              </a:lnSpc>
              <a:buNone/>
            </a:pPr>
            <a:r>
              <a:rPr lang="en-US" sz="2100" b="1" dirty="0">
                <a:solidFill>
                  <a:schemeClr val="accent6">
                    <a:lumMod val="50000"/>
                  </a:schemeClr>
                </a:solidFill>
                <a:latin typeface="Noto Serif SC Bold" pitchFamily="34" charset="0"/>
                <a:ea typeface="Noto Serif SC Bold" pitchFamily="34" charset="-122"/>
                <a:cs typeface="Noto Serif SC Bold" pitchFamily="34" charset="-120"/>
              </a:rPr>
              <a:t>When is registration needed?</a:t>
            </a:r>
            <a:endParaRPr lang="en-US" sz="2100" dirty="0">
              <a:solidFill>
                <a:schemeClr val="accent6">
                  <a:lumMod val="50000"/>
                </a:schemeClr>
              </a:solidFill>
            </a:endParaRPr>
          </a:p>
        </p:txBody>
      </p:sp>
      <p:sp>
        <p:nvSpPr>
          <p:cNvPr id="9" name="Text 7"/>
          <p:cNvSpPr/>
          <p:nvPr/>
        </p:nvSpPr>
        <p:spPr>
          <a:xfrm>
            <a:off x="991433" y="3748088"/>
            <a:ext cx="5973008" cy="683419"/>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Registration is required if the written document itself creates, declares, assigns, or limits rights in immovable property.</a:t>
            </a:r>
            <a:endParaRPr lang="en-US" sz="1650" b="1" dirty="0"/>
          </a:p>
        </p:txBody>
      </p:sp>
      <p:sp>
        <p:nvSpPr>
          <p:cNvPr id="10" name="Shape 8"/>
          <p:cNvSpPr/>
          <p:nvPr/>
        </p:nvSpPr>
        <p:spPr>
          <a:xfrm>
            <a:off x="7421880" y="2752487"/>
            <a:ext cx="6461046" cy="1922978"/>
          </a:xfrm>
          <a:prstGeom prst="roundRect">
            <a:avLst>
              <a:gd name="adj" fmla="val 7608"/>
            </a:avLst>
          </a:prstGeom>
          <a:solidFill>
            <a:srgbClr val="E5F9F2">
              <a:alpha val="95000"/>
            </a:srgbClr>
          </a:solidFill>
          <a:ln/>
        </p:spPr>
        <p:txBody>
          <a:bodyPr/>
          <a:lstStyle/>
          <a:p>
            <a:endParaRPr lang="en-IN"/>
          </a:p>
        </p:txBody>
      </p:sp>
      <p:sp>
        <p:nvSpPr>
          <p:cNvPr id="11" name="Shape 9"/>
          <p:cNvSpPr/>
          <p:nvPr/>
        </p:nvSpPr>
        <p:spPr>
          <a:xfrm>
            <a:off x="7421880" y="2722007"/>
            <a:ext cx="6461046" cy="121920"/>
          </a:xfrm>
          <a:prstGeom prst="roundRect">
            <a:avLst>
              <a:gd name="adj" fmla="val 157661"/>
            </a:avLst>
          </a:prstGeom>
          <a:solidFill>
            <a:srgbClr val="006747"/>
          </a:solidFill>
          <a:ln/>
        </p:spPr>
        <p:txBody>
          <a:bodyPr/>
          <a:lstStyle/>
          <a:p>
            <a:endParaRPr lang="en-IN"/>
          </a:p>
        </p:txBody>
      </p:sp>
      <p:sp>
        <p:nvSpPr>
          <p:cNvPr id="12" name="Shape 10"/>
          <p:cNvSpPr/>
          <p:nvPr/>
        </p:nvSpPr>
        <p:spPr>
          <a:xfrm>
            <a:off x="10332065" y="2432209"/>
            <a:ext cx="640675" cy="640675"/>
          </a:xfrm>
          <a:prstGeom prst="roundRect">
            <a:avLst>
              <a:gd name="adj" fmla="val 142724"/>
            </a:avLst>
          </a:prstGeom>
          <a:solidFill>
            <a:srgbClr val="006747"/>
          </a:solidFill>
          <a:ln/>
        </p:spPr>
        <p:txBody>
          <a:bodyPr/>
          <a:lstStyle/>
          <a:p>
            <a:endParaRPr lang="en-IN"/>
          </a:p>
        </p:txBody>
      </p:sp>
      <p:sp>
        <p:nvSpPr>
          <p:cNvPr id="13" name="Text 11"/>
          <p:cNvSpPr/>
          <p:nvPr/>
        </p:nvSpPr>
        <p:spPr>
          <a:xfrm>
            <a:off x="10524232" y="2592348"/>
            <a:ext cx="256223" cy="320278"/>
          </a:xfrm>
          <a:prstGeom prst="rect">
            <a:avLst/>
          </a:prstGeom>
          <a:noFill/>
          <a:ln/>
        </p:spPr>
        <p:txBody>
          <a:bodyPr wrap="none" lIns="0" tIns="0" rIns="0" bIns="0" rtlCol="0" anchor="t"/>
          <a:lstStyle/>
          <a:p>
            <a:pPr marL="0" indent="0" algn="l">
              <a:lnSpc>
                <a:spcPts val="3200"/>
              </a:lnSpc>
              <a:buNone/>
            </a:pPr>
            <a:r>
              <a:rPr lang="en-US" sz="2000" b="1" dirty="0">
                <a:solidFill>
                  <a:srgbClr val="FFFFFF"/>
                </a:solidFill>
                <a:latin typeface="Noto Serif SC Bold" pitchFamily="34" charset="0"/>
                <a:ea typeface="Noto Serif SC Bold" pitchFamily="34" charset="-122"/>
                <a:cs typeface="Noto Serif SC Bold" pitchFamily="34" charset="-120"/>
              </a:rPr>
              <a:t>2</a:t>
            </a:r>
            <a:endParaRPr lang="en-US" sz="2000" dirty="0"/>
          </a:p>
        </p:txBody>
      </p:sp>
      <p:sp>
        <p:nvSpPr>
          <p:cNvPr id="14" name="Text 12"/>
          <p:cNvSpPr/>
          <p:nvPr/>
        </p:nvSpPr>
        <p:spPr>
          <a:xfrm>
            <a:off x="7665839" y="3286363"/>
            <a:ext cx="3085505" cy="333613"/>
          </a:xfrm>
          <a:prstGeom prst="rect">
            <a:avLst/>
          </a:prstGeom>
          <a:noFill/>
          <a:ln/>
        </p:spPr>
        <p:txBody>
          <a:bodyPr wrap="none" lIns="0" tIns="0" rIns="0" bIns="0" rtlCol="0" anchor="t"/>
          <a:lstStyle/>
          <a:p>
            <a:pPr marL="0" indent="0" algn="l">
              <a:lnSpc>
                <a:spcPts val="2600"/>
              </a:lnSpc>
              <a:buNone/>
            </a:pPr>
            <a:r>
              <a:rPr lang="en-US" sz="2100" b="1" dirty="0">
                <a:solidFill>
                  <a:schemeClr val="accent6">
                    <a:lumMod val="50000"/>
                  </a:schemeClr>
                </a:solidFill>
                <a:latin typeface="Noto Serif SC Bold" pitchFamily="34" charset="0"/>
                <a:ea typeface="Noto Serif SC Bold" pitchFamily="34" charset="-122"/>
                <a:cs typeface="Noto Serif SC Bold" pitchFamily="34" charset="-120"/>
              </a:rPr>
              <a:t>What if not registered?</a:t>
            </a:r>
            <a:endParaRPr lang="en-US" sz="2100" dirty="0">
              <a:solidFill>
                <a:schemeClr val="accent6">
                  <a:lumMod val="50000"/>
                </a:schemeClr>
              </a:solidFill>
            </a:endParaRPr>
          </a:p>
        </p:txBody>
      </p:sp>
      <p:sp>
        <p:nvSpPr>
          <p:cNvPr id="15" name="Text 13"/>
          <p:cNvSpPr/>
          <p:nvPr/>
        </p:nvSpPr>
        <p:spPr>
          <a:xfrm>
            <a:off x="7665839" y="3748088"/>
            <a:ext cx="5973128" cy="683419"/>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An unregistered document, if legally requiring registration, cannot be admitted as evidence in court proceedings.</a:t>
            </a:r>
            <a:endParaRPr lang="en-US" sz="1650" b="1" dirty="0"/>
          </a:p>
        </p:txBody>
      </p:sp>
      <p:sp>
        <p:nvSpPr>
          <p:cNvPr id="16" name="Shape 14"/>
          <p:cNvSpPr/>
          <p:nvPr/>
        </p:nvSpPr>
        <p:spPr>
          <a:xfrm>
            <a:off x="747474" y="5209223"/>
            <a:ext cx="6460927" cy="2264688"/>
          </a:xfrm>
          <a:prstGeom prst="roundRect">
            <a:avLst>
              <a:gd name="adj" fmla="val 6460"/>
            </a:avLst>
          </a:prstGeom>
          <a:solidFill>
            <a:srgbClr val="E5F9F2">
              <a:alpha val="95000"/>
            </a:srgbClr>
          </a:solidFill>
          <a:ln/>
        </p:spPr>
        <p:txBody>
          <a:bodyPr/>
          <a:lstStyle/>
          <a:p>
            <a:endParaRPr lang="en-IN"/>
          </a:p>
        </p:txBody>
      </p:sp>
      <p:sp>
        <p:nvSpPr>
          <p:cNvPr id="17" name="Shape 15"/>
          <p:cNvSpPr/>
          <p:nvPr/>
        </p:nvSpPr>
        <p:spPr>
          <a:xfrm>
            <a:off x="747474" y="5178743"/>
            <a:ext cx="6460927" cy="121920"/>
          </a:xfrm>
          <a:prstGeom prst="roundRect">
            <a:avLst>
              <a:gd name="adj" fmla="val 157661"/>
            </a:avLst>
          </a:prstGeom>
          <a:solidFill>
            <a:srgbClr val="006747"/>
          </a:solidFill>
          <a:ln/>
        </p:spPr>
        <p:txBody>
          <a:bodyPr/>
          <a:lstStyle/>
          <a:p>
            <a:endParaRPr lang="en-IN"/>
          </a:p>
        </p:txBody>
      </p:sp>
      <p:sp>
        <p:nvSpPr>
          <p:cNvPr id="18" name="Shape 16"/>
          <p:cNvSpPr/>
          <p:nvPr/>
        </p:nvSpPr>
        <p:spPr>
          <a:xfrm>
            <a:off x="3657540" y="4888944"/>
            <a:ext cx="640675" cy="640675"/>
          </a:xfrm>
          <a:prstGeom prst="roundRect">
            <a:avLst>
              <a:gd name="adj" fmla="val 142724"/>
            </a:avLst>
          </a:prstGeom>
          <a:solidFill>
            <a:srgbClr val="006747"/>
          </a:solidFill>
          <a:ln/>
        </p:spPr>
        <p:txBody>
          <a:bodyPr/>
          <a:lstStyle/>
          <a:p>
            <a:endParaRPr lang="en-IN"/>
          </a:p>
        </p:txBody>
      </p:sp>
      <p:sp>
        <p:nvSpPr>
          <p:cNvPr id="19" name="Text 17"/>
          <p:cNvSpPr/>
          <p:nvPr/>
        </p:nvSpPr>
        <p:spPr>
          <a:xfrm>
            <a:off x="3849707" y="5049083"/>
            <a:ext cx="256223" cy="320278"/>
          </a:xfrm>
          <a:prstGeom prst="rect">
            <a:avLst/>
          </a:prstGeom>
          <a:noFill/>
          <a:ln/>
        </p:spPr>
        <p:txBody>
          <a:bodyPr wrap="none" lIns="0" tIns="0" rIns="0" bIns="0" rtlCol="0" anchor="t"/>
          <a:lstStyle/>
          <a:p>
            <a:pPr marL="0" indent="0" algn="l">
              <a:lnSpc>
                <a:spcPts val="3200"/>
              </a:lnSpc>
              <a:buNone/>
            </a:pPr>
            <a:r>
              <a:rPr lang="en-US" sz="2000" b="1" dirty="0">
                <a:solidFill>
                  <a:srgbClr val="FFFFFF"/>
                </a:solidFill>
                <a:latin typeface="Noto Serif SC Bold" pitchFamily="34" charset="0"/>
                <a:ea typeface="Noto Serif SC Bold" pitchFamily="34" charset="-122"/>
                <a:cs typeface="Noto Serif SC Bold" pitchFamily="34" charset="-120"/>
              </a:rPr>
              <a:t>3</a:t>
            </a:r>
            <a:endParaRPr lang="en-US" sz="2000" dirty="0"/>
          </a:p>
        </p:txBody>
      </p:sp>
      <p:sp>
        <p:nvSpPr>
          <p:cNvPr id="20" name="Text 18"/>
          <p:cNvSpPr/>
          <p:nvPr/>
        </p:nvSpPr>
        <p:spPr>
          <a:xfrm>
            <a:off x="991433" y="5743099"/>
            <a:ext cx="3370540" cy="333613"/>
          </a:xfrm>
          <a:prstGeom prst="rect">
            <a:avLst/>
          </a:prstGeom>
          <a:noFill/>
          <a:ln/>
        </p:spPr>
        <p:txBody>
          <a:bodyPr wrap="none" lIns="0" tIns="0" rIns="0" bIns="0" rtlCol="0" anchor="t"/>
          <a:lstStyle/>
          <a:p>
            <a:pPr marL="0" indent="0" algn="l">
              <a:lnSpc>
                <a:spcPts val="2600"/>
              </a:lnSpc>
              <a:buNone/>
            </a:pPr>
            <a:r>
              <a:rPr lang="en-US" sz="2100" b="1" dirty="0">
                <a:solidFill>
                  <a:schemeClr val="accent6">
                    <a:lumMod val="50000"/>
                  </a:schemeClr>
                </a:solidFill>
                <a:latin typeface="Noto Serif SC Bold" pitchFamily="34" charset="0"/>
                <a:ea typeface="Noto Serif SC Bold" pitchFamily="34" charset="-122"/>
                <a:cs typeface="Noto Serif SC Bold" pitchFamily="34" charset="-120"/>
              </a:rPr>
              <a:t>Is consideration needed?</a:t>
            </a:r>
            <a:endParaRPr lang="en-US" sz="2100" dirty="0">
              <a:solidFill>
                <a:schemeClr val="accent6">
                  <a:lumMod val="50000"/>
                </a:schemeClr>
              </a:solidFill>
            </a:endParaRPr>
          </a:p>
        </p:txBody>
      </p:sp>
      <p:sp>
        <p:nvSpPr>
          <p:cNvPr id="21" name="Text 19"/>
          <p:cNvSpPr/>
          <p:nvPr/>
        </p:nvSpPr>
        <p:spPr>
          <a:xfrm>
            <a:off x="991433" y="6204823"/>
            <a:ext cx="5973008" cy="1025128"/>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No, consideration (monetary exchange) is not necessary for a valid family arrangement, as it's rooted in family peace and obligations.</a:t>
            </a:r>
            <a:endParaRPr lang="en-US" sz="1650" b="1" dirty="0"/>
          </a:p>
        </p:txBody>
      </p:sp>
      <p:sp>
        <p:nvSpPr>
          <p:cNvPr id="22" name="Shape 20"/>
          <p:cNvSpPr/>
          <p:nvPr/>
        </p:nvSpPr>
        <p:spPr>
          <a:xfrm>
            <a:off x="7421880" y="5209223"/>
            <a:ext cx="6461046" cy="2264688"/>
          </a:xfrm>
          <a:prstGeom prst="roundRect">
            <a:avLst>
              <a:gd name="adj" fmla="val 6460"/>
            </a:avLst>
          </a:prstGeom>
          <a:solidFill>
            <a:srgbClr val="E5F9F2">
              <a:alpha val="95000"/>
            </a:srgbClr>
          </a:solidFill>
          <a:ln/>
        </p:spPr>
        <p:txBody>
          <a:bodyPr/>
          <a:lstStyle/>
          <a:p>
            <a:endParaRPr lang="en-IN"/>
          </a:p>
        </p:txBody>
      </p:sp>
      <p:sp>
        <p:nvSpPr>
          <p:cNvPr id="23" name="Shape 21"/>
          <p:cNvSpPr/>
          <p:nvPr/>
        </p:nvSpPr>
        <p:spPr>
          <a:xfrm>
            <a:off x="7421880" y="5178743"/>
            <a:ext cx="6461046" cy="121920"/>
          </a:xfrm>
          <a:prstGeom prst="roundRect">
            <a:avLst>
              <a:gd name="adj" fmla="val 157661"/>
            </a:avLst>
          </a:prstGeom>
          <a:solidFill>
            <a:srgbClr val="006747"/>
          </a:solidFill>
          <a:ln/>
        </p:spPr>
        <p:txBody>
          <a:bodyPr/>
          <a:lstStyle/>
          <a:p>
            <a:endParaRPr lang="en-IN"/>
          </a:p>
        </p:txBody>
      </p:sp>
      <p:sp>
        <p:nvSpPr>
          <p:cNvPr id="24" name="Shape 22"/>
          <p:cNvSpPr/>
          <p:nvPr/>
        </p:nvSpPr>
        <p:spPr>
          <a:xfrm>
            <a:off x="10332065" y="4888944"/>
            <a:ext cx="640675" cy="640675"/>
          </a:xfrm>
          <a:prstGeom prst="roundRect">
            <a:avLst>
              <a:gd name="adj" fmla="val 142724"/>
            </a:avLst>
          </a:prstGeom>
          <a:solidFill>
            <a:srgbClr val="006747"/>
          </a:solidFill>
          <a:ln/>
        </p:spPr>
        <p:txBody>
          <a:bodyPr/>
          <a:lstStyle/>
          <a:p>
            <a:endParaRPr lang="en-IN"/>
          </a:p>
        </p:txBody>
      </p:sp>
      <p:sp>
        <p:nvSpPr>
          <p:cNvPr id="25" name="Text 23"/>
          <p:cNvSpPr/>
          <p:nvPr/>
        </p:nvSpPr>
        <p:spPr>
          <a:xfrm>
            <a:off x="10524232" y="5049083"/>
            <a:ext cx="256223" cy="320278"/>
          </a:xfrm>
          <a:prstGeom prst="rect">
            <a:avLst/>
          </a:prstGeom>
          <a:noFill/>
          <a:ln/>
        </p:spPr>
        <p:txBody>
          <a:bodyPr wrap="none" lIns="0" tIns="0" rIns="0" bIns="0" rtlCol="0" anchor="t"/>
          <a:lstStyle/>
          <a:p>
            <a:pPr marL="0" indent="0" algn="l">
              <a:lnSpc>
                <a:spcPts val="3200"/>
              </a:lnSpc>
              <a:buNone/>
            </a:pPr>
            <a:r>
              <a:rPr lang="en-US" sz="2000" b="1" dirty="0">
                <a:solidFill>
                  <a:srgbClr val="FFFFFF"/>
                </a:solidFill>
                <a:latin typeface="Noto Serif SC Bold" pitchFamily="34" charset="0"/>
                <a:ea typeface="Noto Serif SC Bold" pitchFamily="34" charset="-122"/>
                <a:cs typeface="Noto Serif SC Bold" pitchFamily="34" charset="-120"/>
              </a:rPr>
              <a:t>4</a:t>
            </a:r>
            <a:endParaRPr lang="en-US" sz="2000" dirty="0"/>
          </a:p>
        </p:txBody>
      </p:sp>
      <p:sp>
        <p:nvSpPr>
          <p:cNvPr id="26" name="Text 24"/>
          <p:cNvSpPr/>
          <p:nvPr/>
        </p:nvSpPr>
        <p:spPr>
          <a:xfrm>
            <a:off x="7665839" y="5743099"/>
            <a:ext cx="4493300" cy="333613"/>
          </a:xfrm>
          <a:prstGeom prst="rect">
            <a:avLst/>
          </a:prstGeom>
          <a:noFill/>
          <a:ln/>
        </p:spPr>
        <p:txBody>
          <a:bodyPr wrap="none" lIns="0" tIns="0" rIns="0" bIns="0" rtlCol="0" anchor="t"/>
          <a:lstStyle/>
          <a:p>
            <a:pPr marL="0" indent="0" algn="l">
              <a:lnSpc>
                <a:spcPts val="2600"/>
              </a:lnSpc>
              <a:buNone/>
            </a:pPr>
            <a:r>
              <a:rPr lang="en-US" sz="2100" b="1" dirty="0">
                <a:solidFill>
                  <a:schemeClr val="accent6">
                    <a:lumMod val="50000"/>
                  </a:schemeClr>
                </a:solidFill>
                <a:latin typeface="Noto Serif SC Bold" pitchFamily="34" charset="0"/>
                <a:ea typeface="Noto Serif SC Bold" pitchFamily="34" charset="-122"/>
                <a:cs typeface="Noto Serif SC Bold" pitchFamily="34" charset="-120"/>
              </a:rPr>
              <a:t>Is it the same as a partition deed?</a:t>
            </a:r>
            <a:endParaRPr lang="en-US" sz="2100" dirty="0">
              <a:solidFill>
                <a:schemeClr val="accent6">
                  <a:lumMod val="50000"/>
                </a:schemeClr>
              </a:solidFill>
            </a:endParaRPr>
          </a:p>
        </p:txBody>
      </p:sp>
      <p:sp>
        <p:nvSpPr>
          <p:cNvPr id="27" name="Text 25"/>
          <p:cNvSpPr/>
          <p:nvPr/>
        </p:nvSpPr>
        <p:spPr>
          <a:xfrm>
            <a:off x="7665839" y="6204823"/>
            <a:ext cx="5973128" cy="1025128"/>
          </a:xfrm>
          <a:prstGeom prst="rect">
            <a:avLst/>
          </a:prstGeom>
          <a:noFill/>
          <a:ln/>
        </p:spPr>
        <p:txBody>
          <a:bodyPr wrap="square" lIns="0" tIns="0" rIns="0" bIns="0" rtlCol="0" anchor="t"/>
          <a:lstStyle/>
          <a:p>
            <a:pPr marL="0" indent="0" algn="l">
              <a:lnSpc>
                <a:spcPts val="2650"/>
              </a:lnSpc>
              <a:buNone/>
            </a:pPr>
            <a:r>
              <a:rPr lang="en-US" sz="1650" b="1" dirty="0">
                <a:solidFill>
                  <a:srgbClr val="4B4A4A"/>
                </a:solidFill>
                <a:latin typeface="Geist" pitchFamily="34" charset="0"/>
                <a:ea typeface="Geist" pitchFamily="34" charset="-122"/>
                <a:cs typeface="Geist" pitchFamily="34" charset="-120"/>
              </a:rPr>
              <a:t>Not always. While both distribute property, an FSA resolves disputes and can encompass broader terms than a strict partition deed.</a:t>
            </a:r>
            <a:endParaRPr lang="en-US" sz="1650" b="1" dirty="0"/>
          </a:p>
        </p:txBody>
      </p:sp>
      <mc:AlternateContent xmlns:mc="http://schemas.openxmlformats.org/markup-compatibility/2006" xmlns:p14="http://schemas.microsoft.com/office/powerpoint/2010/main">
        <mc:Choice Requires="p14">
          <p:contentPart p14:bwMode="auto" r:id="rId3">
            <p14:nvContentPartPr>
              <p14:cNvPr id="29" name="Ink 28">
                <a:extLst>
                  <a:ext uri="{FF2B5EF4-FFF2-40B4-BE49-F238E27FC236}">
                    <a16:creationId xmlns:a16="http://schemas.microsoft.com/office/drawing/2014/main" id="{B0AA0F0A-7DFC-A67E-9533-7667DA8B33DE}"/>
                  </a:ext>
                </a:extLst>
              </p14:cNvPr>
              <p14:cNvContentPartPr/>
              <p14:nvPr/>
            </p14:nvContentPartPr>
            <p14:xfrm>
              <a:off x="13022949" y="7941960"/>
              <a:ext cx="1333440" cy="26280"/>
            </p14:xfrm>
          </p:contentPart>
        </mc:Choice>
        <mc:Fallback xmlns="">
          <p:pic>
            <p:nvPicPr>
              <p:cNvPr id="29" name="Ink 28">
                <a:extLst>
                  <a:ext uri="{FF2B5EF4-FFF2-40B4-BE49-F238E27FC236}">
                    <a16:creationId xmlns:a16="http://schemas.microsoft.com/office/drawing/2014/main" id="{B0AA0F0A-7DFC-A67E-9533-7667DA8B33DE}"/>
                  </a:ext>
                </a:extLst>
              </p:cNvPr>
              <p:cNvPicPr/>
              <p:nvPr/>
            </p:nvPicPr>
            <p:blipFill>
              <a:blip r:embed="rId4"/>
              <a:stretch>
                <a:fillRect/>
              </a:stretch>
            </p:blipFill>
            <p:spPr>
              <a:xfrm>
                <a:off x="12960309" y="7878960"/>
                <a:ext cx="14590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CC13A8E0-D918-96A4-02CA-977B2CF5D66D}"/>
                  </a:ext>
                </a:extLst>
              </p14:cNvPr>
              <p14:cNvContentPartPr/>
              <p14:nvPr/>
            </p14:nvContentPartPr>
            <p14:xfrm>
              <a:off x="12859509" y="7745400"/>
              <a:ext cx="1630800" cy="354960"/>
            </p14:xfrm>
          </p:contentPart>
        </mc:Choice>
        <mc:Fallback xmlns="">
          <p:pic>
            <p:nvPicPr>
              <p:cNvPr id="30" name="Ink 29">
                <a:extLst>
                  <a:ext uri="{FF2B5EF4-FFF2-40B4-BE49-F238E27FC236}">
                    <a16:creationId xmlns:a16="http://schemas.microsoft.com/office/drawing/2014/main" id="{CC13A8E0-D918-96A4-02CA-977B2CF5D66D}"/>
                  </a:ext>
                </a:extLst>
              </p:cNvPr>
              <p:cNvPicPr/>
              <p:nvPr/>
            </p:nvPicPr>
            <p:blipFill>
              <a:blip r:embed="rId6"/>
              <a:stretch>
                <a:fillRect/>
              </a:stretch>
            </p:blipFill>
            <p:spPr>
              <a:xfrm>
                <a:off x="12796869" y="7682760"/>
                <a:ext cx="1756440" cy="480600"/>
              </a:xfrm>
              <a:prstGeom prst="rect">
                <a:avLst/>
              </a:prstGeom>
            </p:spPr>
          </p:pic>
        </mc:Fallback>
      </mc:AlternateContent>
      <p:sp>
        <p:nvSpPr>
          <p:cNvPr id="31" name="TextBox 30">
            <a:extLst>
              <a:ext uri="{FF2B5EF4-FFF2-40B4-BE49-F238E27FC236}">
                <a16:creationId xmlns:a16="http://schemas.microsoft.com/office/drawing/2014/main" id="{4D4ED5F9-E91C-AAD6-EB8D-35D753466DC4}"/>
              </a:ext>
            </a:extLst>
          </p:cNvPr>
          <p:cNvSpPr txBox="1"/>
          <p:nvPr/>
        </p:nvSpPr>
        <p:spPr>
          <a:xfrm>
            <a:off x="12267212" y="7777194"/>
            <a:ext cx="274350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1074539"/>
            <a:ext cx="7556421" cy="1417558"/>
          </a:xfrm>
          <a:prstGeom prst="rect">
            <a:avLst/>
          </a:prstGeom>
          <a:noFill/>
          <a:ln/>
        </p:spPr>
        <p:txBody>
          <a:bodyPr wrap="square" lIns="0" tIns="0" rIns="0" bIns="0" rtlCol="0" anchor="t"/>
          <a:lstStyle/>
          <a:p>
            <a:pPr marL="0" indent="0" algn="l">
              <a:lnSpc>
                <a:spcPts val="5550"/>
              </a:lnSpc>
              <a:buNone/>
            </a:pPr>
            <a:r>
              <a:rPr lang="en-US" sz="4450" b="1" u="sng" dirty="0">
                <a:solidFill>
                  <a:srgbClr val="006747"/>
                </a:solidFill>
                <a:latin typeface="Noto Serif SC Bold" pitchFamily="34" charset="0"/>
                <a:ea typeface="Noto Serif SC Bold" pitchFamily="34" charset="-122"/>
                <a:cs typeface="Noto Serif SC Bold" pitchFamily="34" charset="-120"/>
              </a:rPr>
              <a:t>Mediation: An Alternative Path Forward</a:t>
            </a:r>
            <a:endParaRPr lang="en-US" sz="4450" dirty="0"/>
          </a:p>
        </p:txBody>
      </p:sp>
      <p:sp>
        <p:nvSpPr>
          <p:cNvPr id="4" name="Shape 1"/>
          <p:cNvSpPr/>
          <p:nvPr/>
        </p:nvSpPr>
        <p:spPr>
          <a:xfrm>
            <a:off x="6280190" y="2832259"/>
            <a:ext cx="7556421" cy="2047994"/>
          </a:xfrm>
          <a:prstGeom prst="roundRect">
            <a:avLst>
              <a:gd name="adj" fmla="val 9968"/>
            </a:avLst>
          </a:prstGeom>
          <a:solidFill>
            <a:srgbClr val="D1EFE4"/>
          </a:solidFill>
          <a:ln w="7620">
            <a:solidFill>
              <a:srgbClr val="B7D5CA"/>
            </a:solidFill>
            <a:prstDash val="solid"/>
          </a:ln>
        </p:spPr>
        <p:txBody>
          <a:bodyPr/>
          <a:lstStyle/>
          <a:p>
            <a:endParaRPr lang="en-IN"/>
          </a:p>
        </p:txBody>
      </p:sp>
      <p:sp>
        <p:nvSpPr>
          <p:cNvPr id="5" name="Text 2"/>
          <p:cNvSpPr/>
          <p:nvPr/>
        </p:nvSpPr>
        <p:spPr>
          <a:xfrm>
            <a:off x="6514624" y="3066693"/>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6">
                    <a:lumMod val="50000"/>
                  </a:schemeClr>
                </a:solidFill>
                <a:latin typeface="Noto Serif SC Bold" pitchFamily="34" charset="0"/>
                <a:ea typeface="Noto Serif SC Bold" pitchFamily="34" charset="-122"/>
                <a:cs typeface="Noto Serif SC Bold" pitchFamily="34" charset="-120"/>
              </a:rPr>
              <a:t>What Is Mediation?</a:t>
            </a:r>
            <a:endParaRPr lang="en-US" sz="2200" dirty="0">
              <a:solidFill>
                <a:schemeClr val="accent6">
                  <a:lumMod val="50000"/>
                </a:schemeClr>
              </a:solidFill>
            </a:endParaRPr>
          </a:p>
        </p:txBody>
      </p:sp>
      <p:sp>
        <p:nvSpPr>
          <p:cNvPr id="6" name="Text 3"/>
          <p:cNvSpPr/>
          <p:nvPr/>
        </p:nvSpPr>
        <p:spPr>
          <a:xfrm>
            <a:off x="6514624" y="3557111"/>
            <a:ext cx="7087553" cy="1088708"/>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A rapidly growing alternative dispute resolution (ADR) method that is voluntary, non-binding, and confidential. A neutral mediator facilitates constructive communication between parties.</a:t>
            </a:r>
            <a:endParaRPr lang="en-US" sz="1750" b="1" dirty="0"/>
          </a:p>
        </p:txBody>
      </p:sp>
      <p:sp>
        <p:nvSpPr>
          <p:cNvPr id="7" name="Shape 4"/>
          <p:cNvSpPr/>
          <p:nvPr/>
        </p:nvSpPr>
        <p:spPr>
          <a:xfrm>
            <a:off x="6280190" y="5107067"/>
            <a:ext cx="7556421" cy="2047994"/>
          </a:xfrm>
          <a:prstGeom prst="roundRect">
            <a:avLst>
              <a:gd name="adj" fmla="val 9968"/>
            </a:avLst>
          </a:prstGeom>
          <a:solidFill>
            <a:srgbClr val="D1EFE4"/>
          </a:solidFill>
          <a:ln w="7620">
            <a:solidFill>
              <a:srgbClr val="B7D5CA"/>
            </a:solidFill>
            <a:prstDash val="solid"/>
          </a:ln>
        </p:spPr>
        <p:txBody>
          <a:bodyPr/>
          <a:lstStyle/>
          <a:p>
            <a:endParaRPr lang="en-IN"/>
          </a:p>
        </p:txBody>
      </p:sp>
      <p:sp>
        <p:nvSpPr>
          <p:cNvPr id="8" name="Text 5"/>
          <p:cNvSpPr/>
          <p:nvPr/>
        </p:nvSpPr>
        <p:spPr>
          <a:xfrm>
            <a:off x="6514624" y="5341501"/>
            <a:ext cx="2856667"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6">
                    <a:lumMod val="50000"/>
                  </a:schemeClr>
                </a:solidFill>
                <a:latin typeface="Noto Serif SC Bold" pitchFamily="34" charset="0"/>
                <a:ea typeface="Noto Serif SC Bold" pitchFamily="34" charset="-122"/>
                <a:cs typeface="Noto Serif SC Bold" pitchFamily="34" charset="-120"/>
              </a:rPr>
              <a:t>The Mediator's Role</a:t>
            </a:r>
            <a:endParaRPr lang="en-US" sz="2200" dirty="0">
              <a:solidFill>
                <a:schemeClr val="accent6">
                  <a:lumMod val="50000"/>
                </a:schemeClr>
              </a:solidFill>
            </a:endParaRPr>
          </a:p>
        </p:txBody>
      </p:sp>
      <p:sp>
        <p:nvSpPr>
          <p:cNvPr id="9" name="Text 6"/>
          <p:cNvSpPr/>
          <p:nvPr/>
        </p:nvSpPr>
        <p:spPr>
          <a:xfrm>
            <a:off x="6514624" y="5831919"/>
            <a:ext cx="7087553" cy="1088708"/>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The mediator does not impose decisions but helps parties explore options, understand perspectives, and identify mutually beneficial solutions that preserve relationships.</a:t>
            </a:r>
            <a:endParaRPr lang="en-US" sz="1750" b="1" dirty="0"/>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81DF041F-FF7E-F195-2815-9B11D99D95FD}"/>
                  </a:ext>
                </a:extLst>
              </p14:cNvPr>
              <p14:cNvContentPartPr/>
              <p14:nvPr/>
            </p14:nvContentPartPr>
            <p14:xfrm>
              <a:off x="13075509" y="7902720"/>
              <a:ext cx="523440" cy="78480"/>
            </p14:xfrm>
          </p:contentPart>
        </mc:Choice>
        <mc:Fallback xmlns="">
          <p:pic>
            <p:nvPicPr>
              <p:cNvPr id="11" name="Ink 10">
                <a:extLst>
                  <a:ext uri="{FF2B5EF4-FFF2-40B4-BE49-F238E27FC236}">
                    <a16:creationId xmlns:a16="http://schemas.microsoft.com/office/drawing/2014/main" id="{81DF041F-FF7E-F195-2815-9B11D99D95FD}"/>
                  </a:ext>
                </a:extLst>
              </p:cNvPr>
              <p:cNvPicPr/>
              <p:nvPr/>
            </p:nvPicPr>
            <p:blipFill>
              <a:blip r:embed="rId5"/>
              <a:stretch>
                <a:fillRect/>
              </a:stretch>
            </p:blipFill>
            <p:spPr>
              <a:xfrm>
                <a:off x="13012509" y="7840080"/>
                <a:ext cx="64908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037F7504-9421-4F20-F0A9-DFD3BDBE90D9}"/>
                  </a:ext>
                </a:extLst>
              </p14:cNvPr>
              <p14:cNvContentPartPr/>
              <p14:nvPr/>
            </p14:nvContentPartPr>
            <p14:xfrm>
              <a:off x="12891909" y="7745760"/>
              <a:ext cx="1629720" cy="354240"/>
            </p14:xfrm>
          </p:contentPart>
        </mc:Choice>
        <mc:Fallback xmlns="">
          <p:pic>
            <p:nvPicPr>
              <p:cNvPr id="15" name="Ink 14">
                <a:extLst>
                  <a:ext uri="{FF2B5EF4-FFF2-40B4-BE49-F238E27FC236}">
                    <a16:creationId xmlns:a16="http://schemas.microsoft.com/office/drawing/2014/main" id="{037F7504-9421-4F20-F0A9-DFD3BDBE90D9}"/>
                  </a:ext>
                </a:extLst>
              </p:cNvPr>
              <p:cNvPicPr/>
              <p:nvPr/>
            </p:nvPicPr>
            <p:blipFill>
              <a:blip r:embed="rId7"/>
              <a:stretch>
                <a:fillRect/>
              </a:stretch>
            </p:blipFill>
            <p:spPr>
              <a:xfrm>
                <a:off x="12828909" y="7683120"/>
                <a:ext cx="1755360" cy="479880"/>
              </a:xfrm>
              <a:prstGeom prst="rect">
                <a:avLst/>
              </a:prstGeom>
            </p:spPr>
          </p:pic>
        </mc:Fallback>
      </mc:AlternateContent>
      <p:sp>
        <p:nvSpPr>
          <p:cNvPr id="16" name="TextBox 15">
            <a:extLst>
              <a:ext uri="{FF2B5EF4-FFF2-40B4-BE49-F238E27FC236}">
                <a16:creationId xmlns:a16="http://schemas.microsoft.com/office/drawing/2014/main" id="{C8506713-8713-BE1D-A928-CE7F9E149D96}"/>
              </a:ext>
            </a:extLst>
          </p:cNvPr>
          <p:cNvSpPr txBox="1"/>
          <p:nvPr/>
        </p:nvSpPr>
        <p:spPr>
          <a:xfrm>
            <a:off x="12239898" y="7745759"/>
            <a:ext cx="239050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43530"/>
          </a:xfrm>
          <a:prstGeom prst="rect">
            <a:avLst/>
          </a:prstGeom>
        </p:spPr>
      </p:pic>
      <p:sp>
        <p:nvSpPr>
          <p:cNvPr id="3" name="Text 0"/>
          <p:cNvSpPr/>
          <p:nvPr/>
        </p:nvSpPr>
        <p:spPr>
          <a:xfrm>
            <a:off x="450056" y="353616"/>
            <a:ext cx="6591776" cy="401836"/>
          </a:xfrm>
          <a:prstGeom prst="rect">
            <a:avLst/>
          </a:prstGeom>
          <a:noFill/>
          <a:ln/>
        </p:spPr>
        <p:txBody>
          <a:bodyPr wrap="none" lIns="0" tIns="0" rIns="0" bIns="0" rtlCol="0" anchor="t"/>
          <a:lstStyle/>
          <a:p>
            <a:pPr marL="0" indent="0" algn="l">
              <a:lnSpc>
                <a:spcPts val="3150"/>
              </a:lnSpc>
              <a:buNone/>
            </a:pPr>
            <a:r>
              <a:rPr lang="en-US" sz="3200" b="1" dirty="0">
                <a:solidFill>
                  <a:srgbClr val="006747"/>
                </a:solidFill>
                <a:latin typeface="Noto Serif SC Bold" pitchFamily="34" charset="0"/>
                <a:ea typeface="Noto Serif SC Bold" pitchFamily="34" charset="-122"/>
                <a:cs typeface="Noto Serif SC Bold" pitchFamily="34" charset="-120"/>
              </a:rPr>
              <a:t>The Mediation Process: PIMS Rules 2018</a:t>
            </a:r>
            <a:endParaRPr lang="en-US" sz="3200" dirty="0"/>
          </a:p>
        </p:txBody>
      </p:sp>
      <p:sp>
        <p:nvSpPr>
          <p:cNvPr id="4" name="Text 1"/>
          <p:cNvSpPr/>
          <p:nvPr/>
        </p:nvSpPr>
        <p:spPr>
          <a:xfrm>
            <a:off x="450056" y="948333"/>
            <a:ext cx="128588" cy="160734"/>
          </a:xfrm>
          <a:prstGeom prst="rect">
            <a:avLst/>
          </a:prstGeom>
          <a:noFill/>
          <a:ln/>
        </p:spPr>
        <p:txBody>
          <a:bodyPr wrap="none" lIns="0" tIns="0" rIns="0" bIns="0" rtlCol="0" anchor="t"/>
          <a:lstStyle/>
          <a:p>
            <a:pPr marL="0" indent="0" algn="l">
              <a:lnSpc>
                <a:spcPts val="1600"/>
              </a:lnSpc>
              <a:buNone/>
            </a:pPr>
            <a:r>
              <a:rPr lang="en-US" sz="2400" b="1" dirty="0">
                <a:solidFill>
                  <a:srgbClr val="4B4A4A"/>
                </a:solidFill>
                <a:latin typeface="Noto Serif SC Light" pitchFamily="34" charset="0"/>
                <a:ea typeface="Noto Serif SC Light" pitchFamily="34" charset="-122"/>
                <a:cs typeface="Noto Serif SC Light" pitchFamily="34" charset="-120"/>
              </a:rPr>
              <a:t>01</a:t>
            </a:r>
            <a:endParaRPr lang="en-US" sz="2400" b="1" dirty="0"/>
          </a:p>
        </p:txBody>
      </p:sp>
      <p:sp>
        <p:nvSpPr>
          <p:cNvPr id="5" name="Shape 2"/>
          <p:cNvSpPr/>
          <p:nvPr/>
        </p:nvSpPr>
        <p:spPr>
          <a:xfrm>
            <a:off x="450056" y="1151692"/>
            <a:ext cx="4057650" cy="15240"/>
          </a:xfrm>
          <a:prstGeom prst="rect">
            <a:avLst/>
          </a:prstGeom>
          <a:solidFill>
            <a:srgbClr val="006747"/>
          </a:solidFill>
          <a:ln/>
        </p:spPr>
        <p:txBody>
          <a:bodyPr/>
          <a:lstStyle/>
          <a:p>
            <a:endParaRPr lang="en-IN"/>
          </a:p>
        </p:txBody>
      </p:sp>
      <p:sp>
        <p:nvSpPr>
          <p:cNvPr id="6" name="Text 3"/>
          <p:cNvSpPr/>
          <p:nvPr/>
        </p:nvSpPr>
        <p:spPr>
          <a:xfrm>
            <a:off x="450056" y="1246465"/>
            <a:ext cx="1950720"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a:ea typeface="Noto Serif SC Bold" pitchFamily="34" charset="-122"/>
                <a:cs typeface="Narkisim" panose="020F0502020204030204" pitchFamily="34" charset="-79"/>
              </a:rPr>
              <a:t>Application Submission</a:t>
            </a:r>
            <a:endParaRPr lang="en-US" sz="1600" dirty="0">
              <a:solidFill>
                <a:schemeClr val="accent6">
                  <a:lumMod val="50000"/>
                </a:schemeClr>
              </a:solidFill>
              <a:latin typeface="Noto Serif SC Bold"/>
              <a:cs typeface="Narkisim" panose="020F0502020204030204" pitchFamily="34" charset="-79"/>
            </a:endParaRPr>
          </a:p>
        </p:txBody>
      </p:sp>
      <p:sp>
        <p:nvSpPr>
          <p:cNvPr id="7" name="Text 4"/>
          <p:cNvSpPr/>
          <p:nvPr/>
        </p:nvSpPr>
        <p:spPr>
          <a:xfrm>
            <a:off x="450056" y="1524476"/>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The process begins with the formal submission of a mediation application.</a:t>
            </a:r>
            <a:endParaRPr lang="en-US" sz="1400" b="1" dirty="0"/>
          </a:p>
        </p:txBody>
      </p:sp>
      <p:sp>
        <p:nvSpPr>
          <p:cNvPr id="8" name="Text 5"/>
          <p:cNvSpPr/>
          <p:nvPr/>
        </p:nvSpPr>
        <p:spPr>
          <a:xfrm>
            <a:off x="4636294" y="948333"/>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02</a:t>
            </a:r>
            <a:endParaRPr lang="en-US" b="1" dirty="0"/>
          </a:p>
        </p:txBody>
      </p:sp>
      <p:sp>
        <p:nvSpPr>
          <p:cNvPr id="9" name="Shape 6"/>
          <p:cNvSpPr/>
          <p:nvPr/>
        </p:nvSpPr>
        <p:spPr>
          <a:xfrm>
            <a:off x="4636294" y="1151692"/>
            <a:ext cx="4057650" cy="15240"/>
          </a:xfrm>
          <a:prstGeom prst="rect">
            <a:avLst/>
          </a:prstGeom>
          <a:solidFill>
            <a:srgbClr val="006747"/>
          </a:solidFill>
          <a:ln/>
        </p:spPr>
        <p:txBody>
          <a:bodyPr/>
          <a:lstStyle/>
          <a:p>
            <a:endParaRPr lang="en-IN"/>
          </a:p>
        </p:txBody>
      </p:sp>
      <p:sp>
        <p:nvSpPr>
          <p:cNvPr id="10" name="Text 7"/>
          <p:cNvSpPr/>
          <p:nvPr/>
        </p:nvSpPr>
        <p:spPr>
          <a:xfrm>
            <a:off x="4636294" y="1246465"/>
            <a:ext cx="1607344"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Notice Issued</a:t>
            </a:r>
            <a:endParaRPr lang="en-US" sz="1600" dirty="0">
              <a:solidFill>
                <a:schemeClr val="accent6">
                  <a:lumMod val="50000"/>
                </a:schemeClr>
              </a:solidFill>
            </a:endParaRPr>
          </a:p>
        </p:txBody>
      </p:sp>
      <p:sp>
        <p:nvSpPr>
          <p:cNvPr id="11" name="Text 8"/>
          <p:cNvSpPr/>
          <p:nvPr/>
        </p:nvSpPr>
        <p:spPr>
          <a:xfrm>
            <a:off x="4636294" y="1524476"/>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An official notice is issued to the opposing party regarding the mediation application.</a:t>
            </a:r>
            <a:endParaRPr lang="en-US" sz="1400" b="1" dirty="0"/>
          </a:p>
        </p:txBody>
      </p:sp>
      <p:sp>
        <p:nvSpPr>
          <p:cNvPr id="12" name="Text 9"/>
          <p:cNvSpPr/>
          <p:nvPr/>
        </p:nvSpPr>
        <p:spPr>
          <a:xfrm>
            <a:off x="450056" y="2160984"/>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03</a:t>
            </a:r>
            <a:endParaRPr lang="en-US" b="1" dirty="0"/>
          </a:p>
        </p:txBody>
      </p:sp>
      <p:sp>
        <p:nvSpPr>
          <p:cNvPr id="13" name="Shape 10"/>
          <p:cNvSpPr/>
          <p:nvPr/>
        </p:nvSpPr>
        <p:spPr>
          <a:xfrm>
            <a:off x="450056" y="2364343"/>
            <a:ext cx="4057650" cy="15240"/>
          </a:xfrm>
          <a:prstGeom prst="rect">
            <a:avLst/>
          </a:prstGeom>
          <a:solidFill>
            <a:srgbClr val="006747"/>
          </a:solidFill>
          <a:ln/>
        </p:spPr>
        <p:txBody>
          <a:bodyPr/>
          <a:lstStyle/>
          <a:p>
            <a:endParaRPr lang="en-IN"/>
          </a:p>
        </p:txBody>
      </p:sp>
      <p:sp>
        <p:nvSpPr>
          <p:cNvPr id="14" name="Text 11"/>
          <p:cNvSpPr/>
          <p:nvPr/>
        </p:nvSpPr>
        <p:spPr>
          <a:xfrm>
            <a:off x="450056" y="2459117"/>
            <a:ext cx="1607344"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Final Notice</a:t>
            </a:r>
            <a:endParaRPr lang="en-US" sz="1600" dirty="0">
              <a:solidFill>
                <a:schemeClr val="accent6">
                  <a:lumMod val="50000"/>
                </a:schemeClr>
              </a:solidFill>
            </a:endParaRPr>
          </a:p>
        </p:txBody>
      </p:sp>
      <p:sp>
        <p:nvSpPr>
          <p:cNvPr id="15" name="Text 12"/>
          <p:cNvSpPr/>
          <p:nvPr/>
        </p:nvSpPr>
        <p:spPr>
          <a:xfrm>
            <a:off x="450056" y="2737128"/>
            <a:ext cx="4057650" cy="411480"/>
          </a:xfrm>
          <a:prstGeom prst="rect">
            <a:avLst/>
          </a:prstGeom>
          <a:noFill/>
          <a:ln/>
        </p:spPr>
        <p:txBody>
          <a:bodyPr wrap="square" lIns="0" tIns="0" rIns="0" bIns="0" rtlCol="0" anchor="t"/>
          <a:lstStyle/>
          <a:p>
            <a:pPr marL="0" indent="0" algn="just">
              <a:lnSpc>
                <a:spcPts val="1600"/>
              </a:lnSpc>
              <a:buNone/>
            </a:pPr>
            <a:r>
              <a:rPr lang="en-US" sz="1400" b="1" dirty="0">
                <a:solidFill>
                  <a:srgbClr val="4B4A4A"/>
                </a:solidFill>
                <a:latin typeface="Geist" pitchFamily="34" charset="0"/>
                <a:ea typeface="Geist" pitchFamily="34" charset="-122"/>
                <a:cs typeface="Geist" pitchFamily="34" charset="-120"/>
              </a:rPr>
              <a:t>If no initial response is received, a final notice is dispatched to the opposite party.</a:t>
            </a:r>
            <a:endParaRPr lang="en-US" sz="1400" b="1" dirty="0"/>
          </a:p>
        </p:txBody>
      </p:sp>
      <p:sp>
        <p:nvSpPr>
          <p:cNvPr id="16" name="Text 13"/>
          <p:cNvSpPr/>
          <p:nvPr/>
        </p:nvSpPr>
        <p:spPr>
          <a:xfrm>
            <a:off x="4636294" y="2160984"/>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04</a:t>
            </a:r>
            <a:endParaRPr lang="en-US" b="1" dirty="0"/>
          </a:p>
        </p:txBody>
      </p:sp>
      <p:sp>
        <p:nvSpPr>
          <p:cNvPr id="17" name="Shape 14"/>
          <p:cNvSpPr/>
          <p:nvPr/>
        </p:nvSpPr>
        <p:spPr>
          <a:xfrm>
            <a:off x="4636294" y="2364343"/>
            <a:ext cx="4057650" cy="15240"/>
          </a:xfrm>
          <a:prstGeom prst="rect">
            <a:avLst/>
          </a:prstGeom>
          <a:solidFill>
            <a:srgbClr val="006747"/>
          </a:solidFill>
          <a:ln/>
        </p:spPr>
        <p:txBody>
          <a:bodyPr/>
          <a:lstStyle/>
          <a:p>
            <a:endParaRPr lang="en-IN"/>
          </a:p>
        </p:txBody>
      </p:sp>
      <p:sp>
        <p:nvSpPr>
          <p:cNvPr id="18" name="Text 15"/>
          <p:cNvSpPr/>
          <p:nvPr/>
        </p:nvSpPr>
        <p:spPr>
          <a:xfrm>
            <a:off x="4636294" y="2459117"/>
            <a:ext cx="1957268"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Non-Starter Declaration</a:t>
            </a:r>
            <a:endParaRPr lang="en-US" sz="1600" b="1" dirty="0">
              <a:solidFill>
                <a:schemeClr val="accent6">
                  <a:lumMod val="50000"/>
                </a:schemeClr>
              </a:solidFill>
            </a:endParaRPr>
          </a:p>
        </p:txBody>
      </p:sp>
      <p:sp>
        <p:nvSpPr>
          <p:cNvPr id="19" name="Text 16"/>
          <p:cNvSpPr/>
          <p:nvPr/>
        </p:nvSpPr>
        <p:spPr>
          <a:xfrm>
            <a:off x="4636294" y="2737128"/>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Should there be no acknowledgment of the final notice, the mediation is declared a non-starter.</a:t>
            </a:r>
            <a:endParaRPr lang="en-US" sz="1400" b="1" dirty="0"/>
          </a:p>
        </p:txBody>
      </p:sp>
      <p:sp>
        <p:nvSpPr>
          <p:cNvPr id="20" name="Text 17"/>
          <p:cNvSpPr/>
          <p:nvPr/>
        </p:nvSpPr>
        <p:spPr>
          <a:xfrm>
            <a:off x="450056" y="3373636"/>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05</a:t>
            </a:r>
            <a:endParaRPr lang="en-US" b="1" dirty="0"/>
          </a:p>
        </p:txBody>
      </p:sp>
      <p:sp>
        <p:nvSpPr>
          <p:cNvPr id="21" name="Shape 18"/>
          <p:cNvSpPr/>
          <p:nvPr/>
        </p:nvSpPr>
        <p:spPr>
          <a:xfrm>
            <a:off x="450056" y="3576995"/>
            <a:ext cx="4057650" cy="15240"/>
          </a:xfrm>
          <a:prstGeom prst="rect">
            <a:avLst/>
          </a:prstGeom>
          <a:solidFill>
            <a:srgbClr val="006747"/>
          </a:solidFill>
          <a:ln/>
        </p:spPr>
        <p:txBody>
          <a:bodyPr/>
          <a:lstStyle/>
          <a:p>
            <a:endParaRPr lang="en-IN"/>
          </a:p>
        </p:txBody>
      </p:sp>
      <p:sp>
        <p:nvSpPr>
          <p:cNvPr id="22" name="Text 19"/>
          <p:cNvSpPr/>
          <p:nvPr/>
        </p:nvSpPr>
        <p:spPr>
          <a:xfrm>
            <a:off x="450056" y="3671768"/>
            <a:ext cx="1607344"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Alternative Date</a:t>
            </a:r>
            <a:endParaRPr lang="en-US" sz="1600" b="1" dirty="0">
              <a:solidFill>
                <a:schemeClr val="accent6">
                  <a:lumMod val="50000"/>
                </a:schemeClr>
              </a:solidFill>
            </a:endParaRPr>
          </a:p>
        </p:txBody>
      </p:sp>
      <p:sp>
        <p:nvSpPr>
          <p:cNvPr id="23" name="Text 20"/>
          <p:cNvSpPr/>
          <p:nvPr/>
        </p:nvSpPr>
        <p:spPr>
          <a:xfrm>
            <a:off x="450056" y="3949779"/>
            <a:ext cx="4057650" cy="411480"/>
          </a:xfrm>
          <a:prstGeom prst="rect">
            <a:avLst/>
          </a:prstGeom>
          <a:noFill/>
          <a:ln/>
        </p:spPr>
        <p:txBody>
          <a:bodyPr wrap="square" lIns="0" tIns="0" rIns="0" bIns="0" rtlCol="0" anchor="t"/>
          <a:lstStyle/>
          <a:p>
            <a:pPr marL="0" indent="0" algn="just">
              <a:lnSpc>
                <a:spcPts val="1600"/>
              </a:lnSpc>
              <a:buNone/>
            </a:pPr>
            <a:r>
              <a:rPr lang="en-US" sz="1400" b="1" dirty="0">
                <a:solidFill>
                  <a:srgbClr val="4B4A4A"/>
                </a:solidFill>
                <a:latin typeface="Geist" pitchFamily="34" charset="0"/>
                <a:ea typeface="Geist" pitchFamily="34" charset="-122"/>
                <a:cs typeface="Geist" pitchFamily="34" charset="-120"/>
              </a:rPr>
              <a:t>In specific circumstances, an alternative date for the proceedings may be granted.</a:t>
            </a:r>
            <a:endParaRPr lang="en-US" sz="1400" b="1" dirty="0"/>
          </a:p>
        </p:txBody>
      </p:sp>
      <p:sp>
        <p:nvSpPr>
          <p:cNvPr id="24" name="Text 21"/>
          <p:cNvSpPr/>
          <p:nvPr/>
        </p:nvSpPr>
        <p:spPr>
          <a:xfrm>
            <a:off x="4636294" y="3373636"/>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06</a:t>
            </a:r>
            <a:endParaRPr lang="en-US" b="1" dirty="0"/>
          </a:p>
        </p:txBody>
      </p:sp>
      <p:sp>
        <p:nvSpPr>
          <p:cNvPr id="25" name="Shape 22"/>
          <p:cNvSpPr/>
          <p:nvPr/>
        </p:nvSpPr>
        <p:spPr>
          <a:xfrm>
            <a:off x="4636294" y="3576995"/>
            <a:ext cx="4057650" cy="15240"/>
          </a:xfrm>
          <a:prstGeom prst="rect">
            <a:avLst/>
          </a:prstGeom>
          <a:solidFill>
            <a:srgbClr val="006747"/>
          </a:solidFill>
          <a:ln/>
        </p:spPr>
        <p:txBody>
          <a:bodyPr/>
          <a:lstStyle/>
          <a:p>
            <a:endParaRPr lang="en-IN"/>
          </a:p>
        </p:txBody>
      </p:sp>
      <p:sp>
        <p:nvSpPr>
          <p:cNvPr id="26" name="Text 23"/>
          <p:cNvSpPr/>
          <p:nvPr/>
        </p:nvSpPr>
        <p:spPr>
          <a:xfrm>
            <a:off x="4636294" y="3671768"/>
            <a:ext cx="1907738"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Absence as Non-Starter</a:t>
            </a:r>
            <a:endParaRPr lang="en-US" sz="1600" dirty="0">
              <a:solidFill>
                <a:schemeClr val="accent6">
                  <a:lumMod val="50000"/>
                </a:schemeClr>
              </a:solidFill>
            </a:endParaRPr>
          </a:p>
        </p:txBody>
      </p:sp>
      <p:sp>
        <p:nvSpPr>
          <p:cNvPr id="27" name="Text 24"/>
          <p:cNvSpPr/>
          <p:nvPr/>
        </p:nvSpPr>
        <p:spPr>
          <a:xfrm>
            <a:off x="4636294" y="3949779"/>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If a party fails to appear on the rescheduled date, the mediation is treated as a non-starter.</a:t>
            </a:r>
            <a:endParaRPr lang="en-US" sz="1400" b="1" dirty="0"/>
          </a:p>
        </p:txBody>
      </p:sp>
      <p:sp>
        <p:nvSpPr>
          <p:cNvPr id="28" name="Text 25"/>
          <p:cNvSpPr/>
          <p:nvPr/>
        </p:nvSpPr>
        <p:spPr>
          <a:xfrm>
            <a:off x="450056" y="4586288"/>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07</a:t>
            </a:r>
            <a:endParaRPr lang="en-US" b="1" dirty="0"/>
          </a:p>
        </p:txBody>
      </p:sp>
      <p:sp>
        <p:nvSpPr>
          <p:cNvPr id="29" name="Shape 26"/>
          <p:cNvSpPr/>
          <p:nvPr/>
        </p:nvSpPr>
        <p:spPr>
          <a:xfrm>
            <a:off x="450056" y="4789646"/>
            <a:ext cx="4057650" cy="15240"/>
          </a:xfrm>
          <a:prstGeom prst="rect">
            <a:avLst/>
          </a:prstGeom>
          <a:solidFill>
            <a:srgbClr val="006747"/>
          </a:solidFill>
          <a:ln/>
        </p:spPr>
        <p:txBody>
          <a:bodyPr/>
          <a:lstStyle/>
          <a:p>
            <a:endParaRPr lang="en-IN"/>
          </a:p>
        </p:txBody>
      </p:sp>
      <p:sp>
        <p:nvSpPr>
          <p:cNvPr id="30" name="Text 27"/>
          <p:cNvSpPr/>
          <p:nvPr/>
        </p:nvSpPr>
        <p:spPr>
          <a:xfrm>
            <a:off x="450056" y="4884420"/>
            <a:ext cx="1872139"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Mediator Appointment</a:t>
            </a:r>
            <a:endParaRPr lang="en-US" sz="1600" b="1" dirty="0">
              <a:solidFill>
                <a:schemeClr val="accent6">
                  <a:lumMod val="50000"/>
                </a:schemeClr>
              </a:solidFill>
            </a:endParaRPr>
          </a:p>
        </p:txBody>
      </p:sp>
      <p:sp>
        <p:nvSpPr>
          <p:cNvPr id="31" name="Text 28"/>
          <p:cNvSpPr/>
          <p:nvPr/>
        </p:nvSpPr>
        <p:spPr>
          <a:xfrm>
            <a:off x="450056" y="5162431"/>
            <a:ext cx="4057650" cy="411480"/>
          </a:xfrm>
          <a:prstGeom prst="rect">
            <a:avLst/>
          </a:prstGeom>
          <a:noFill/>
          <a:ln/>
        </p:spPr>
        <p:txBody>
          <a:bodyPr wrap="square" lIns="0" tIns="0" rIns="0" bIns="0" rtlCol="0" anchor="t"/>
          <a:lstStyle/>
          <a:p>
            <a:pPr marL="0" indent="0" algn="just">
              <a:lnSpc>
                <a:spcPts val="1600"/>
              </a:lnSpc>
              <a:buNone/>
            </a:pPr>
            <a:r>
              <a:rPr lang="en-US" sz="1400" b="1" dirty="0">
                <a:solidFill>
                  <a:srgbClr val="4B4A4A"/>
                </a:solidFill>
                <a:latin typeface="Geist" pitchFamily="34" charset="0"/>
                <a:ea typeface="Geist" pitchFamily="34" charset="-122"/>
                <a:cs typeface="Geist" pitchFamily="34" charset="-120"/>
              </a:rPr>
              <a:t>Upon the appearance of both parties, a neutral mediator is officially appointed to oversee the process.</a:t>
            </a:r>
            <a:endParaRPr lang="en-US" sz="1400" b="1" dirty="0"/>
          </a:p>
        </p:txBody>
      </p:sp>
      <p:sp>
        <p:nvSpPr>
          <p:cNvPr id="32" name="Text 29"/>
          <p:cNvSpPr/>
          <p:nvPr/>
        </p:nvSpPr>
        <p:spPr>
          <a:xfrm>
            <a:off x="4636294" y="4586288"/>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08</a:t>
            </a:r>
            <a:endParaRPr lang="en-US" b="1" dirty="0"/>
          </a:p>
        </p:txBody>
      </p:sp>
      <p:sp>
        <p:nvSpPr>
          <p:cNvPr id="33" name="Shape 30"/>
          <p:cNvSpPr/>
          <p:nvPr/>
        </p:nvSpPr>
        <p:spPr>
          <a:xfrm>
            <a:off x="4636294" y="4789646"/>
            <a:ext cx="4057650" cy="15240"/>
          </a:xfrm>
          <a:prstGeom prst="rect">
            <a:avLst/>
          </a:prstGeom>
          <a:solidFill>
            <a:srgbClr val="006747"/>
          </a:solidFill>
          <a:ln/>
        </p:spPr>
        <p:txBody>
          <a:bodyPr/>
          <a:lstStyle/>
          <a:p>
            <a:endParaRPr lang="en-IN"/>
          </a:p>
        </p:txBody>
      </p:sp>
      <p:sp>
        <p:nvSpPr>
          <p:cNvPr id="34" name="Text 31"/>
          <p:cNvSpPr/>
          <p:nvPr/>
        </p:nvSpPr>
        <p:spPr>
          <a:xfrm>
            <a:off x="4636294" y="4884420"/>
            <a:ext cx="1658064"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Process Explanation</a:t>
            </a:r>
            <a:endParaRPr lang="en-US" sz="1600" dirty="0">
              <a:solidFill>
                <a:schemeClr val="accent6">
                  <a:lumMod val="50000"/>
                </a:schemeClr>
              </a:solidFill>
            </a:endParaRPr>
          </a:p>
        </p:txBody>
      </p:sp>
      <p:sp>
        <p:nvSpPr>
          <p:cNvPr id="35" name="Text 32"/>
          <p:cNvSpPr/>
          <p:nvPr/>
        </p:nvSpPr>
        <p:spPr>
          <a:xfrm>
            <a:off x="4636294" y="5162431"/>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The mediator elucidates the mediation process, outlining roles, and confidentiality to all participants.</a:t>
            </a:r>
            <a:endParaRPr lang="en-US" sz="1400" b="1" dirty="0"/>
          </a:p>
        </p:txBody>
      </p:sp>
      <p:sp>
        <p:nvSpPr>
          <p:cNvPr id="36" name="Text 33"/>
          <p:cNvSpPr/>
          <p:nvPr/>
        </p:nvSpPr>
        <p:spPr>
          <a:xfrm>
            <a:off x="450056" y="5798939"/>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09</a:t>
            </a:r>
            <a:endParaRPr lang="en-US" b="1" dirty="0"/>
          </a:p>
        </p:txBody>
      </p:sp>
      <p:sp>
        <p:nvSpPr>
          <p:cNvPr id="37" name="Shape 34"/>
          <p:cNvSpPr/>
          <p:nvPr/>
        </p:nvSpPr>
        <p:spPr>
          <a:xfrm>
            <a:off x="450056" y="6002298"/>
            <a:ext cx="4057650" cy="15240"/>
          </a:xfrm>
          <a:prstGeom prst="rect">
            <a:avLst/>
          </a:prstGeom>
          <a:solidFill>
            <a:srgbClr val="006747"/>
          </a:solidFill>
          <a:ln/>
        </p:spPr>
        <p:txBody>
          <a:bodyPr/>
          <a:lstStyle/>
          <a:p>
            <a:endParaRPr lang="en-IN"/>
          </a:p>
        </p:txBody>
      </p:sp>
      <p:sp>
        <p:nvSpPr>
          <p:cNvPr id="38" name="Text 35"/>
          <p:cNvSpPr/>
          <p:nvPr/>
        </p:nvSpPr>
        <p:spPr>
          <a:xfrm>
            <a:off x="450056" y="6097072"/>
            <a:ext cx="1607344"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Session Scheduling</a:t>
            </a:r>
            <a:endParaRPr lang="en-US" sz="1600" dirty="0">
              <a:solidFill>
                <a:schemeClr val="accent6">
                  <a:lumMod val="50000"/>
                </a:schemeClr>
              </a:solidFill>
            </a:endParaRPr>
          </a:p>
        </p:txBody>
      </p:sp>
      <p:sp>
        <p:nvSpPr>
          <p:cNvPr id="39" name="Text 36"/>
          <p:cNvSpPr/>
          <p:nvPr/>
        </p:nvSpPr>
        <p:spPr>
          <a:xfrm>
            <a:off x="450056" y="6375083"/>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The mediator then collaborates with the parties to schedule subsequent mediation sessions.</a:t>
            </a:r>
            <a:endParaRPr lang="en-US" sz="1400" b="1" dirty="0"/>
          </a:p>
        </p:txBody>
      </p:sp>
      <p:sp>
        <p:nvSpPr>
          <p:cNvPr id="40" name="Text 37"/>
          <p:cNvSpPr/>
          <p:nvPr/>
        </p:nvSpPr>
        <p:spPr>
          <a:xfrm>
            <a:off x="4636294" y="5798939"/>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10</a:t>
            </a:r>
            <a:endParaRPr lang="en-US" b="1" dirty="0"/>
          </a:p>
        </p:txBody>
      </p:sp>
      <p:sp>
        <p:nvSpPr>
          <p:cNvPr id="41" name="Shape 38"/>
          <p:cNvSpPr/>
          <p:nvPr/>
        </p:nvSpPr>
        <p:spPr>
          <a:xfrm>
            <a:off x="4636294" y="6002298"/>
            <a:ext cx="4057650" cy="15240"/>
          </a:xfrm>
          <a:prstGeom prst="rect">
            <a:avLst/>
          </a:prstGeom>
          <a:solidFill>
            <a:srgbClr val="006747"/>
          </a:solidFill>
          <a:ln/>
        </p:spPr>
        <p:txBody>
          <a:bodyPr/>
          <a:lstStyle/>
          <a:p>
            <a:endParaRPr lang="en-IN"/>
          </a:p>
        </p:txBody>
      </p:sp>
      <p:sp>
        <p:nvSpPr>
          <p:cNvPr id="42" name="Text 39"/>
          <p:cNvSpPr/>
          <p:nvPr/>
        </p:nvSpPr>
        <p:spPr>
          <a:xfrm>
            <a:off x="4636294" y="6097072"/>
            <a:ext cx="1628537" cy="200858"/>
          </a:xfrm>
          <a:prstGeom prst="rect">
            <a:avLst/>
          </a:prstGeom>
          <a:noFill/>
          <a:ln/>
        </p:spPr>
        <p:txBody>
          <a:bodyPr wrap="none" lIns="0" tIns="0" rIns="0" bIns="0" rtlCol="0" anchor="t"/>
          <a:lstStyle/>
          <a:p>
            <a:pPr marL="0" indent="0" algn="l">
              <a:lnSpc>
                <a:spcPts val="15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Agreement Drafting</a:t>
            </a:r>
            <a:endParaRPr lang="en-US" sz="1600" dirty="0">
              <a:solidFill>
                <a:schemeClr val="accent6">
                  <a:lumMod val="50000"/>
                </a:schemeClr>
              </a:solidFill>
            </a:endParaRPr>
          </a:p>
        </p:txBody>
      </p:sp>
      <p:sp>
        <p:nvSpPr>
          <p:cNvPr id="43" name="Text 40"/>
          <p:cNvSpPr/>
          <p:nvPr/>
        </p:nvSpPr>
        <p:spPr>
          <a:xfrm>
            <a:off x="4636294" y="6375083"/>
            <a:ext cx="4057650" cy="411480"/>
          </a:xfrm>
          <a:prstGeom prst="rect">
            <a:avLst/>
          </a:prstGeom>
          <a:noFill/>
          <a:ln/>
        </p:spPr>
        <p:txBody>
          <a:bodyPr wrap="squar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Once a resolution is reached, a formal agreement is drafted and duly signed by all involved parties.</a:t>
            </a:r>
            <a:endParaRPr lang="en-US" sz="1400" b="1" dirty="0"/>
          </a:p>
        </p:txBody>
      </p:sp>
      <p:sp>
        <p:nvSpPr>
          <p:cNvPr id="44" name="Text 41"/>
          <p:cNvSpPr/>
          <p:nvPr/>
        </p:nvSpPr>
        <p:spPr>
          <a:xfrm>
            <a:off x="450056" y="7011591"/>
            <a:ext cx="128588" cy="160734"/>
          </a:xfrm>
          <a:prstGeom prst="rect">
            <a:avLst/>
          </a:prstGeom>
          <a:noFill/>
          <a:ln/>
        </p:spPr>
        <p:txBody>
          <a:bodyPr wrap="none" lIns="0" tIns="0" rIns="0" bIns="0" rtlCol="0" anchor="t"/>
          <a:lstStyle/>
          <a:p>
            <a:pPr marL="0" indent="0" algn="l">
              <a:lnSpc>
                <a:spcPts val="1600"/>
              </a:lnSpc>
              <a:buNone/>
            </a:pPr>
            <a:r>
              <a:rPr lang="en-US" b="1" dirty="0">
                <a:solidFill>
                  <a:srgbClr val="4B4A4A"/>
                </a:solidFill>
                <a:latin typeface="Noto Serif SC Light" pitchFamily="34" charset="0"/>
                <a:ea typeface="Noto Serif SC Light" pitchFamily="34" charset="-122"/>
                <a:cs typeface="Noto Serif SC Light" pitchFamily="34" charset="-120"/>
              </a:rPr>
              <a:t>11</a:t>
            </a:r>
            <a:endParaRPr lang="en-US" b="1" dirty="0"/>
          </a:p>
        </p:txBody>
      </p:sp>
      <p:sp>
        <p:nvSpPr>
          <p:cNvPr id="45" name="Shape 42"/>
          <p:cNvSpPr/>
          <p:nvPr/>
        </p:nvSpPr>
        <p:spPr>
          <a:xfrm>
            <a:off x="450056" y="7214949"/>
            <a:ext cx="8243888" cy="15240"/>
          </a:xfrm>
          <a:prstGeom prst="rect">
            <a:avLst/>
          </a:prstGeom>
          <a:solidFill>
            <a:srgbClr val="006747"/>
          </a:solidFill>
          <a:ln/>
        </p:spPr>
        <p:txBody>
          <a:bodyPr/>
          <a:lstStyle/>
          <a:p>
            <a:endParaRPr lang="en-IN"/>
          </a:p>
        </p:txBody>
      </p:sp>
      <p:sp>
        <p:nvSpPr>
          <p:cNvPr id="46" name="Text 43"/>
          <p:cNvSpPr/>
          <p:nvPr/>
        </p:nvSpPr>
        <p:spPr>
          <a:xfrm>
            <a:off x="450056" y="7309723"/>
            <a:ext cx="1659850" cy="200858"/>
          </a:xfrm>
          <a:prstGeom prst="rect">
            <a:avLst/>
          </a:prstGeom>
          <a:noFill/>
          <a:ln/>
        </p:spPr>
        <p:txBody>
          <a:bodyPr wrap="none" lIns="0" tIns="0" rIns="0" bIns="0" rtlCol="0" anchor="t"/>
          <a:lstStyle/>
          <a:p>
            <a:pPr marL="0" indent="0" algn="l">
              <a:lnSpc>
                <a:spcPts val="155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Settlement &amp; Report</a:t>
            </a:r>
            <a:endParaRPr lang="en-US" sz="1400" dirty="0">
              <a:solidFill>
                <a:schemeClr val="accent6">
                  <a:lumMod val="50000"/>
                </a:schemeClr>
              </a:solidFill>
            </a:endParaRPr>
          </a:p>
        </p:txBody>
      </p:sp>
      <p:sp>
        <p:nvSpPr>
          <p:cNvPr id="47" name="Text 44"/>
          <p:cNvSpPr/>
          <p:nvPr/>
        </p:nvSpPr>
        <p:spPr>
          <a:xfrm>
            <a:off x="450056" y="7673815"/>
            <a:ext cx="8243888" cy="265151"/>
          </a:xfrm>
          <a:prstGeom prst="rect">
            <a:avLst/>
          </a:prstGeom>
          <a:noFill/>
          <a:ln/>
        </p:spPr>
        <p:txBody>
          <a:bodyPr wrap="none" lIns="0" tIns="0" rIns="0" bIns="0" rtlCol="0" anchor="t"/>
          <a:lstStyle/>
          <a:p>
            <a:pPr marL="0" indent="0" algn="l">
              <a:lnSpc>
                <a:spcPts val="1600"/>
              </a:lnSpc>
              <a:buNone/>
            </a:pPr>
            <a:r>
              <a:rPr lang="en-US" sz="1400" b="1" dirty="0">
                <a:solidFill>
                  <a:srgbClr val="4B4A4A"/>
                </a:solidFill>
                <a:latin typeface="Geist" pitchFamily="34" charset="0"/>
                <a:ea typeface="Geist" pitchFamily="34" charset="-122"/>
                <a:cs typeface="Geist" pitchFamily="34" charset="-120"/>
              </a:rPr>
              <a:t>The final settlement document is provided, and a comprehensive report is filed, officially concluding the mediation.</a:t>
            </a:r>
            <a:endParaRPr lang="en-US" sz="1400" b="1" dirty="0"/>
          </a:p>
        </p:txBody>
      </p:sp>
      <p:sp>
        <p:nvSpPr>
          <p:cNvPr id="48" name="TextBox 47">
            <a:extLst>
              <a:ext uri="{FF2B5EF4-FFF2-40B4-BE49-F238E27FC236}">
                <a16:creationId xmlns:a16="http://schemas.microsoft.com/office/drawing/2014/main" id="{E6F41B90-CBA3-D1DB-45F4-334601599819}"/>
              </a:ext>
            </a:extLst>
          </p:cNvPr>
          <p:cNvSpPr txBox="1"/>
          <p:nvPr/>
        </p:nvSpPr>
        <p:spPr>
          <a:xfrm>
            <a:off x="11462656" y="7806390"/>
            <a:ext cx="2958737" cy="369332"/>
          </a:xfrm>
          <a:prstGeom prst="rect">
            <a:avLst/>
          </a:prstGeom>
          <a:noFill/>
        </p:spPr>
        <p:txBody>
          <a:bodyPr wrap="square" rtlCol="0">
            <a:spAutoFit/>
          </a:bodyPr>
          <a:lstStyle/>
          <a:p>
            <a:r>
              <a:rPr lang="en-IN" b="1">
                <a:latin typeface="Times New Roman" panose="02020603050405020304" pitchFamily="18" charset="0"/>
                <a:cs typeface="Times New Roman" panose="02020603050405020304" pitchFamily="18" charset="0"/>
              </a:rPr>
              <a:t>©Pereira &amp; Associates</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6633" y="539472"/>
            <a:ext cx="9717762" cy="613172"/>
          </a:xfrm>
          <a:prstGeom prst="rect">
            <a:avLst/>
          </a:prstGeom>
          <a:noFill/>
          <a:ln/>
        </p:spPr>
        <p:txBody>
          <a:bodyPr wrap="none" lIns="0" tIns="0" rIns="0" bIns="0" rtlCol="0" anchor="t"/>
          <a:lstStyle/>
          <a:p>
            <a:pPr marL="0" indent="0" algn="l">
              <a:lnSpc>
                <a:spcPts val="4800"/>
              </a:lnSpc>
              <a:buNone/>
            </a:pPr>
            <a:r>
              <a:rPr lang="en-US" sz="3850" b="1" dirty="0">
                <a:solidFill>
                  <a:srgbClr val="006747"/>
                </a:solidFill>
                <a:latin typeface="Noto Serif SC Bold" pitchFamily="34" charset="0"/>
                <a:ea typeface="Noto Serif SC Bold" pitchFamily="34" charset="-122"/>
                <a:cs typeface="Noto Serif SC Bold" pitchFamily="34" charset="-120"/>
              </a:rPr>
              <a:t>Mediation vs. Litigation: A Comparison</a:t>
            </a:r>
            <a:endParaRPr lang="en-US" sz="38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1544955"/>
            <a:ext cx="490418" cy="490418"/>
          </a:xfrm>
          <a:prstGeom prst="rect">
            <a:avLst/>
          </a:prstGeom>
        </p:spPr>
      </p:pic>
      <p:sp>
        <p:nvSpPr>
          <p:cNvPr id="4" name="Text 1"/>
          <p:cNvSpPr/>
          <p:nvPr/>
        </p:nvSpPr>
        <p:spPr>
          <a:xfrm>
            <a:off x="686633" y="2280523"/>
            <a:ext cx="2452330" cy="306586"/>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Cost Effective</a:t>
            </a:r>
            <a:endParaRPr lang="en-US" sz="1900" dirty="0"/>
          </a:p>
        </p:txBody>
      </p:sp>
      <p:sp>
        <p:nvSpPr>
          <p:cNvPr id="5" name="Text 2"/>
          <p:cNvSpPr/>
          <p:nvPr/>
        </p:nvSpPr>
        <p:spPr>
          <a:xfrm>
            <a:off x="686633" y="2704743"/>
            <a:ext cx="6505932" cy="627698"/>
          </a:xfrm>
          <a:prstGeom prst="rect">
            <a:avLst/>
          </a:prstGeom>
          <a:noFill/>
          <a:ln/>
        </p:spPr>
        <p:txBody>
          <a:bodyPr wrap="square" lIns="0" tIns="0" rIns="0" bIns="0" rtlCol="0" anchor="t"/>
          <a:lstStyle/>
          <a:p>
            <a:pPr marL="0" indent="0" algn="l">
              <a:lnSpc>
                <a:spcPts val="2450"/>
              </a:lnSpc>
              <a:buNone/>
            </a:pPr>
            <a:r>
              <a:rPr lang="en-US" sz="1500" b="1" dirty="0">
                <a:solidFill>
                  <a:srgbClr val="4B4A4A"/>
                </a:solidFill>
                <a:latin typeface="Geist" pitchFamily="34" charset="0"/>
                <a:ea typeface="Geist" pitchFamily="34" charset="-122"/>
                <a:cs typeface="Geist" pitchFamily="34" charset="-120"/>
              </a:rPr>
              <a:t>Significantly lower costs compared to court proceedings, with no lengthy legal fees or multiple hearings required.</a:t>
            </a:r>
            <a:endParaRPr lang="en-US" sz="1500" b="1"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7715" y="1544955"/>
            <a:ext cx="490418" cy="490418"/>
          </a:xfrm>
          <a:prstGeom prst="rect">
            <a:avLst/>
          </a:prstGeom>
        </p:spPr>
      </p:pic>
      <p:sp>
        <p:nvSpPr>
          <p:cNvPr id="7" name="Text 3"/>
          <p:cNvSpPr/>
          <p:nvPr/>
        </p:nvSpPr>
        <p:spPr>
          <a:xfrm>
            <a:off x="7437715" y="2280523"/>
            <a:ext cx="2452330" cy="306586"/>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Faster Resolution</a:t>
            </a:r>
            <a:endParaRPr lang="en-US" sz="1900" dirty="0"/>
          </a:p>
        </p:txBody>
      </p:sp>
      <p:sp>
        <p:nvSpPr>
          <p:cNvPr id="8" name="Text 4"/>
          <p:cNvSpPr/>
          <p:nvPr/>
        </p:nvSpPr>
        <p:spPr>
          <a:xfrm>
            <a:off x="7437715" y="2704743"/>
            <a:ext cx="6506051" cy="627698"/>
          </a:xfrm>
          <a:prstGeom prst="rect">
            <a:avLst/>
          </a:prstGeom>
          <a:noFill/>
          <a:ln/>
        </p:spPr>
        <p:txBody>
          <a:bodyPr wrap="square" lIns="0" tIns="0" rIns="0" bIns="0" rtlCol="0" anchor="t"/>
          <a:lstStyle/>
          <a:p>
            <a:pPr marL="0" indent="0" algn="l">
              <a:lnSpc>
                <a:spcPts val="2450"/>
              </a:lnSpc>
              <a:buNone/>
            </a:pPr>
            <a:r>
              <a:rPr lang="en-US" sz="1500" b="1" dirty="0">
                <a:solidFill>
                  <a:srgbClr val="4B4A4A"/>
                </a:solidFill>
                <a:latin typeface="Geist" pitchFamily="34" charset="0"/>
                <a:ea typeface="Geist" pitchFamily="34" charset="-122"/>
                <a:cs typeface="Geist" pitchFamily="34" charset="-120"/>
              </a:rPr>
              <a:t>Typically resolved in 3–5 sessions within 90 days, compared to years of litigation in overburdened courts.</a:t>
            </a:r>
            <a:endParaRPr lang="en-US" sz="1500" b="1"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6633" y="3724751"/>
            <a:ext cx="490418" cy="490418"/>
          </a:xfrm>
          <a:prstGeom prst="rect">
            <a:avLst/>
          </a:prstGeom>
        </p:spPr>
      </p:pic>
      <p:sp>
        <p:nvSpPr>
          <p:cNvPr id="10" name="Text 5"/>
          <p:cNvSpPr/>
          <p:nvPr/>
        </p:nvSpPr>
        <p:spPr>
          <a:xfrm>
            <a:off x="686633" y="4460319"/>
            <a:ext cx="2585918" cy="306586"/>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Confidential Process</a:t>
            </a:r>
            <a:endParaRPr lang="en-US" sz="1900" dirty="0"/>
          </a:p>
        </p:txBody>
      </p:sp>
      <p:sp>
        <p:nvSpPr>
          <p:cNvPr id="11" name="Text 6"/>
          <p:cNvSpPr/>
          <p:nvPr/>
        </p:nvSpPr>
        <p:spPr>
          <a:xfrm>
            <a:off x="686633" y="4884539"/>
            <a:ext cx="6505932" cy="627698"/>
          </a:xfrm>
          <a:prstGeom prst="rect">
            <a:avLst/>
          </a:prstGeom>
          <a:noFill/>
          <a:ln/>
        </p:spPr>
        <p:txBody>
          <a:bodyPr wrap="square" lIns="0" tIns="0" rIns="0" bIns="0" rtlCol="0" anchor="t"/>
          <a:lstStyle/>
          <a:p>
            <a:pPr marL="0" indent="0" algn="l">
              <a:lnSpc>
                <a:spcPts val="2450"/>
              </a:lnSpc>
              <a:buNone/>
            </a:pPr>
            <a:r>
              <a:rPr lang="en-US" sz="1500" b="1" dirty="0">
                <a:solidFill>
                  <a:srgbClr val="4B4A4A"/>
                </a:solidFill>
                <a:latin typeface="Geist" pitchFamily="34" charset="0"/>
                <a:ea typeface="Geist" pitchFamily="34" charset="-122"/>
                <a:cs typeface="Geist" pitchFamily="34" charset="-120"/>
              </a:rPr>
              <a:t>Discussions remain private and confidential, unlike public court proceedings that become part of the permanent record.</a:t>
            </a:r>
            <a:endParaRPr lang="en-US" sz="1500" b="1"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7715" y="3724751"/>
            <a:ext cx="490418" cy="490418"/>
          </a:xfrm>
          <a:prstGeom prst="rect">
            <a:avLst/>
          </a:prstGeom>
        </p:spPr>
      </p:pic>
      <p:sp>
        <p:nvSpPr>
          <p:cNvPr id="13" name="Text 7"/>
          <p:cNvSpPr/>
          <p:nvPr/>
        </p:nvSpPr>
        <p:spPr>
          <a:xfrm>
            <a:off x="7437715" y="4460319"/>
            <a:ext cx="2452330" cy="306586"/>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Flexible Solutions</a:t>
            </a:r>
            <a:endParaRPr lang="en-US" sz="1900" dirty="0"/>
          </a:p>
        </p:txBody>
      </p:sp>
      <p:sp>
        <p:nvSpPr>
          <p:cNvPr id="14" name="Text 8"/>
          <p:cNvSpPr/>
          <p:nvPr/>
        </p:nvSpPr>
        <p:spPr>
          <a:xfrm>
            <a:off x="7437715" y="4884539"/>
            <a:ext cx="6506051" cy="627698"/>
          </a:xfrm>
          <a:prstGeom prst="rect">
            <a:avLst/>
          </a:prstGeom>
          <a:noFill/>
          <a:ln/>
        </p:spPr>
        <p:txBody>
          <a:bodyPr wrap="square" lIns="0" tIns="0" rIns="0" bIns="0" rtlCol="0" anchor="t"/>
          <a:lstStyle/>
          <a:p>
            <a:pPr marL="0" indent="0" algn="l">
              <a:lnSpc>
                <a:spcPts val="2450"/>
              </a:lnSpc>
              <a:buNone/>
            </a:pPr>
            <a:r>
              <a:rPr lang="en-US" sz="1500" b="1" dirty="0">
                <a:solidFill>
                  <a:srgbClr val="4B4A4A"/>
                </a:solidFill>
                <a:latin typeface="Geist" pitchFamily="34" charset="0"/>
                <a:ea typeface="Geist" pitchFamily="34" charset="-122"/>
                <a:cs typeface="Geist" pitchFamily="34" charset="-120"/>
              </a:rPr>
              <a:t>Parties craft creative, customised solutions rather than being bound by rigid legal remedies and court orders.</a:t>
            </a:r>
            <a:endParaRPr lang="en-US" sz="1500" b="1"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6633" y="5904548"/>
            <a:ext cx="490418" cy="490418"/>
          </a:xfrm>
          <a:prstGeom prst="rect">
            <a:avLst/>
          </a:prstGeom>
        </p:spPr>
      </p:pic>
      <p:sp>
        <p:nvSpPr>
          <p:cNvPr id="16" name="Text 9"/>
          <p:cNvSpPr/>
          <p:nvPr/>
        </p:nvSpPr>
        <p:spPr>
          <a:xfrm>
            <a:off x="686633" y="6640116"/>
            <a:ext cx="2976205" cy="306586"/>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Preserves Relationships</a:t>
            </a:r>
            <a:endParaRPr lang="en-US" sz="1900" dirty="0"/>
          </a:p>
        </p:txBody>
      </p:sp>
      <p:sp>
        <p:nvSpPr>
          <p:cNvPr id="17" name="Text 10"/>
          <p:cNvSpPr/>
          <p:nvPr/>
        </p:nvSpPr>
        <p:spPr>
          <a:xfrm>
            <a:off x="686633" y="7064335"/>
            <a:ext cx="6505932" cy="627698"/>
          </a:xfrm>
          <a:prstGeom prst="rect">
            <a:avLst/>
          </a:prstGeom>
          <a:noFill/>
          <a:ln/>
        </p:spPr>
        <p:txBody>
          <a:bodyPr wrap="square" lIns="0" tIns="0" rIns="0" bIns="0" rtlCol="0" anchor="t"/>
          <a:lstStyle/>
          <a:p>
            <a:pPr marL="0" indent="0" algn="l">
              <a:lnSpc>
                <a:spcPts val="2450"/>
              </a:lnSpc>
              <a:buNone/>
            </a:pPr>
            <a:r>
              <a:rPr lang="en-US" sz="1500" b="1" dirty="0">
                <a:solidFill>
                  <a:srgbClr val="4B4A4A"/>
                </a:solidFill>
                <a:latin typeface="Geist" pitchFamily="34" charset="0"/>
                <a:ea typeface="Geist" pitchFamily="34" charset="-122"/>
                <a:cs typeface="Geist" pitchFamily="34" charset="-120"/>
              </a:rPr>
              <a:t>Collaborative approach maintains family bonds and business relationships that adversarial litigation often destroys.</a:t>
            </a:r>
            <a:endParaRPr lang="en-US" sz="1500" b="1" dirty="0"/>
          </a:p>
        </p:txBody>
      </p:sp>
      <p:pic>
        <p:nvPicPr>
          <p:cNvPr id="18"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37715" y="5904548"/>
            <a:ext cx="490418" cy="490418"/>
          </a:xfrm>
          <a:prstGeom prst="rect">
            <a:avLst/>
          </a:prstGeom>
        </p:spPr>
      </p:pic>
      <p:sp>
        <p:nvSpPr>
          <p:cNvPr id="19" name="Text 11"/>
          <p:cNvSpPr/>
          <p:nvPr/>
        </p:nvSpPr>
        <p:spPr>
          <a:xfrm>
            <a:off x="7437715" y="6640116"/>
            <a:ext cx="2452330" cy="306586"/>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Higher Compliance</a:t>
            </a:r>
            <a:endParaRPr lang="en-US" sz="1900" dirty="0"/>
          </a:p>
        </p:txBody>
      </p:sp>
      <p:sp>
        <p:nvSpPr>
          <p:cNvPr id="20" name="Text 12"/>
          <p:cNvSpPr/>
          <p:nvPr/>
        </p:nvSpPr>
        <p:spPr>
          <a:xfrm>
            <a:off x="7437715" y="7064335"/>
            <a:ext cx="6506051" cy="627698"/>
          </a:xfrm>
          <a:prstGeom prst="rect">
            <a:avLst/>
          </a:prstGeom>
          <a:noFill/>
          <a:ln/>
        </p:spPr>
        <p:txBody>
          <a:bodyPr wrap="square" lIns="0" tIns="0" rIns="0" bIns="0" rtlCol="0" anchor="t"/>
          <a:lstStyle/>
          <a:p>
            <a:pPr marL="0" indent="0" algn="l">
              <a:lnSpc>
                <a:spcPts val="2450"/>
              </a:lnSpc>
              <a:buNone/>
            </a:pPr>
            <a:r>
              <a:rPr lang="en-US" sz="1500" b="1" dirty="0">
                <a:solidFill>
                  <a:srgbClr val="4B4A4A"/>
                </a:solidFill>
                <a:latin typeface="Geist" pitchFamily="34" charset="0"/>
                <a:ea typeface="Geist" pitchFamily="34" charset="-122"/>
                <a:cs typeface="Geist" pitchFamily="34" charset="-120"/>
              </a:rPr>
              <a:t>Parties are more likely to honour agreements they helped create voluntarily rather than court-imposed judgements.</a:t>
            </a:r>
            <a:endParaRPr lang="en-US" sz="1500" b="1" dirty="0"/>
          </a:p>
        </p:txBody>
      </p:sp>
      <mc:AlternateContent xmlns:mc="http://schemas.openxmlformats.org/markup-compatibility/2006" xmlns:p14="http://schemas.microsoft.com/office/powerpoint/2010/main">
        <mc:Choice Requires="p14">
          <p:contentPart p14:bwMode="auto" r:id="rId15">
            <p14:nvContentPartPr>
              <p14:cNvPr id="22" name="Ink 21">
                <a:extLst>
                  <a:ext uri="{FF2B5EF4-FFF2-40B4-BE49-F238E27FC236}">
                    <a16:creationId xmlns:a16="http://schemas.microsoft.com/office/drawing/2014/main" id="{AE36F640-05CD-5758-B877-20AFF0E89D19}"/>
                  </a:ext>
                </a:extLst>
              </p14:cNvPr>
              <p14:cNvContentPartPr/>
              <p14:nvPr/>
            </p14:nvContentPartPr>
            <p14:xfrm>
              <a:off x="12984789" y="8007120"/>
              <a:ext cx="1528560" cy="720"/>
            </p14:xfrm>
          </p:contentPart>
        </mc:Choice>
        <mc:Fallback xmlns="">
          <p:pic>
            <p:nvPicPr>
              <p:cNvPr id="22" name="Ink 21">
                <a:extLst>
                  <a:ext uri="{FF2B5EF4-FFF2-40B4-BE49-F238E27FC236}">
                    <a16:creationId xmlns:a16="http://schemas.microsoft.com/office/drawing/2014/main" id="{AE36F640-05CD-5758-B877-20AFF0E89D19}"/>
                  </a:ext>
                </a:extLst>
              </p:cNvPr>
              <p:cNvPicPr/>
              <p:nvPr/>
            </p:nvPicPr>
            <p:blipFill>
              <a:blip r:embed="rId16"/>
              <a:stretch>
                <a:fillRect/>
              </a:stretch>
            </p:blipFill>
            <p:spPr>
              <a:xfrm>
                <a:off x="12921789" y="7881120"/>
                <a:ext cx="1654200" cy="252000"/>
              </a:xfrm>
              <a:prstGeom prst="rect">
                <a:avLst/>
              </a:prstGeom>
            </p:spPr>
          </p:pic>
        </mc:Fallback>
      </mc:AlternateContent>
      <p:grpSp>
        <p:nvGrpSpPr>
          <p:cNvPr id="27" name="Group 26">
            <a:extLst>
              <a:ext uri="{FF2B5EF4-FFF2-40B4-BE49-F238E27FC236}">
                <a16:creationId xmlns:a16="http://schemas.microsoft.com/office/drawing/2014/main" id="{15B89681-6C70-BB94-550B-704F04EA70FF}"/>
              </a:ext>
            </a:extLst>
          </p:cNvPr>
          <p:cNvGrpSpPr/>
          <p:nvPr/>
        </p:nvGrpSpPr>
        <p:grpSpPr>
          <a:xfrm>
            <a:off x="12918909" y="7758360"/>
            <a:ext cx="1581840" cy="353880"/>
            <a:chOff x="12918909" y="7758360"/>
            <a:chExt cx="1581840" cy="353880"/>
          </a:xfrm>
        </p:grpSpPr>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4643DC6B-F06B-49F4-EC48-FE7998E170C2}"/>
                    </a:ext>
                  </a:extLst>
                </p14:cNvPr>
                <p14:cNvContentPartPr/>
                <p14:nvPr/>
              </p14:nvContentPartPr>
              <p14:xfrm>
                <a:off x="12932229" y="7885440"/>
                <a:ext cx="1536480" cy="70200"/>
              </p14:xfrm>
            </p:contentPart>
          </mc:Choice>
          <mc:Fallback xmlns="">
            <p:pic>
              <p:nvPicPr>
                <p:cNvPr id="23" name="Ink 22">
                  <a:extLst>
                    <a:ext uri="{FF2B5EF4-FFF2-40B4-BE49-F238E27FC236}">
                      <a16:creationId xmlns:a16="http://schemas.microsoft.com/office/drawing/2014/main" id="{4643DC6B-F06B-49F4-EC48-FE7998E170C2}"/>
                    </a:ext>
                  </a:extLst>
                </p:cNvPr>
                <p:cNvPicPr/>
                <p:nvPr/>
              </p:nvPicPr>
              <p:blipFill>
                <a:blip r:embed="rId18"/>
                <a:stretch>
                  <a:fillRect/>
                </a:stretch>
              </p:blipFill>
              <p:spPr>
                <a:xfrm>
                  <a:off x="12869229" y="7822800"/>
                  <a:ext cx="1662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4" name="Ink 23">
                  <a:extLst>
                    <a:ext uri="{FF2B5EF4-FFF2-40B4-BE49-F238E27FC236}">
                      <a16:creationId xmlns:a16="http://schemas.microsoft.com/office/drawing/2014/main" id="{E7506944-5992-5065-9DCC-75EAF2464A56}"/>
                    </a:ext>
                  </a:extLst>
                </p14:cNvPr>
                <p14:cNvContentPartPr/>
                <p14:nvPr/>
              </p14:nvContentPartPr>
              <p14:xfrm>
                <a:off x="12971469" y="7758360"/>
                <a:ext cx="1529280" cy="197640"/>
              </p14:xfrm>
            </p:contentPart>
          </mc:Choice>
          <mc:Fallback xmlns="">
            <p:pic>
              <p:nvPicPr>
                <p:cNvPr id="24" name="Ink 23">
                  <a:extLst>
                    <a:ext uri="{FF2B5EF4-FFF2-40B4-BE49-F238E27FC236}">
                      <a16:creationId xmlns:a16="http://schemas.microsoft.com/office/drawing/2014/main" id="{E7506944-5992-5065-9DCC-75EAF2464A56}"/>
                    </a:ext>
                  </a:extLst>
                </p:cNvPr>
                <p:cNvPicPr/>
                <p:nvPr/>
              </p:nvPicPr>
              <p:blipFill>
                <a:blip r:embed="rId20"/>
                <a:stretch>
                  <a:fillRect/>
                </a:stretch>
              </p:blipFill>
              <p:spPr>
                <a:xfrm>
                  <a:off x="12908469" y="7695720"/>
                  <a:ext cx="165492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531F8EFE-45E7-2F3D-417E-BCDBA6668F7A}"/>
                    </a:ext>
                  </a:extLst>
                </p14:cNvPr>
                <p14:cNvContentPartPr/>
                <p14:nvPr/>
              </p14:nvContentPartPr>
              <p14:xfrm>
                <a:off x="12918909" y="7863480"/>
                <a:ext cx="807840" cy="2880"/>
              </p14:xfrm>
            </p:contentPart>
          </mc:Choice>
          <mc:Fallback xmlns="">
            <p:pic>
              <p:nvPicPr>
                <p:cNvPr id="25" name="Ink 24">
                  <a:extLst>
                    <a:ext uri="{FF2B5EF4-FFF2-40B4-BE49-F238E27FC236}">
                      <a16:creationId xmlns:a16="http://schemas.microsoft.com/office/drawing/2014/main" id="{531F8EFE-45E7-2F3D-417E-BCDBA6668F7A}"/>
                    </a:ext>
                  </a:extLst>
                </p:cNvPr>
                <p:cNvPicPr/>
                <p:nvPr/>
              </p:nvPicPr>
              <p:blipFill>
                <a:blip r:embed="rId22"/>
                <a:stretch>
                  <a:fillRect/>
                </a:stretch>
              </p:blipFill>
              <p:spPr>
                <a:xfrm>
                  <a:off x="12855909" y="7800480"/>
                  <a:ext cx="9334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DEC362B8-0D3B-D679-EA53-943FADA0104E}"/>
                    </a:ext>
                  </a:extLst>
                </p14:cNvPr>
                <p14:cNvContentPartPr/>
                <p14:nvPr/>
              </p14:nvContentPartPr>
              <p14:xfrm>
                <a:off x="12984789" y="8020440"/>
                <a:ext cx="1404360" cy="91800"/>
              </p14:xfrm>
            </p:contentPart>
          </mc:Choice>
          <mc:Fallback xmlns="">
            <p:pic>
              <p:nvPicPr>
                <p:cNvPr id="26" name="Ink 25">
                  <a:extLst>
                    <a:ext uri="{FF2B5EF4-FFF2-40B4-BE49-F238E27FC236}">
                      <a16:creationId xmlns:a16="http://schemas.microsoft.com/office/drawing/2014/main" id="{DEC362B8-0D3B-D679-EA53-943FADA0104E}"/>
                    </a:ext>
                  </a:extLst>
                </p:cNvPr>
                <p:cNvPicPr/>
                <p:nvPr/>
              </p:nvPicPr>
              <p:blipFill>
                <a:blip r:embed="rId24"/>
                <a:stretch>
                  <a:fillRect/>
                </a:stretch>
              </p:blipFill>
              <p:spPr>
                <a:xfrm>
                  <a:off x="12921789" y="7957800"/>
                  <a:ext cx="1530000" cy="217440"/>
                </a:xfrm>
                <a:prstGeom prst="rect">
                  <a:avLst/>
                </a:prstGeom>
              </p:spPr>
            </p:pic>
          </mc:Fallback>
        </mc:AlternateContent>
      </p:grpSp>
      <p:sp>
        <p:nvSpPr>
          <p:cNvPr id="28" name="TextBox 27">
            <a:extLst>
              <a:ext uri="{FF2B5EF4-FFF2-40B4-BE49-F238E27FC236}">
                <a16:creationId xmlns:a16="http://schemas.microsoft.com/office/drawing/2014/main" id="{B169C1F4-E5BF-E4E1-5E92-AD30E453F2B7}"/>
              </a:ext>
            </a:extLst>
          </p:cNvPr>
          <p:cNvSpPr txBox="1"/>
          <p:nvPr/>
        </p:nvSpPr>
        <p:spPr>
          <a:xfrm>
            <a:off x="12213308" y="7793289"/>
            <a:ext cx="263916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94083" y="430887"/>
            <a:ext cx="4954905" cy="453271"/>
          </a:xfrm>
          <a:prstGeom prst="rect">
            <a:avLst/>
          </a:prstGeom>
          <a:noFill/>
          <a:ln/>
        </p:spPr>
        <p:txBody>
          <a:bodyPr wrap="none" lIns="0" tIns="0" rIns="0" bIns="0" rtlCol="0" anchor="t"/>
          <a:lstStyle/>
          <a:p>
            <a:pPr marL="0" indent="0" algn="l">
              <a:lnSpc>
                <a:spcPts val="3550"/>
              </a:lnSpc>
              <a:buNone/>
            </a:pPr>
            <a:r>
              <a:rPr lang="en-US" sz="2850" b="1" dirty="0">
                <a:solidFill>
                  <a:srgbClr val="006747"/>
                </a:solidFill>
                <a:latin typeface="Noto Serif SC Bold" pitchFamily="34" charset="0"/>
                <a:ea typeface="Noto Serif SC Bold" pitchFamily="34" charset="-122"/>
                <a:cs typeface="Noto Serif SC Bold" pitchFamily="34" charset="-120"/>
              </a:rPr>
              <a:t>Classification of Mediation</a:t>
            </a:r>
            <a:endParaRPr lang="en-US" sz="2850" dirty="0"/>
          </a:p>
        </p:txBody>
      </p:sp>
      <p:sp>
        <p:nvSpPr>
          <p:cNvPr id="4" name="Text 1"/>
          <p:cNvSpPr/>
          <p:nvPr/>
        </p:nvSpPr>
        <p:spPr>
          <a:xfrm>
            <a:off x="5994083" y="1101685"/>
            <a:ext cx="8128635" cy="463868"/>
          </a:xfrm>
          <a:prstGeom prst="rect">
            <a:avLst/>
          </a:prstGeom>
          <a:noFill/>
          <a:ln/>
        </p:spPr>
        <p:txBody>
          <a:bodyPr wrap="square" lIns="0" tIns="0" rIns="0" bIns="0" rtlCol="0" anchor="t"/>
          <a:lstStyle/>
          <a:p>
            <a:pPr marL="0" indent="0" algn="l">
              <a:lnSpc>
                <a:spcPts val="1800"/>
              </a:lnSpc>
              <a:buNone/>
            </a:pPr>
            <a:r>
              <a:rPr lang="en-US" sz="1100" b="1" dirty="0">
                <a:solidFill>
                  <a:srgbClr val="4B4A4A"/>
                </a:solidFill>
                <a:latin typeface="Geist" pitchFamily="34" charset="0"/>
                <a:ea typeface="Geist" pitchFamily="34" charset="-122"/>
                <a:cs typeface="Geist" pitchFamily="34" charset="-120"/>
              </a:rPr>
              <a:t>Mediation can be categorised based on its origin, legal framework, and the context in which it is applied, offering various pathways to dispute resolution:</a:t>
            </a:r>
            <a:endParaRPr lang="en-US" sz="1100" b="1" dirty="0"/>
          </a:p>
        </p:txBody>
      </p:sp>
      <p:sp>
        <p:nvSpPr>
          <p:cNvPr id="5" name="Shape 2"/>
          <p:cNvSpPr/>
          <p:nvPr/>
        </p:nvSpPr>
        <p:spPr>
          <a:xfrm>
            <a:off x="5994083" y="1728668"/>
            <a:ext cx="8128635" cy="1097994"/>
          </a:xfrm>
          <a:prstGeom prst="roundRect">
            <a:avLst>
              <a:gd name="adj" fmla="val 11891"/>
            </a:avLst>
          </a:prstGeom>
          <a:solidFill>
            <a:srgbClr val="E5F9F2">
              <a:alpha val="95000"/>
            </a:srgbClr>
          </a:solidFill>
          <a:ln w="15240">
            <a:solidFill>
              <a:srgbClr val="B7D5CA"/>
            </a:solidFill>
            <a:prstDash val="solid"/>
          </a:ln>
        </p:spPr>
        <p:txBody>
          <a:bodyPr/>
          <a:lstStyle/>
          <a:p>
            <a:endParaRPr lang="en-IN"/>
          </a:p>
        </p:txBody>
      </p:sp>
      <p:sp>
        <p:nvSpPr>
          <p:cNvPr id="6" name="Shape 3"/>
          <p:cNvSpPr/>
          <p:nvPr/>
        </p:nvSpPr>
        <p:spPr>
          <a:xfrm>
            <a:off x="6009323" y="1743908"/>
            <a:ext cx="580192" cy="1067514"/>
          </a:xfrm>
          <a:prstGeom prst="roundRect">
            <a:avLst>
              <a:gd name="adj" fmla="val 19350"/>
            </a:avLst>
          </a:prstGeom>
          <a:solidFill>
            <a:srgbClr val="D1EFE4"/>
          </a:solidFill>
          <a:ln/>
        </p:spPr>
        <p:txBody>
          <a:bodyPr/>
          <a:lstStyle/>
          <a:p>
            <a:endParaRPr lang="en-IN"/>
          </a:p>
        </p:txBody>
      </p:sp>
      <p:sp>
        <p:nvSpPr>
          <p:cNvPr id="7" name="Text 4"/>
          <p:cNvSpPr/>
          <p:nvPr/>
        </p:nvSpPr>
        <p:spPr>
          <a:xfrm>
            <a:off x="6186845" y="2141696"/>
            <a:ext cx="217527" cy="271939"/>
          </a:xfrm>
          <a:prstGeom prst="rect">
            <a:avLst/>
          </a:prstGeom>
          <a:noFill/>
          <a:ln/>
        </p:spPr>
        <p:txBody>
          <a:bodyPr wrap="none" lIns="0" tIns="0" rIns="0" bIns="0" rtlCol="0" anchor="t"/>
          <a:lstStyle/>
          <a:p>
            <a:pPr marL="0" indent="0" algn="l">
              <a:lnSpc>
                <a:spcPts val="1700"/>
              </a:lnSpc>
              <a:buNone/>
            </a:pPr>
            <a:r>
              <a:rPr lang="en-US" sz="1700" b="1" dirty="0">
                <a:solidFill>
                  <a:srgbClr val="4B4A4A"/>
                </a:solidFill>
                <a:latin typeface="Noto Serif SC Bold" pitchFamily="34" charset="0"/>
                <a:ea typeface="Noto Serif SC Bold" pitchFamily="34" charset="-122"/>
                <a:cs typeface="Noto Serif SC Bold" pitchFamily="34" charset="-120"/>
              </a:rPr>
              <a:t>1</a:t>
            </a:r>
            <a:endParaRPr lang="en-US" sz="1700" dirty="0"/>
          </a:p>
        </p:txBody>
      </p:sp>
      <p:sp>
        <p:nvSpPr>
          <p:cNvPr id="8" name="Text 5"/>
          <p:cNvSpPr/>
          <p:nvPr/>
        </p:nvSpPr>
        <p:spPr>
          <a:xfrm>
            <a:off x="6734532" y="1888927"/>
            <a:ext cx="1999059" cy="2265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Mandatory Mediation</a:t>
            </a:r>
            <a:endParaRPr lang="en-US" sz="1400" dirty="0"/>
          </a:p>
        </p:txBody>
      </p:sp>
      <p:sp>
        <p:nvSpPr>
          <p:cNvPr id="9" name="Text 6"/>
          <p:cNvSpPr/>
          <p:nvPr/>
        </p:nvSpPr>
        <p:spPr>
          <a:xfrm>
            <a:off x="6734532" y="2202537"/>
            <a:ext cx="7227927" cy="463868"/>
          </a:xfrm>
          <a:prstGeom prst="rect">
            <a:avLst/>
          </a:prstGeom>
          <a:noFill/>
          <a:ln/>
        </p:spPr>
        <p:txBody>
          <a:bodyPr wrap="square" lIns="0" tIns="0" rIns="0" bIns="0" rtlCol="0" anchor="t"/>
          <a:lstStyle/>
          <a:p>
            <a:pPr marL="0" indent="0" algn="l">
              <a:lnSpc>
                <a:spcPts val="1800"/>
              </a:lnSpc>
              <a:buNone/>
            </a:pPr>
            <a:r>
              <a:rPr lang="en-US" sz="1100" b="1" dirty="0">
                <a:solidFill>
                  <a:srgbClr val="4B4A4A"/>
                </a:solidFill>
                <a:latin typeface="Geist" pitchFamily="34" charset="0"/>
                <a:ea typeface="Geist" pitchFamily="34" charset="-122"/>
                <a:cs typeface="Geist" pitchFamily="34" charset="-120"/>
              </a:rPr>
              <a:t>Legally required for certain disputes, such as family law matters or labour issues, before court proceedings can commence.</a:t>
            </a:r>
            <a:endParaRPr lang="en-US" sz="1100" b="1" dirty="0"/>
          </a:p>
        </p:txBody>
      </p:sp>
      <p:sp>
        <p:nvSpPr>
          <p:cNvPr id="13" name="Text 10"/>
          <p:cNvSpPr/>
          <p:nvPr/>
        </p:nvSpPr>
        <p:spPr>
          <a:xfrm>
            <a:off x="6734532" y="3131939"/>
            <a:ext cx="2381607" cy="226576"/>
          </a:xfrm>
          <a:prstGeom prst="rect">
            <a:avLst/>
          </a:prstGeom>
          <a:noFill/>
          <a:ln/>
        </p:spPr>
        <p:txBody>
          <a:bodyPr wrap="none" lIns="0" tIns="0" rIns="0" bIns="0" rtlCol="0" anchor="t"/>
          <a:lstStyle/>
          <a:p>
            <a:pPr marL="0" indent="0" algn="l">
              <a:lnSpc>
                <a:spcPts val="1750"/>
              </a:lnSpc>
              <a:buNone/>
            </a:pPr>
            <a:endParaRPr lang="en-US" sz="1400" dirty="0"/>
          </a:p>
        </p:txBody>
      </p:sp>
      <p:sp>
        <p:nvSpPr>
          <p:cNvPr id="14" name="Text 11"/>
          <p:cNvSpPr/>
          <p:nvPr/>
        </p:nvSpPr>
        <p:spPr>
          <a:xfrm>
            <a:off x="6734532" y="3445550"/>
            <a:ext cx="7227927" cy="463868"/>
          </a:xfrm>
          <a:prstGeom prst="rect">
            <a:avLst/>
          </a:prstGeom>
          <a:noFill/>
          <a:ln/>
        </p:spPr>
        <p:txBody>
          <a:bodyPr wrap="square" lIns="0" tIns="0" rIns="0" bIns="0" rtlCol="0" anchor="t"/>
          <a:lstStyle/>
          <a:p>
            <a:pPr marL="0" indent="0" algn="l">
              <a:lnSpc>
                <a:spcPts val="1800"/>
              </a:lnSpc>
              <a:buNone/>
            </a:pPr>
            <a:endParaRPr lang="en-US" sz="1100" b="1" dirty="0"/>
          </a:p>
        </p:txBody>
      </p:sp>
      <p:sp>
        <p:nvSpPr>
          <p:cNvPr id="15" name="Shape 12"/>
          <p:cNvSpPr/>
          <p:nvPr/>
        </p:nvSpPr>
        <p:spPr>
          <a:xfrm>
            <a:off x="5961825" y="3175090"/>
            <a:ext cx="8128635" cy="1097994"/>
          </a:xfrm>
          <a:prstGeom prst="roundRect">
            <a:avLst>
              <a:gd name="adj" fmla="val 11891"/>
            </a:avLst>
          </a:prstGeom>
          <a:solidFill>
            <a:srgbClr val="E5F9F2">
              <a:alpha val="95000"/>
            </a:srgbClr>
          </a:solidFill>
          <a:ln w="15240">
            <a:solidFill>
              <a:srgbClr val="B7D5CA"/>
            </a:solidFill>
            <a:prstDash val="solid"/>
          </a:ln>
        </p:spPr>
        <p:txBody>
          <a:bodyPr/>
          <a:lstStyle/>
          <a:p>
            <a:endParaRPr lang="en-IN"/>
          </a:p>
        </p:txBody>
      </p:sp>
      <p:sp>
        <p:nvSpPr>
          <p:cNvPr id="16" name="Shape 13"/>
          <p:cNvSpPr/>
          <p:nvPr/>
        </p:nvSpPr>
        <p:spPr>
          <a:xfrm>
            <a:off x="5997891" y="3180414"/>
            <a:ext cx="595433" cy="1067514"/>
          </a:xfrm>
          <a:prstGeom prst="roundRect">
            <a:avLst>
              <a:gd name="adj" fmla="val 19350"/>
            </a:avLst>
          </a:prstGeom>
          <a:solidFill>
            <a:srgbClr val="D1EFE4"/>
          </a:solidFill>
          <a:ln/>
        </p:spPr>
        <p:txBody>
          <a:bodyPr/>
          <a:lstStyle/>
          <a:p>
            <a:endParaRPr lang="en-IN" dirty="0"/>
          </a:p>
          <a:p>
            <a:r>
              <a:rPr lang="en-IN" b="1" dirty="0"/>
              <a:t>2</a:t>
            </a:r>
          </a:p>
        </p:txBody>
      </p:sp>
      <p:sp>
        <p:nvSpPr>
          <p:cNvPr id="17" name="Text 14"/>
          <p:cNvSpPr/>
          <p:nvPr/>
        </p:nvSpPr>
        <p:spPr>
          <a:xfrm>
            <a:off x="6186845" y="4627721"/>
            <a:ext cx="217527" cy="271939"/>
          </a:xfrm>
          <a:prstGeom prst="rect">
            <a:avLst/>
          </a:prstGeom>
          <a:noFill/>
          <a:ln/>
        </p:spPr>
        <p:txBody>
          <a:bodyPr wrap="none" lIns="0" tIns="0" rIns="0" bIns="0" rtlCol="0" anchor="t"/>
          <a:lstStyle/>
          <a:p>
            <a:pPr marL="0" indent="0" algn="l">
              <a:lnSpc>
                <a:spcPts val="1700"/>
              </a:lnSpc>
              <a:buNone/>
            </a:pPr>
            <a:endParaRPr lang="en-US" sz="1700" dirty="0"/>
          </a:p>
        </p:txBody>
      </p:sp>
      <p:sp>
        <p:nvSpPr>
          <p:cNvPr id="18" name="Text 15"/>
          <p:cNvSpPr/>
          <p:nvPr/>
        </p:nvSpPr>
        <p:spPr>
          <a:xfrm>
            <a:off x="6734532" y="3196767"/>
            <a:ext cx="2383036" cy="2265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Court-Referred Mediation</a:t>
            </a:r>
            <a:endParaRPr lang="en-US" sz="1400" dirty="0"/>
          </a:p>
        </p:txBody>
      </p:sp>
      <p:sp>
        <p:nvSpPr>
          <p:cNvPr id="19" name="Text 16"/>
          <p:cNvSpPr/>
          <p:nvPr/>
        </p:nvSpPr>
        <p:spPr>
          <a:xfrm>
            <a:off x="6728630" y="3602963"/>
            <a:ext cx="7227927" cy="463868"/>
          </a:xfrm>
          <a:prstGeom prst="rect">
            <a:avLst/>
          </a:prstGeom>
          <a:noFill/>
          <a:ln/>
        </p:spPr>
        <p:txBody>
          <a:bodyPr wrap="square" lIns="0" tIns="0" rIns="0" bIns="0" rtlCol="0" anchor="t"/>
          <a:lstStyle/>
          <a:p>
            <a:pPr marL="0" indent="0" algn="l">
              <a:lnSpc>
                <a:spcPts val="1800"/>
              </a:lnSpc>
              <a:buNone/>
            </a:pPr>
            <a:r>
              <a:rPr lang="en-US" sz="1100" b="1" dirty="0">
                <a:solidFill>
                  <a:srgbClr val="4B4A4A"/>
                </a:solidFill>
                <a:latin typeface="Geist" pitchFamily="34" charset="0"/>
                <a:ea typeface="Geist" pitchFamily="34" charset="-122"/>
                <a:cs typeface="Geist" pitchFamily="34" charset="-120"/>
              </a:rPr>
              <a:t>Cases where a court directs parties to engage with private mediators, often with a deadline for reporting back to the court.</a:t>
            </a:r>
            <a:endParaRPr lang="en-US" sz="1100" b="1" dirty="0"/>
          </a:p>
        </p:txBody>
      </p:sp>
      <p:sp>
        <p:nvSpPr>
          <p:cNvPr id="20" name="Shape 17"/>
          <p:cNvSpPr/>
          <p:nvPr/>
        </p:nvSpPr>
        <p:spPr>
          <a:xfrm>
            <a:off x="5994083" y="4790770"/>
            <a:ext cx="8128635" cy="1097994"/>
          </a:xfrm>
          <a:prstGeom prst="roundRect">
            <a:avLst>
              <a:gd name="adj" fmla="val 11891"/>
            </a:avLst>
          </a:prstGeom>
          <a:solidFill>
            <a:srgbClr val="E5F9F2">
              <a:alpha val="95000"/>
            </a:srgbClr>
          </a:solidFill>
          <a:ln w="15240">
            <a:solidFill>
              <a:srgbClr val="B7D5CA"/>
            </a:solidFill>
            <a:prstDash val="solid"/>
          </a:ln>
        </p:spPr>
        <p:txBody>
          <a:bodyPr/>
          <a:lstStyle/>
          <a:p>
            <a:endParaRPr lang="en-IN"/>
          </a:p>
        </p:txBody>
      </p:sp>
      <p:sp>
        <p:nvSpPr>
          <p:cNvPr id="21" name="Shape 18"/>
          <p:cNvSpPr/>
          <p:nvPr/>
        </p:nvSpPr>
        <p:spPr>
          <a:xfrm>
            <a:off x="6039863" y="4821250"/>
            <a:ext cx="580192" cy="1067514"/>
          </a:xfrm>
          <a:prstGeom prst="roundRect">
            <a:avLst>
              <a:gd name="adj" fmla="val 19350"/>
            </a:avLst>
          </a:prstGeom>
          <a:solidFill>
            <a:srgbClr val="D1EFE4"/>
          </a:solidFill>
          <a:ln/>
        </p:spPr>
        <p:txBody>
          <a:bodyPr/>
          <a:lstStyle/>
          <a:p>
            <a:endParaRPr lang="en-IN"/>
          </a:p>
        </p:txBody>
      </p:sp>
      <p:sp>
        <p:nvSpPr>
          <p:cNvPr id="22" name="Text 19"/>
          <p:cNvSpPr/>
          <p:nvPr/>
        </p:nvSpPr>
        <p:spPr>
          <a:xfrm>
            <a:off x="6186845" y="5229463"/>
            <a:ext cx="217527" cy="271939"/>
          </a:xfrm>
          <a:prstGeom prst="rect">
            <a:avLst/>
          </a:prstGeom>
          <a:noFill/>
          <a:ln/>
        </p:spPr>
        <p:txBody>
          <a:bodyPr wrap="none" lIns="0" tIns="0" rIns="0" bIns="0" rtlCol="0" anchor="t"/>
          <a:lstStyle/>
          <a:p>
            <a:pPr marL="0" indent="0" algn="l">
              <a:lnSpc>
                <a:spcPts val="1700"/>
              </a:lnSpc>
              <a:buNone/>
            </a:pPr>
            <a:r>
              <a:rPr lang="en-US" sz="1700" b="1" dirty="0">
                <a:solidFill>
                  <a:srgbClr val="4B4A4A"/>
                </a:solidFill>
                <a:latin typeface="Noto Serif SC Bold" pitchFamily="34" charset="0"/>
                <a:ea typeface="Noto Serif SC Bold" pitchFamily="34" charset="-122"/>
              </a:rPr>
              <a:t>3</a:t>
            </a:r>
            <a:endParaRPr lang="en-US" sz="1700" dirty="0"/>
          </a:p>
        </p:txBody>
      </p:sp>
      <p:sp>
        <p:nvSpPr>
          <p:cNvPr id="23" name="Text 20"/>
          <p:cNvSpPr/>
          <p:nvPr/>
        </p:nvSpPr>
        <p:spPr>
          <a:xfrm>
            <a:off x="6728630" y="4899660"/>
            <a:ext cx="1813203" cy="2265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Private Mediation</a:t>
            </a:r>
            <a:endParaRPr lang="en-US" sz="1400" dirty="0"/>
          </a:p>
        </p:txBody>
      </p:sp>
      <p:sp>
        <p:nvSpPr>
          <p:cNvPr id="24" name="Text 21"/>
          <p:cNvSpPr/>
          <p:nvPr/>
        </p:nvSpPr>
        <p:spPr>
          <a:xfrm>
            <a:off x="6756014" y="5213270"/>
            <a:ext cx="7227927" cy="463868"/>
          </a:xfrm>
          <a:prstGeom prst="rect">
            <a:avLst/>
          </a:prstGeom>
          <a:noFill/>
          <a:ln/>
        </p:spPr>
        <p:txBody>
          <a:bodyPr wrap="square" lIns="0" tIns="0" rIns="0" bIns="0" rtlCol="0" anchor="t"/>
          <a:lstStyle/>
          <a:p>
            <a:pPr marL="0" indent="0" algn="l">
              <a:lnSpc>
                <a:spcPts val="1800"/>
              </a:lnSpc>
              <a:buNone/>
            </a:pPr>
            <a:r>
              <a:rPr lang="en-US" sz="1100" b="1" dirty="0">
                <a:solidFill>
                  <a:srgbClr val="4B4A4A"/>
                </a:solidFill>
                <a:latin typeface="Geist" pitchFamily="34" charset="0"/>
                <a:ea typeface="Geist" pitchFamily="34" charset="-122"/>
                <a:cs typeface="Geist" pitchFamily="34" charset="-120"/>
              </a:rPr>
              <a:t>Parties voluntarily choose and appoint an independent, private mediator to facilitate a resolution outside the formal court system.</a:t>
            </a:r>
            <a:endParaRPr lang="en-US" sz="1100" b="1" dirty="0"/>
          </a:p>
        </p:txBody>
      </p:sp>
      <p:sp>
        <p:nvSpPr>
          <p:cNvPr id="25" name="Shape 22"/>
          <p:cNvSpPr/>
          <p:nvPr/>
        </p:nvSpPr>
        <p:spPr>
          <a:xfrm>
            <a:off x="6009323" y="6487706"/>
            <a:ext cx="8128635" cy="1097994"/>
          </a:xfrm>
          <a:prstGeom prst="roundRect">
            <a:avLst>
              <a:gd name="adj" fmla="val 11891"/>
            </a:avLst>
          </a:prstGeom>
          <a:solidFill>
            <a:srgbClr val="E5F9F2">
              <a:alpha val="95000"/>
            </a:srgbClr>
          </a:solidFill>
          <a:ln w="15240">
            <a:solidFill>
              <a:srgbClr val="B7D5CA"/>
            </a:solidFill>
            <a:prstDash val="solid"/>
          </a:ln>
        </p:spPr>
        <p:txBody>
          <a:bodyPr/>
          <a:lstStyle/>
          <a:p>
            <a:endParaRPr lang="en-IN"/>
          </a:p>
        </p:txBody>
      </p:sp>
      <p:sp>
        <p:nvSpPr>
          <p:cNvPr id="26" name="Shape 23"/>
          <p:cNvSpPr/>
          <p:nvPr/>
        </p:nvSpPr>
        <p:spPr>
          <a:xfrm>
            <a:off x="6039863" y="6487706"/>
            <a:ext cx="580192" cy="1067514"/>
          </a:xfrm>
          <a:prstGeom prst="roundRect">
            <a:avLst>
              <a:gd name="adj" fmla="val 19350"/>
            </a:avLst>
          </a:prstGeom>
          <a:solidFill>
            <a:srgbClr val="D1EFE4"/>
          </a:solidFill>
          <a:ln/>
        </p:spPr>
        <p:txBody>
          <a:bodyPr/>
          <a:lstStyle/>
          <a:p>
            <a:endParaRPr lang="en-IN" dirty="0"/>
          </a:p>
          <a:p>
            <a:r>
              <a:rPr lang="en-IN" b="1" dirty="0"/>
              <a:t> 4</a:t>
            </a:r>
          </a:p>
        </p:txBody>
      </p:sp>
      <p:sp>
        <p:nvSpPr>
          <p:cNvPr id="28" name="Text 25"/>
          <p:cNvSpPr/>
          <p:nvPr/>
        </p:nvSpPr>
        <p:spPr>
          <a:xfrm>
            <a:off x="6756014" y="6604571"/>
            <a:ext cx="2825591" cy="2265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Contractual Mediation Clauses</a:t>
            </a:r>
            <a:endParaRPr lang="en-US" sz="1400" dirty="0"/>
          </a:p>
        </p:txBody>
      </p:sp>
      <p:sp>
        <p:nvSpPr>
          <p:cNvPr id="29" name="Text 26"/>
          <p:cNvSpPr/>
          <p:nvPr/>
        </p:nvSpPr>
        <p:spPr>
          <a:xfrm>
            <a:off x="6734532" y="6928958"/>
            <a:ext cx="7227927" cy="463868"/>
          </a:xfrm>
          <a:prstGeom prst="rect">
            <a:avLst/>
          </a:prstGeom>
          <a:noFill/>
          <a:ln/>
        </p:spPr>
        <p:txBody>
          <a:bodyPr wrap="square" lIns="0" tIns="0" rIns="0" bIns="0" rtlCol="0" anchor="t"/>
          <a:lstStyle/>
          <a:p>
            <a:pPr marL="0" indent="0" algn="l">
              <a:lnSpc>
                <a:spcPts val="1800"/>
              </a:lnSpc>
              <a:buNone/>
            </a:pPr>
            <a:r>
              <a:rPr lang="en-US" sz="1100" b="1" dirty="0">
                <a:solidFill>
                  <a:srgbClr val="4B4A4A"/>
                </a:solidFill>
                <a:latin typeface="Geist" pitchFamily="34" charset="0"/>
                <a:ea typeface="Geist" pitchFamily="34" charset="-122"/>
                <a:cs typeface="Geist" pitchFamily="34" charset="-120"/>
              </a:rPr>
              <a:t>Pre-agreed provisions in contracts that stipulate mediation as the first step for resolving any future disputes between the parties.</a:t>
            </a:r>
            <a:endParaRPr lang="en-US" sz="1100" b="1" dirty="0"/>
          </a:p>
        </p:txBody>
      </p:sp>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50C72723-E6EF-394E-5AEB-1C80A033822A}"/>
                  </a:ext>
                </a:extLst>
              </p14:cNvPr>
              <p14:cNvContentPartPr/>
              <p14:nvPr/>
            </p14:nvContentPartPr>
            <p14:xfrm>
              <a:off x="12971469" y="7771680"/>
              <a:ext cx="1442520" cy="105480"/>
            </p14:xfrm>
          </p:contentPart>
        </mc:Choice>
        <mc:Fallback xmlns="">
          <p:pic>
            <p:nvPicPr>
              <p:cNvPr id="31" name="Ink 30">
                <a:extLst>
                  <a:ext uri="{FF2B5EF4-FFF2-40B4-BE49-F238E27FC236}">
                    <a16:creationId xmlns:a16="http://schemas.microsoft.com/office/drawing/2014/main" id="{50C72723-E6EF-394E-5AEB-1C80A033822A}"/>
                  </a:ext>
                </a:extLst>
              </p:cNvPr>
              <p:cNvPicPr/>
              <p:nvPr/>
            </p:nvPicPr>
            <p:blipFill>
              <a:blip r:embed="rId5"/>
              <a:stretch>
                <a:fillRect/>
              </a:stretch>
            </p:blipFill>
            <p:spPr>
              <a:xfrm>
                <a:off x="12908469" y="7709040"/>
                <a:ext cx="15681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3" name="Ink 32">
                <a:extLst>
                  <a:ext uri="{FF2B5EF4-FFF2-40B4-BE49-F238E27FC236}">
                    <a16:creationId xmlns:a16="http://schemas.microsoft.com/office/drawing/2014/main" id="{7F936475-4D65-7B67-0CA1-A11BF4C8B5B9}"/>
                  </a:ext>
                </a:extLst>
              </p14:cNvPr>
              <p14:cNvContentPartPr/>
              <p14:nvPr/>
            </p14:nvContentPartPr>
            <p14:xfrm>
              <a:off x="12971109" y="7955280"/>
              <a:ext cx="1490760" cy="720"/>
            </p14:xfrm>
          </p:contentPart>
        </mc:Choice>
        <mc:Fallback xmlns="">
          <p:pic>
            <p:nvPicPr>
              <p:cNvPr id="33" name="Ink 32">
                <a:extLst>
                  <a:ext uri="{FF2B5EF4-FFF2-40B4-BE49-F238E27FC236}">
                    <a16:creationId xmlns:a16="http://schemas.microsoft.com/office/drawing/2014/main" id="{7F936475-4D65-7B67-0CA1-A11BF4C8B5B9}"/>
                  </a:ext>
                </a:extLst>
              </p:cNvPr>
              <p:cNvPicPr/>
              <p:nvPr/>
            </p:nvPicPr>
            <p:blipFill>
              <a:blip r:embed="rId7"/>
              <a:stretch>
                <a:fillRect/>
              </a:stretch>
            </p:blipFill>
            <p:spPr>
              <a:xfrm>
                <a:off x="12908469" y="7829280"/>
                <a:ext cx="16164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1E9390A5-DF32-49EA-A00B-0BEFBE540FD5}"/>
                  </a:ext>
                </a:extLst>
              </p14:cNvPr>
              <p14:cNvContentPartPr/>
              <p14:nvPr/>
            </p14:nvContentPartPr>
            <p14:xfrm>
              <a:off x="14171709" y="7837560"/>
              <a:ext cx="289080" cy="25560"/>
            </p14:xfrm>
          </p:contentPart>
        </mc:Choice>
        <mc:Fallback xmlns="">
          <p:pic>
            <p:nvPicPr>
              <p:cNvPr id="35" name="Ink 34">
                <a:extLst>
                  <a:ext uri="{FF2B5EF4-FFF2-40B4-BE49-F238E27FC236}">
                    <a16:creationId xmlns:a16="http://schemas.microsoft.com/office/drawing/2014/main" id="{1E9390A5-DF32-49EA-A00B-0BEFBE540FD5}"/>
                  </a:ext>
                </a:extLst>
              </p:cNvPr>
              <p:cNvPicPr/>
              <p:nvPr/>
            </p:nvPicPr>
            <p:blipFill>
              <a:blip r:embed="rId9"/>
              <a:stretch>
                <a:fillRect/>
              </a:stretch>
            </p:blipFill>
            <p:spPr>
              <a:xfrm>
                <a:off x="14109069" y="7774560"/>
                <a:ext cx="414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FC157787-ECB2-E896-CE74-E22BE04C83AD}"/>
                  </a:ext>
                </a:extLst>
              </p14:cNvPr>
              <p14:cNvContentPartPr/>
              <p14:nvPr/>
            </p14:nvContentPartPr>
            <p14:xfrm>
              <a:off x="12906309" y="8020440"/>
              <a:ext cx="1502280" cy="360"/>
            </p14:xfrm>
          </p:contentPart>
        </mc:Choice>
        <mc:Fallback xmlns="">
          <p:pic>
            <p:nvPicPr>
              <p:cNvPr id="37" name="Ink 36">
                <a:extLst>
                  <a:ext uri="{FF2B5EF4-FFF2-40B4-BE49-F238E27FC236}">
                    <a16:creationId xmlns:a16="http://schemas.microsoft.com/office/drawing/2014/main" id="{FC157787-ECB2-E896-CE74-E22BE04C83AD}"/>
                  </a:ext>
                </a:extLst>
              </p:cNvPr>
              <p:cNvPicPr/>
              <p:nvPr/>
            </p:nvPicPr>
            <p:blipFill>
              <a:blip r:embed="rId11"/>
              <a:stretch>
                <a:fillRect/>
              </a:stretch>
            </p:blipFill>
            <p:spPr>
              <a:xfrm>
                <a:off x="12843309" y="7957440"/>
                <a:ext cx="1627920" cy="126000"/>
              </a:xfrm>
              <a:prstGeom prst="rect">
                <a:avLst/>
              </a:prstGeom>
            </p:spPr>
          </p:pic>
        </mc:Fallback>
      </mc:AlternateContent>
      <p:sp>
        <p:nvSpPr>
          <p:cNvPr id="38" name="TextBox 37">
            <a:extLst>
              <a:ext uri="{FF2B5EF4-FFF2-40B4-BE49-F238E27FC236}">
                <a16:creationId xmlns:a16="http://schemas.microsoft.com/office/drawing/2014/main" id="{9A55CA5C-9106-B774-EF3E-AAAA20C8C8D2}"/>
              </a:ext>
            </a:extLst>
          </p:cNvPr>
          <p:cNvSpPr txBox="1"/>
          <p:nvPr/>
        </p:nvSpPr>
        <p:spPr>
          <a:xfrm>
            <a:off x="12273043" y="7754426"/>
            <a:ext cx="2886891"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329571"/>
            <a:ext cx="8446889"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Choosing the Right Approach</a:t>
            </a:r>
            <a:endParaRPr lang="en-US" sz="4450" dirty="0"/>
          </a:p>
        </p:txBody>
      </p:sp>
      <p:sp>
        <p:nvSpPr>
          <p:cNvPr id="3" name="Text 1"/>
          <p:cNvSpPr/>
          <p:nvPr/>
        </p:nvSpPr>
        <p:spPr>
          <a:xfrm>
            <a:off x="793790" y="2605326"/>
            <a:ext cx="5434251"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Cases Suitable for Mediation and ADR</a:t>
            </a:r>
            <a:endParaRPr lang="en-US" sz="2200" dirty="0"/>
          </a:p>
        </p:txBody>
      </p:sp>
      <p:sp>
        <p:nvSpPr>
          <p:cNvPr id="4" name="Text 2"/>
          <p:cNvSpPr/>
          <p:nvPr/>
        </p:nvSpPr>
        <p:spPr>
          <a:xfrm>
            <a:off x="793790" y="318647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Contractual and commercial disputes</a:t>
            </a:r>
            <a:endParaRPr lang="en-US" sz="1750" b="1" dirty="0"/>
          </a:p>
        </p:txBody>
      </p:sp>
      <p:sp>
        <p:nvSpPr>
          <p:cNvPr id="5" name="Text 3"/>
          <p:cNvSpPr/>
          <p:nvPr/>
        </p:nvSpPr>
        <p:spPr>
          <a:xfrm>
            <a:off x="793790" y="362866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Landlord-tenant disagreements</a:t>
            </a:r>
            <a:endParaRPr lang="en-US" sz="1750" b="1" dirty="0"/>
          </a:p>
        </p:txBody>
      </p:sp>
      <p:sp>
        <p:nvSpPr>
          <p:cNvPr id="6" name="Text 4"/>
          <p:cNvSpPr/>
          <p:nvPr/>
        </p:nvSpPr>
        <p:spPr>
          <a:xfrm>
            <a:off x="793790" y="407086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Insurance claims and banking disputes</a:t>
            </a:r>
            <a:endParaRPr lang="en-US" sz="1750" b="1" dirty="0"/>
          </a:p>
        </p:txBody>
      </p:sp>
      <p:sp>
        <p:nvSpPr>
          <p:cNvPr id="7" name="Text 5"/>
          <p:cNvSpPr/>
          <p:nvPr/>
        </p:nvSpPr>
        <p:spPr>
          <a:xfrm>
            <a:off x="793790" y="451306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Family matters: partition, matrimonial issues</a:t>
            </a:r>
            <a:endParaRPr lang="en-US" sz="1750" b="1" dirty="0"/>
          </a:p>
        </p:txBody>
      </p:sp>
      <p:sp>
        <p:nvSpPr>
          <p:cNvPr id="8" name="Text 6"/>
          <p:cNvSpPr/>
          <p:nvPr/>
        </p:nvSpPr>
        <p:spPr>
          <a:xfrm>
            <a:off x="793790" y="495526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Neighbour and boundary disputes</a:t>
            </a:r>
            <a:endParaRPr lang="en-US" sz="1750" b="1" dirty="0"/>
          </a:p>
        </p:txBody>
      </p:sp>
      <p:sp>
        <p:nvSpPr>
          <p:cNvPr id="9" name="Text 7"/>
          <p:cNvSpPr/>
          <p:nvPr/>
        </p:nvSpPr>
        <p:spPr>
          <a:xfrm>
            <a:off x="793790" y="539746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Employer-employee conflicts</a:t>
            </a:r>
            <a:endParaRPr lang="en-US" sz="1750" b="1" dirty="0"/>
          </a:p>
        </p:txBody>
      </p:sp>
      <p:sp>
        <p:nvSpPr>
          <p:cNvPr id="10" name="Text 8"/>
          <p:cNvSpPr/>
          <p:nvPr/>
        </p:nvSpPr>
        <p:spPr>
          <a:xfrm>
            <a:off x="793790" y="583965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Tort claims and consumer complaints</a:t>
            </a:r>
            <a:endParaRPr lang="en-US" sz="1750" b="1" dirty="0"/>
          </a:p>
        </p:txBody>
      </p:sp>
      <p:sp>
        <p:nvSpPr>
          <p:cNvPr id="11" name="Text 9"/>
          <p:cNvSpPr/>
          <p:nvPr/>
        </p:nvSpPr>
        <p:spPr>
          <a:xfrm>
            <a:off x="7599521" y="2605326"/>
            <a:ext cx="5116592"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Cases Requiring Court Intervention</a:t>
            </a:r>
            <a:endParaRPr lang="en-US" sz="2200" dirty="0"/>
          </a:p>
        </p:txBody>
      </p:sp>
      <p:sp>
        <p:nvSpPr>
          <p:cNvPr id="12" name="Text 10"/>
          <p:cNvSpPr/>
          <p:nvPr/>
        </p:nvSpPr>
        <p:spPr>
          <a:xfrm>
            <a:off x="7599521" y="318647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Public interest matters</a:t>
            </a:r>
            <a:endParaRPr lang="en-US" sz="1750" b="1" dirty="0"/>
          </a:p>
        </p:txBody>
      </p:sp>
      <p:sp>
        <p:nvSpPr>
          <p:cNvPr id="13" name="Text 11"/>
          <p:cNvSpPr/>
          <p:nvPr/>
        </p:nvSpPr>
        <p:spPr>
          <a:xfrm>
            <a:off x="7599521" y="362866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Election and probate disputes</a:t>
            </a:r>
            <a:endParaRPr lang="en-US" sz="1750" b="1" dirty="0"/>
          </a:p>
        </p:txBody>
      </p:sp>
      <p:sp>
        <p:nvSpPr>
          <p:cNvPr id="14" name="Text 12"/>
          <p:cNvSpPr/>
          <p:nvPr/>
        </p:nvSpPr>
        <p:spPr>
          <a:xfrm>
            <a:off x="7599521" y="407086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Serious fraud allegations</a:t>
            </a:r>
            <a:endParaRPr lang="en-US" sz="1750" b="1" dirty="0"/>
          </a:p>
        </p:txBody>
      </p:sp>
      <p:sp>
        <p:nvSpPr>
          <p:cNvPr id="15" name="Text 13"/>
          <p:cNvSpPr/>
          <p:nvPr/>
        </p:nvSpPr>
        <p:spPr>
          <a:xfrm>
            <a:off x="7599521" y="451306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Cases requiring court protection orders</a:t>
            </a:r>
            <a:endParaRPr lang="en-US" sz="1750" b="1" dirty="0"/>
          </a:p>
        </p:txBody>
      </p:sp>
      <p:sp>
        <p:nvSpPr>
          <p:cNvPr id="16" name="Text 14"/>
          <p:cNvSpPr/>
          <p:nvPr/>
        </p:nvSpPr>
        <p:spPr>
          <a:xfrm>
            <a:off x="7599521" y="495526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Disputes over state ownership</a:t>
            </a:r>
            <a:endParaRPr lang="en-US" sz="1750" b="1" dirty="0"/>
          </a:p>
        </p:txBody>
      </p:sp>
      <p:sp>
        <p:nvSpPr>
          <p:cNvPr id="17" name="Text 15"/>
          <p:cNvSpPr/>
          <p:nvPr/>
        </p:nvSpPr>
        <p:spPr>
          <a:xfrm>
            <a:off x="7599521" y="539746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Criminal prosecutions</a:t>
            </a:r>
            <a:endParaRPr lang="en-US" sz="1750" b="1" dirty="0"/>
          </a:p>
        </p:txBody>
      </p:sp>
      <p:sp>
        <p:nvSpPr>
          <p:cNvPr id="18" name="Text 16"/>
          <p:cNvSpPr/>
          <p:nvPr/>
        </p:nvSpPr>
        <p:spPr>
          <a:xfrm>
            <a:off x="793790" y="6537008"/>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08FE31E9-D9B7-28DB-D811-2A88779BF461}"/>
                  </a:ext>
                </a:extLst>
              </p14:cNvPr>
              <p14:cNvContentPartPr/>
              <p14:nvPr/>
            </p14:nvContentPartPr>
            <p14:xfrm>
              <a:off x="13075509" y="8111520"/>
              <a:ext cx="1411200" cy="27360"/>
            </p14:xfrm>
          </p:contentPart>
        </mc:Choice>
        <mc:Fallback xmlns="">
          <p:pic>
            <p:nvPicPr>
              <p:cNvPr id="21" name="Ink 20">
                <a:extLst>
                  <a:ext uri="{FF2B5EF4-FFF2-40B4-BE49-F238E27FC236}">
                    <a16:creationId xmlns:a16="http://schemas.microsoft.com/office/drawing/2014/main" id="{08FE31E9-D9B7-28DB-D811-2A88779BF461}"/>
                  </a:ext>
                </a:extLst>
              </p:cNvPr>
              <p:cNvPicPr/>
              <p:nvPr/>
            </p:nvPicPr>
            <p:blipFill>
              <a:blip r:embed="rId4"/>
              <a:stretch>
                <a:fillRect/>
              </a:stretch>
            </p:blipFill>
            <p:spPr>
              <a:xfrm>
                <a:off x="13012869" y="8048520"/>
                <a:ext cx="15368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B9588686-6EDC-BB0B-41E7-5576CF6E8C80}"/>
                  </a:ext>
                </a:extLst>
              </p14:cNvPr>
              <p14:cNvContentPartPr/>
              <p14:nvPr/>
            </p14:nvContentPartPr>
            <p14:xfrm>
              <a:off x="12798309" y="7850160"/>
              <a:ext cx="1662480" cy="145080"/>
            </p14:xfrm>
          </p:contentPart>
        </mc:Choice>
        <mc:Fallback xmlns="">
          <p:pic>
            <p:nvPicPr>
              <p:cNvPr id="23" name="Ink 22">
                <a:extLst>
                  <a:ext uri="{FF2B5EF4-FFF2-40B4-BE49-F238E27FC236}">
                    <a16:creationId xmlns:a16="http://schemas.microsoft.com/office/drawing/2014/main" id="{B9588686-6EDC-BB0B-41E7-5576CF6E8C80}"/>
                  </a:ext>
                </a:extLst>
              </p:cNvPr>
              <p:cNvPicPr/>
              <p:nvPr/>
            </p:nvPicPr>
            <p:blipFill>
              <a:blip r:embed="rId6"/>
              <a:stretch>
                <a:fillRect/>
              </a:stretch>
            </p:blipFill>
            <p:spPr>
              <a:xfrm>
                <a:off x="12735669" y="7787520"/>
                <a:ext cx="178812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D06C7EF1-8E56-3E80-5370-65996C123225}"/>
                  </a:ext>
                </a:extLst>
              </p14:cNvPr>
              <p14:cNvContentPartPr/>
              <p14:nvPr/>
            </p14:nvContentPartPr>
            <p14:xfrm>
              <a:off x="12993789" y="7758360"/>
              <a:ext cx="1468800" cy="354600"/>
            </p14:xfrm>
          </p:contentPart>
        </mc:Choice>
        <mc:Fallback xmlns="">
          <p:pic>
            <p:nvPicPr>
              <p:cNvPr id="24" name="Ink 23">
                <a:extLst>
                  <a:ext uri="{FF2B5EF4-FFF2-40B4-BE49-F238E27FC236}">
                    <a16:creationId xmlns:a16="http://schemas.microsoft.com/office/drawing/2014/main" id="{D06C7EF1-8E56-3E80-5370-65996C123225}"/>
                  </a:ext>
                </a:extLst>
              </p:cNvPr>
              <p:cNvPicPr/>
              <p:nvPr/>
            </p:nvPicPr>
            <p:blipFill>
              <a:blip r:embed="rId8"/>
              <a:stretch>
                <a:fillRect/>
              </a:stretch>
            </p:blipFill>
            <p:spPr>
              <a:xfrm>
                <a:off x="12930789" y="7695360"/>
                <a:ext cx="1594440" cy="480240"/>
              </a:xfrm>
              <a:prstGeom prst="rect">
                <a:avLst/>
              </a:prstGeom>
            </p:spPr>
          </p:pic>
        </mc:Fallback>
      </mc:AlternateContent>
      <p:sp>
        <p:nvSpPr>
          <p:cNvPr id="25" name="TextBox 24">
            <a:extLst>
              <a:ext uri="{FF2B5EF4-FFF2-40B4-BE49-F238E27FC236}">
                <a16:creationId xmlns:a16="http://schemas.microsoft.com/office/drawing/2014/main" id="{D0C20FB8-A372-12F8-9A6B-389040028103}"/>
              </a:ext>
            </a:extLst>
          </p:cNvPr>
          <p:cNvSpPr txBox="1"/>
          <p:nvPr/>
        </p:nvSpPr>
        <p:spPr>
          <a:xfrm>
            <a:off x="12266023" y="7788354"/>
            <a:ext cx="2534195"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11812"/>
          </a:xfrm>
          <a:prstGeom prst="rect">
            <a:avLst/>
          </a:prstGeom>
        </p:spPr>
      </p:pic>
      <p:sp>
        <p:nvSpPr>
          <p:cNvPr id="3" name="Text 0"/>
          <p:cNvSpPr/>
          <p:nvPr/>
        </p:nvSpPr>
        <p:spPr>
          <a:xfrm>
            <a:off x="563166" y="2578775"/>
            <a:ext cx="4022646" cy="502801"/>
          </a:xfrm>
          <a:prstGeom prst="rect">
            <a:avLst/>
          </a:prstGeom>
          <a:noFill/>
          <a:ln/>
        </p:spPr>
        <p:txBody>
          <a:bodyPr wrap="none" lIns="0" tIns="0" rIns="0" bIns="0" rtlCol="0" anchor="t"/>
          <a:lstStyle/>
          <a:p>
            <a:pPr marL="0" indent="0" algn="l">
              <a:lnSpc>
                <a:spcPts val="3950"/>
              </a:lnSpc>
              <a:buNone/>
            </a:pPr>
            <a:r>
              <a:rPr lang="en-US" sz="3150" b="1" dirty="0">
                <a:solidFill>
                  <a:srgbClr val="006747"/>
                </a:solidFill>
                <a:latin typeface="Noto Serif SC Bold" pitchFamily="34" charset="0"/>
                <a:ea typeface="Noto Serif SC Bold" pitchFamily="34" charset="-122"/>
                <a:cs typeface="Noto Serif SC Bold" pitchFamily="34" charset="-120"/>
              </a:rPr>
              <a:t>FAQs on Mediation</a:t>
            </a:r>
            <a:endParaRPr lang="en-US" sz="3150" dirty="0"/>
          </a:p>
        </p:txBody>
      </p:sp>
      <p:sp>
        <p:nvSpPr>
          <p:cNvPr id="4" name="Text 1"/>
          <p:cNvSpPr/>
          <p:nvPr/>
        </p:nvSpPr>
        <p:spPr>
          <a:xfrm>
            <a:off x="563166" y="3322915"/>
            <a:ext cx="13504069" cy="257294"/>
          </a:xfrm>
          <a:prstGeom prst="rect">
            <a:avLst/>
          </a:prstGeom>
          <a:noFill/>
          <a:ln/>
        </p:spPr>
        <p:txBody>
          <a:bodyPr wrap="non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Here are common questions regarding the mediation process and its benefits:</a:t>
            </a:r>
            <a:endParaRPr lang="en-US" sz="1250" b="1" dirty="0"/>
          </a:p>
        </p:txBody>
      </p:sp>
      <p:sp>
        <p:nvSpPr>
          <p:cNvPr id="5" name="Shape 2"/>
          <p:cNvSpPr/>
          <p:nvPr/>
        </p:nvSpPr>
        <p:spPr>
          <a:xfrm>
            <a:off x="563166" y="3761184"/>
            <a:ext cx="4394121" cy="2253020"/>
          </a:xfrm>
          <a:prstGeom prst="roundRect">
            <a:avLst>
              <a:gd name="adj" fmla="val 6428"/>
            </a:avLst>
          </a:prstGeom>
          <a:solidFill>
            <a:srgbClr val="E5F9F2">
              <a:alpha val="95000"/>
            </a:srgbClr>
          </a:solidFill>
          <a:ln w="22860">
            <a:solidFill>
              <a:srgbClr val="B7D5CA"/>
            </a:solidFill>
            <a:prstDash val="solid"/>
          </a:ln>
        </p:spPr>
        <p:txBody>
          <a:bodyPr/>
          <a:lstStyle/>
          <a:p>
            <a:endParaRPr lang="en-IN"/>
          </a:p>
        </p:txBody>
      </p:sp>
      <p:sp>
        <p:nvSpPr>
          <p:cNvPr id="6" name="Text 3"/>
          <p:cNvSpPr/>
          <p:nvPr/>
        </p:nvSpPr>
        <p:spPr>
          <a:xfrm>
            <a:off x="746879" y="3944898"/>
            <a:ext cx="2423636" cy="251341"/>
          </a:xfrm>
          <a:prstGeom prst="rect">
            <a:avLst/>
          </a:prstGeom>
          <a:noFill/>
          <a:ln/>
        </p:spPr>
        <p:txBody>
          <a:bodyPr wrap="none" lIns="0" tIns="0" rIns="0" bIns="0" rtlCol="0" anchor="t"/>
          <a:lstStyle/>
          <a:p>
            <a:pPr marL="0" indent="0" algn="l">
              <a:lnSpc>
                <a:spcPts val="1950"/>
              </a:lnSpc>
              <a:buNone/>
            </a:pPr>
            <a:r>
              <a:rPr lang="en-US" sz="1550" b="1" dirty="0">
                <a:solidFill>
                  <a:srgbClr val="4B4A4A"/>
                </a:solidFill>
                <a:latin typeface="Noto Serif SC Bold" pitchFamily="34" charset="0"/>
                <a:ea typeface="Noto Serif SC Bold" pitchFamily="34" charset="-122"/>
                <a:cs typeface="Noto Serif SC Bold" pitchFamily="34" charset="-120"/>
              </a:rPr>
              <a:t>Why choose mediation?</a:t>
            </a:r>
            <a:endParaRPr lang="en-US" sz="1550" dirty="0"/>
          </a:p>
        </p:txBody>
      </p:sp>
      <p:sp>
        <p:nvSpPr>
          <p:cNvPr id="7" name="Text 4"/>
          <p:cNvSpPr/>
          <p:nvPr/>
        </p:nvSpPr>
        <p:spPr>
          <a:xfrm>
            <a:off x="746879" y="4292679"/>
            <a:ext cx="4026694" cy="1286470"/>
          </a:xfrm>
          <a:prstGeom prst="rect">
            <a:avLst/>
          </a:prstGeom>
          <a:noFill/>
          <a:ln/>
        </p:spPr>
        <p:txBody>
          <a:bodyPr wrap="squar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Mediation is highly valued for its ability to preserve relationships, particularly in family or ongoing business disputes, by encouraging collaborative problem-solving. It is also a significantly more cost-effective alternative to litigation.</a:t>
            </a:r>
            <a:endParaRPr lang="en-US" sz="1250" b="1" dirty="0"/>
          </a:p>
        </p:txBody>
      </p:sp>
      <p:sp>
        <p:nvSpPr>
          <p:cNvPr id="8" name="Shape 5"/>
          <p:cNvSpPr/>
          <p:nvPr/>
        </p:nvSpPr>
        <p:spPr>
          <a:xfrm>
            <a:off x="5118140" y="3761184"/>
            <a:ext cx="4394121" cy="2253020"/>
          </a:xfrm>
          <a:prstGeom prst="roundRect">
            <a:avLst>
              <a:gd name="adj" fmla="val 6428"/>
            </a:avLst>
          </a:prstGeom>
          <a:solidFill>
            <a:srgbClr val="E5F9F2">
              <a:alpha val="95000"/>
            </a:srgbClr>
          </a:solidFill>
          <a:ln w="22860">
            <a:solidFill>
              <a:srgbClr val="B7D5CA"/>
            </a:solidFill>
            <a:prstDash val="solid"/>
          </a:ln>
        </p:spPr>
        <p:txBody>
          <a:bodyPr/>
          <a:lstStyle/>
          <a:p>
            <a:endParaRPr lang="en-IN"/>
          </a:p>
        </p:txBody>
      </p:sp>
      <p:sp>
        <p:nvSpPr>
          <p:cNvPr id="9" name="Text 6"/>
          <p:cNvSpPr/>
          <p:nvPr/>
        </p:nvSpPr>
        <p:spPr>
          <a:xfrm>
            <a:off x="5301853" y="3944898"/>
            <a:ext cx="4026694" cy="502682"/>
          </a:xfrm>
          <a:prstGeom prst="rect">
            <a:avLst/>
          </a:prstGeom>
          <a:noFill/>
          <a:ln/>
        </p:spPr>
        <p:txBody>
          <a:bodyPr wrap="square" lIns="0" tIns="0" rIns="0" bIns="0" rtlCol="0" anchor="t"/>
          <a:lstStyle/>
          <a:p>
            <a:pPr marL="0" indent="0" algn="l">
              <a:lnSpc>
                <a:spcPts val="1950"/>
              </a:lnSpc>
              <a:buNone/>
            </a:pPr>
            <a:r>
              <a:rPr lang="en-US" sz="1550" b="1" dirty="0">
                <a:solidFill>
                  <a:srgbClr val="4B4A4A"/>
                </a:solidFill>
                <a:latin typeface="Noto Serif SC Bold" pitchFamily="34" charset="0"/>
                <a:ea typeface="Noto Serif SC Bold" pitchFamily="34" charset="-122"/>
                <a:cs typeface="Noto Serif SC Bold" pitchFamily="34" charset="-120"/>
              </a:rPr>
              <a:t>How does it differ from litigation or arbitration?</a:t>
            </a:r>
            <a:endParaRPr lang="en-US" sz="1550" dirty="0"/>
          </a:p>
        </p:txBody>
      </p:sp>
      <p:sp>
        <p:nvSpPr>
          <p:cNvPr id="10" name="Text 7"/>
          <p:cNvSpPr/>
          <p:nvPr/>
        </p:nvSpPr>
        <p:spPr>
          <a:xfrm>
            <a:off x="5301853" y="4544020"/>
            <a:ext cx="4026694" cy="1286470"/>
          </a:xfrm>
          <a:prstGeom prst="rect">
            <a:avLst/>
          </a:prstGeom>
          <a:noFill/>
          <a:ln/>
        </p:spPr>
        <p:txBody>
          <a:bodyPr wrap="squar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In mediation, the parties directly decide the outcome with the assistance of a neutral facilitator. Unlike litigation (where a judge imposes a decision) or arbitration (where an arbitrator makes a binding ruling), the resolution in mediation is mutually agreed upon.</a:t>
            </a:r>
            <a:endParaRPr lang="en-US" sz="1250" b="1" dirty="0"/>
          </a:p>
        </p:txBody>
      </p:sp>
      <p:sp>
        <p:nvSpPr>
          <p:cNvPr id="11" name="Shape 8"/>
          <p:cNvSpPr/>
          <p:nvPr/>
        </p:nvSpPr>
        <p:spPr>
          <a:xfrm>
            <a:off x="9673114" y="3761184"/>
            <a:ext cx="4394121" cy="2253020"/>
          </a:xfrm>
          <a:prstGeom prst="roundRect">
            <a:avLst>
              <a:gd name="adj" fmla="val 6428"/>
            </a:avLst>
          </a:prstGeom>
          <a:solidFill>
            <a:srgbClr val="E5F9F2">
              <a:alpha val="95000"/>
            </a:srgbClr>
          </a:solidFill>
          <a:ln w="22860">
            <a:solidFill>
              <a:srgbClr val="B7D5CA"/>
            </a:solidFill>
            <a:prstDash val="solid"/>
          </a:ln>
        </p:spPr>
        <p:txBody>
          <a:bodyPr/>
          <a:lstStyle/>
          <a:p>
            <a:endParaRPr lang="en-IN"/>
          </a:p>
        </p:txBody>
      </p:sp>
      <p:sp>
        <p:nvSpPr>
          <p:cNvPr id="12" name="Text 9"/>
          <p:cNvSpPr/>
          <p:nvPr/>
        </p:nvSpPr>
        <p:spPr>
          <a:xfrm>
            <a:off x="9856827" y="3944898"/>
            <a:ext cx="2718078" cy="251341"/>
          </a:xfrm>
          <a:prstGeom prst="rect">
            <a:avLst/>
          </a:prstGeom>
          <a:noFill/>
          <a:ln/>
        </p:spPr>
        <p:txBody>
          <a:bodyPr wrap="none" lIns="0" tIns="0" rIns="0" bIns="0" rtlCol="0" anchor="t"/>
          <a:lstStyle/>
          <a:p>
            <a:pPr marL="0" indent="0" algn="l">
              <a:lnSpc>
                <a:spcPts val="1950"/>
              </a:lnSpc>
              <a:buNone/>
            </a:pPr>
            <a:r>
              <a:rPr lang="en-US" sz="1550" b="1" dirty="0">
                <a:solidFill>
                  <a:srgbClr val="4B4A4A"/>
                </a:solidFill>
                <a:latin typeface="Noto Serif SC Bold" pitchFamily="34" charset="0"/>
                <a:ea typeface="Noto Serif SC Bold" pitchFamily="34" charset="-122"/>
                <a:cs typeface="Noto Serif SC Bold" pitchFamily="34" charset="-120"/>
              </a:rPr>
              <a:t>Is participation voluntary?</a:t>
            </a:r>
            <a:endParaRPr lang="en-US" sz="1550" dirty="0"/>
          </a:p>
        </p:txBody>
      </p:sp>
      <p:sp>
        <p:nvSpPr>
          <p:cNvPr id="13" name="Text 10"/>
          <p:cNvSpPr/>
          <p:nvPr/>
        </p:nvSpPr>
        <p:spPr>
          <a:xfrm>
            <a:off x="9856827" y="4292679"/>
            <a:ext cx="4026694" cy="1286470"/>
          </a:xfrm>
          <a:prstGeom prst="rect">
            <a:avLst/>
          </a:prstGeom>
          <a:noFill/>
          <a:ln/>
        </p:spPr>
        <p:txBody>
          <a:bodyPr wrap="squar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Yes, mediation is inherently a voluntary process. Parties willingly choose to engage in discussions and work towards a resolution. However, some jurisdictions or contracts may mandate an attempt at mediation before pursuing other legal avenues.</a:t>
            </a:r>
            <a:endParaRPr lang="en-US" sz="1250" b="1" dirty="0"/>
          </a:p>
        </p:txBody>
      </p:sp>
      <p:sp>
        <p:nvSpPr>
          <p:cNvPr id="14" name="Shape 11"/>
          <p:cNvSpPr/>
          <p:nvPr/>
        </p:nvSpPr>
        <p:spPr>
          <a:xfrm>
            <a:off x="563166" y="6175058"/>
            <a:ext cx="6671548" cy="1487091"/>
          </a:xfrm>
          <a:prstGeom prst="roundRect">
            <a:avLst>
              <a:gd name="adj" fmla="val 9738"/>
            </a:avLst>
          </a:prstGeom>
          <a:solidFill>
            <a:srgbClr val="E5F9F2">
              <a:alpha val="95000"/>
            </a:srgbClr>
          </a:solidFill>
          <a:ln w="22860">
            <a:solidFill>
              <a:srgbClr val="B7D5CA"/>
            </a:solidFill>
            <a:prstDash val="solid"/>
          </a:ln>
        </p:spPr>
        <p:txBody>
          <a:bodyPr/>
          <a:lstStyle/>
          <a:p>
            <a:endParaRPr lang="en-IN"/>
          </a:p>
        </p:txBody>
      </p:sp>
      <p:sp>
        <p:nvSpPr>
          <p:cNvPr id="15" name="Text 12"/>
          <p:cNvSpPr/>
          <p:nvPr/>
        </p:nvSpPr>
        <p:spPr>
          <a:xfrm>
            <a:off x="746879" y="6358771"/>
            <a:ext cx="4298990" cy="251341"/>
          </a:xfrm>
          <a:prstGeom prst="rect">
            <a:avLst/>
          </a:prstGeom>
          <a:noFill/>
          <a:ln/>
        </p:spPr>
        <p:txBody>
          <a:bodyPr wrap="none" lIns="0" tIns="0" rIns="0" bIns="0" rtlCol="0" anchor="t"/>
          <a:lstStyle/>
          <a:p>
            <a:pPr marL="0" indent="0" algn="l">
              <a:lnSpc>
                <a:spcPts val="1950"/>
              </a:lnSpc>
              <a:buNone/>
            </a:pPr>
            <a:r>
              <a:rPr lang="en-US" sz="1550" b="1" dirty="0">
                <a:solidFill>
                  <a:srgbClr val="4B4A4A"/>
                </a:solidFill>
                <a:latin typeface="Noto Serif SC Bold" pitchFamily="34" charset="0"/>
                <a:ea typeface="Noto Serif SC Bold" pitchFamily="34" charset="-122"/>
                <a:cs typeface="Noto Serif SC Bold" pitchFamily="34" charset="-120"/>
              </a:rPr>
              <a:t>What is the typical duration of mediation?</a:t>
            </a:r>
            <a:endParaRPr lang="en-US" sz="1550" dirty="0"/>
          </a:p>
        </p:txBody>
      </p:sp>
      <p:sp>
        <p:nvSpPr>
          <p:cNvPr id="16" name="Text 13"/>
          <p:cNvSpPr/>
          <p:nvPr/>
        </p:nvSpPr>
        <p:spPr>
          <a:xfrm>
            <a:off x="746879" y="6706553"/>
            <a:ext cx="6304121" cy="771882"/>
          </a:xfrm>
          <a:prstGeom prst="rect">
            <a:avLst/>
          </a:prstGeom>
          <a:noFill/>
          <a:ln/>
        </p:spPr>
        <p:txBody>
          <a:bodyPr wrap="squar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Mediation processes usually involve 3 to 5 sessions and are often designed to conclude within 90 days, though extensions can be granted if all parties agree and progress is being made.</a:t>
            </a:r>
            <a:endParaRPr lang="en-US" sz="1250" b="1" dirty="0"/>
          </a:p>
        </p:txBody>
      </p:sp>
      <p:sp>
        <p:nvSpPr>
          <p:cNvPr id="17" name="Shape 14"/>
          <p:cNvSpPr/>
          <p:nvPr/>
        </p:nvSpPr>
        <p:spPr>
          <a:xfrm>
            <a:off x="7395567" y="6175058"/>
            <a:ext cx="6671667" cy="1487091"/>
          </a:xfrm>
          <a:prstGeom prst="roundRect">
            <a:avLst>
              <a:gd name="adj" fmla="val 9738"/>
            </a:avLst>
          </a:prstGeom>
          <a:solidFill>
            <a:srgbClr val="E5F9F2">
              <a:alpha val="95000"/>
            </a:srgbClr>
          </a:solidFill>
          <a:ln w="22860">
            <a:solidFill>
              <a:srgbClr val="B7D5CA"/>
            </a:solidFill>
            <a:prstDash val="solid"/>
          </a:ln>
        </p:spPr>
        <p:txBody>
          <a:bodyPr/>
          <a:lstStyle/>
          <a:p>
            <a:endParaRPr lang="en-IN"/>
          </a:p>
        </p:txBody>
      </p:sp>
      <p:sp>
        <p:nvSpPr>
          <p:cNvPr id="18" name="Text 15"/>
          <p:cNvSpPr/>
          <p:nvPr/>
        </p:nvSpPr>
        <p:spPr>
          <a:xfrm>
            <a:off x="7579281" y="6358771"/>
            <a:ext cx="2794635" cy="251341"/>
          </a:xfrm>
          <a:prstGeom prst="rect">
            <a:avLst/>
          </a:prstGeom>
          <a:noFill/>
          <a:ln/>
        </p:spPr>
        <p:txBody>
          <a:bodyPr wrap="none" lIns="0" tIns="0" rIns="0" bIns="0" rtlCol="0" anchor="t"/>
          <a:lstStyle/>
          <a:p>
            <a:pPr marL="0" indent="0" algn="l">
              <a:lnSpc>
                <a:spcPts val="1950"/>
              </a:lnSpc>
              <a:buNone/>
            </a:pPr>
            <a:r>
              <a:rPr lang="en-US" sz="1550" b="1" dirty="0">
                <a:solidFill>
                  <a:srgbClr val="4B4A4A"/>
                </a:solidFill>
                <a:latin typeface="Noto Serif SC Bold" pitchFamily="34" charset="0"/>
                <a:ea typeface="Noto Serif SC Bold" pitchFamily="34" charset="-122"/>
                <a:cs typeface="Noto Serif SC Bold" pitchFamily="34" charset="-120"/>
              </a:rPr>
              <a:t>Can mediation be misused?</a:t>
            </a:r>
            <a:endParaRPr lang="en-US" sz="1550" dirty="0"/>
          </a:p>
        </p:txBody>
      </p:sp>
      <p:sp>
        <p:nvSpPr>
          <p:cNvPr id="19" name="Text 16"/>
          <p:cNvSpPr/>
          <p:nvPr/>
        </p:nvSpPr>
        <p:spPr>
          <a:xfrm>
            <a:off x="7579281" y="6706553"/>
            <a:ext cx="6304240" cy="771882"/>
          </a:xfrm>
          <a:prstGeom prst="rect">
            <a:avLst/>
          </a:prstGeom>
          <a:noFill/>
          <a:ln/>
        </p:spPr>
        <p:txBody>
          <a:bodyPr wrap="squar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While generally a constructive process, mediation can occasionally be misused by a party to cause delays. Participants should remain alert and ensure the process is genuinely directed towards reaching an equitable resolution.</a:t>
            </a:r>
            <a:endParaRPr lang="en-US" sz="1250" b="1" dirty="0"/>
          </a:p>
        </p:txBody>
      </p:sp>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EF75F2BB-92F6-019B-EF29-E324B1E4F9FF}"/>
                  </a:ext>
                </a:extLst>
              </p14:cNvPr>
              <p14:cNvContentPartPr/>
              <p14:nvPr/>
            </p14:nvContentPartPr>
            <p14:xfrm>
              <a:off x="13049589" y="7941960"/>
              <a:ext cx="274680" cy="52920"/>
            </p14:xfrm>
          </p:contentPart>
        </mc:Choice>
        <mc:Fallback xmlns="">
          <p:pic>
            <p:nvPicPr>
              <p:cNvPr id="25" name="Ink 24">
                <a:extLst>
                  <a:ext uri="{FF2B5EF4-FFF2-40B4-BE49-F238E27FC236}">
                    <a16:creationId xmlns:a16="http://schemas.microsoft.com/office/drawing/2014/main" id="{EF75F2BB-92F6-019B-EF29-E324B1E4F9FF}"/>
                  </a:ext>
                </a:extLst>
              </p:cNvPr>
              <p:cNvPicPr/>
              <p:nvPr/>
            </p:nvPicPr>
            <p:blipFill>
              <a:blip r:embed="rId5"/>
              <a:stretch>
                <a:fillRect/>
              </a:stretch>
            </p:blipFill>
            <p:spPr>
              <a:xfrm>
                <a:off x="12986589" y="7879320"/>
                <a:ext cx="4003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894D652B-A99E-A376-6821-18A31768E8F5}"/>
                  </a:ext>
                </a:extLst>
              </p14:cNvPr>
              <p14:cNvContentPartPr/>
              <p14:nvPr/>
            </p14:nvContentPartPr>
            <p14:xfrm>
              <a:off x="12932229" y="7771680"/>
              <a:ext cx="1391040" cy="157320"/>
            </p14:xfrm>
          </p:contentPart>
        </mc:Choice>
        <mc:Fallback xmlns="">
          <p:pic>
            <p:nvPicPr>
              <p:cNvPr id="26" name="Ink 25">
                <a:extLst>
                  <a:ext uri="{FF2B5EF4-FFF2-40B4-BE49-F238E27FC236}">
                    <a16:creationId xmlns:a16="http://schemas.microsoft.com/office/drawing/2014/main" id="{894D652B-A99E-A376-6821-18A31768E8F5}"/>
                  </a:ext>
                </a:extLst>
              </p:cNvPr>
              <p:cNvPicPr/>
              <p:nvPr/>
            </p:nvPicPr>
            <p:blipFill>
              <a:blip r:embed="rId7"/>
              <a:stretch>
                <a:fillRect/>
              </a:stretch>
            </p:blipFill>
            <p:spPr>
              <a:xfrm>
                <a:off x="12869229" y="7709040"/>
                <a:ext cx="151668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53B27355-D0A5-FB63-8B7F-D2A5CA82DF9B}"/>
                  </a:ext>
                </a:extLst>
              </p14:cNvPr>
              <p14:cNvContentPartPr/>
              <p14:nvPr/>
            </p14:nvContentPartPr>
            <p14:xfrm>
              <a:off x="13075509" y="7824240"/>
              <a:ext cx="1215000" cy="157320"/>
            </p14:xfrm>
          </p:contentPart>
        </mc:Choice>
        <mc:Fallback xmlns="">
          <p:pic>
            <p:nvPicPr>
              <p:cNvPr id="29" name="Ink 28">
                <a:extLst>
                  <a:ext uri="{FF2B5EF4-FFF2-40B4-BE49-F238E27FC236}">
                    <a16:creationId xmlns:a16="http://schemas.microsoft.com/office/drawing/2014/main" id="{53B27355-D0A5-FB63-8B7F-D2A5CA82DF9B}"/>
                  </a:ext>
                </a:extLst>
              </p:cNvPr>
              <p:cNvPicPr/>
              <p:nvPr/>
            </p:nvPicPr>
            <p:blipFill>
              <a:blip r:embed="rId9"/>
              <a:stretch>
                <a:fillRect/>
              </a:stretch>
            </p:blipFill>
            <p:spPr>
              <a:xfrm>
                <a:off x="13012869" y="7761240"/>
                <a:ext cx="1340640" cy="282960"/>
              </a:xfrm>
              <a:prstGeom prst="rect">
                <a:avLst/>
              </a:prstGeom>
            </p:spPr>
          </p:pic>
        </mc:Fallback>
      </mc:AlternateContent>
      <p:grpSp>
        <p:nvGrpSpPr>
          <p:cNvPr id="33" name="Group 32">
            <a:extLst>
              <a:ext uri="{FF2B5EF4-FFF2-40B4-BE49-F238E27FC236}">
                <a16:creationId xmlns:a16="http://schemas.microsoft.com/office/drawing/2014/main" id="{C631656F-501D-78FC-0244-9E51FB2E88F5}"/>
              </a:ext>
            </a:extLst>
          </p:cNvPr>
          <p:cNvGrpSpPr/>
          <p:nvPr/>
        </p:nvGrpSpPr>
        <p:grpSpPr>
          <a:xfrm>
            <a:off x="12853749" y="7567920"/>
            <a:ext cx="1685880" cy="504720"/>
            <a:chOff x="12853749" y="7567920"/>
            <a:chExt cx="1685880" cy="504720"/>
          </a:xfrm>
        </p:grpSpPr>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E940544C-B9E3-CABC-20D6-27F9F55DCAB2}"/>
                    </a:ext>
                  </a:extLst>
                </p14:cNvPr>
                <p14:cNvContentPartPr/>
                <p14:nvPr/>
              </p14:nvContentPartPr>
              <p14:xfrm>
                <a:off x="12853749" y="7994520"/>
                <a:ext cx="360" cy="360"/>
              </p14:xfrm>
            </p:contentPart>
          </mc:Choice>
          <mc:Fallback xmlns="">
            <p:pic>
              <p:nvPicPr>
                <p:cNvPr id="20" name="Ink 19">
                  <a:extLst>
                    <a:ext uri="{FF2B5EF4-FFF2-40B4-BE49-F238E27FC236}">
                      <a16:creationId xmlns:a16="http://schemas.microsoft.com/office/drawing/2014/main" id="{E940544C-B9E3-CABC-20D6-27F9F55DCAB2}"/>
                    </a:ext>
                  </a:extLst>
                </p:cNvPr>
                <p:cNvPicPr/>
                <p:nvPr/>
              </p:nvPicPr>
              <p:blipFill>
                <a:blip r:embed="rId11"/>
                <a:stretch>
                  <a:fillRect/>
                </a:stretch>
              </p:blipFill>
              <p:spPr>
                <a:xfrm>
                  <a:off x="12790749" y="79318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AC24854B-E03A-C8A9-8ED3-CB8B330A06B0}"/>
                    </a:ext>
                  </a:extLst>
                </p14:cNvPr>
                <p14:cNvContentPartPr/>
                <p14:nvPr/>
              </p14:nvContentPartPr>
              <p14:xfrm>
                <a:off x="12997389" y="8072280"/>
                <a:ext cx="360" cy="360"/>
              </p14:xfrm>
            </p:contentPart>
          </mc:Choice>
          <mc:Fallback xmlns="">
            <p:pic>
              <p:nvPicPr>
                <p:cNvPr id="21" name="Ink 20">
                  <a:extLst>
                    <a:ext uri="{FF2B5EF4-FFF2-40B4-BE49-F238E27FC236}">
                      <a16:creationId xmlns:a16="http://schemas.microsoft.com/office/drawing/2014/main" id="{AC24854B-E03A-C8A9-8ED3-CB8B330A06B0}"/>
                    </a:ext>
                  </a:extLst>
                </p:cNvPr>
                <p:cNvPicPr/>
                <p:nvPr/>
              </p:nvPicPr>
              <p:blipFill>
                <a:blip r:embed="rId11"/>
                <a:stretch>
                  <a:fillRect/>
                </a:stretch>
              </p:blipFill>
              <p:spPr>
                <a:xfrm>
                  <a:off x="12934389" y="80096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87A3FF80-12B5-CA87-6451-7968F8E0B084}"/>
                    </a:ext>
                  </a:extLst>
                </p14:cNvPr>
                <p14:cNvContentPartPr/>
                <p14:nvPr/>
              </p14:nvContentPartPr>
              <p14:xfrm>
                <a:off x="12997389" y="7994520"/>
                <a:ext cx="360" cy="360"/>
              </p14:xfrm>
            </p:contentPart>
          </mc:Choice>
          <mc:Fallback xmlns="">
            <p:pic>
              <p:nvPicPr>
                <p:cNvPr id="22" name="Ink 21">
                  <a:extLst>
                    <a:ext uri="{FF2B5EF4-FFF2-40B4-BE49-F238E27FC236}">
                      <a16:creationId xmlns:a16="http://schemas.microsoft.com/office/drawing/2014/main" id="{87A3FF80-12B5-CA87-6451-7968F8E0B084}"/>
                    </a:ext>
                  </a:extLst>
                </p:cNvPr>
                <p:cNvPicPr/>
                <p:nvPr/>
              </p:nvPicPr>
              <p:blipFill>
                <a:blip r:embed="rId11"/>
                <a:stretch>
                  <a:fillRect/>
                </a:stretch>
              </p:blipFill>
              <p:spPr>
                <a:xfrm>
                  <a:off x="12934389" y="79318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B35309EB-5D77-B024-DD96-F929DBF3D2FF}"/>
                    </a:ext>
                  </a:extLst>
                </p14:cNvPr>
                <p14:cNvContentPartPr/>
                <p14:nvPr/>
              </p14:nvContentPartPr>
              <p14:xfrm>
                <a:off x="13052469" y="7567920"/>
                <a:ext cx="1382040" cy="493200"/>
              </p14:xfrm>
            </p:contentPart>
          </mc:Choice>
          <mc:Fallback xmlns="">
            <p:pic>
              <p:nvPicPr>
                <p:cNvPr id="30" name="Ink 29">
                  <a:extLst>
                    <a:ext uri="{FF2B5EF4-FFF2-40B4-BE49-F238E27FC236}">
                      <a16:creationId xmlns:a16="http://schemas.microsoft.com/office/drawing/2014/main" id="{B35309EB-5D77-B024-DD96-F929DBF3D2FF}"/>
                    </a:ext>
                  </a:extLst>
                </p:cNvPr>
                <p:cNvPicPr/>
                <p:nvPr/>
              </p:nvPicPr>
              <p:blipFill>
                <a:blip r:embed="rId15"/>
                <a:stretch>
                  <a:fillRect/>
                </a:stretch>
              </p:blipFill>
              <p:spPr>
                <a:xfrm>
                  <a:off x="12989469" y="7505280"/>
                  <a:ext cx="1507680" cy="618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Ink 31">
                  <a:extLst>
                    <a:ext uri="{FF2B5EF4-FFF2-40B4-BE49-F238E27FC236}">
                      <a16:creationId xmlns:a16="http://schemas.microsoft.com/office/drawing/2014/main" id="{43853776-3327-A121-917D-A47399C7B52A}"/>
                    </a:ext>
                  </a:extLst>
                </p14:cNvPr>
                <p14:cNvContentPartPr/>
                <p14:nvPr/>
              </p14:nvContentPartPr>
              <p14:xfrm>
                <a:off x="14365389" y="7670880"/>
                <a:ext cx="174240" cy="375840"/>
              </p14:xfrm>
            </p:contentPart>
          </mc:Choice>
          <mc:Fallback xmlns="">
            <p:pic>
              <p:nvPicPr>
                <p:cNvPr id="32" name="Ink 31">
                  <a:extLst>
                    <a:ext uri="{FF2B5EF4-FFF2-40B4-BE49-F238E27FC236}">
                      <a16:creationId xmlns:a16="http://schemas.microsoft.com/office/drawing/2014/main" id="{43853776-3327-A121-917D-A47399C7B52A}"/>
                    </a:ext>
                  </a:extLst>
                </p:cNvPr>
                <p:cNvPicPr/>
                <p:nvPr/>
              </p:nvPicPr>
              <p:blipFill>
                <a:blip r:embed="rId17"/>
                <a:stretch>
                  <a:fillRect/>
                </a:stretch>
              </p:blipFill>
              <p:spPr>
                <a:xfrm>
                  <a:off x="14302749" y="7607880"/>
                  <a:ext cx="299880" cy="501480"/>
                </a:xfrm>
                <a:prstGeom prst="rect">
                  <a:avLst/>
                </a:prstGeom>
              </p:spPr>
            </p:pic>
          </mc:Fallback>
        </mc:AlternateContent>
      </p:grpSp>
      <p:sp>
        <p:nvSpPr>
          <p:cNvPr id="34" name="TextBox 33">
            <a:extLst>
              <a:ext uri="{FF2B5EF4-FFF2-40B4-BE49-F238E27FC236}">
                <a16:creationId xmlns:a16="http://schemas.microsoft.com/office/drawing/2014/main" id="{E5A2DA68-1750-60A7-89BF-E51DD686BF46}"/>
              </a:ext>
            </a:extLst>
          </p:cNvPr>
          <p:cNvSpPr txBox="1"/>
          <p:nvPr/>
        </p:nvSpPr>
        <p:spPr>
          <a:xfrm>
            <a:off x="12289698" y="7749114"/>
            <a:ext cx="3239898"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152769"/>
            <a:ext cx="13042821" cy="2126456"/>
          </a:xfrm>
          <a:prstGeom prst="rect">
            <a:avLst/>
          </a:prstGeom>
          <a:noFill/>
          <a:ln/>
        </p:spPr>
        <p:txBody>
          <a:bodyPr wrap="none" lIns="0" tIns="0" rIns="0" bIns="0" rtlCol="0" anchor="t"/>
          <a:lstStyle/>
          <a:p>
            <a:pPr marL="0" indent="0" algn="l">
              <a:lnSpc>
                <a:spcPts val="16700"/>
              </a:lnSpc>
              <a:buNone/>
            </a:pPr>
            <a:r>
              <a:rPr lang="en-US" sz="13350" b="1" dirty="0">
                <a:solidFill>
                  <a:srgbClr val="006747"/>
                </a:solidFill>
                <a:latin typeface="Noto Serif SC Bold" pitchFamily="34" charset="0"/>
                <a:ea typeface="Noto Serif SC Bold" pitchFamily="34" charset="-122"/>
                <a:cs typeface="Noto Serif SC Bold" pitchFamily="34" charset="-120"/>
              </a:rPr>
              <a:t>Thank You</a:t>
            </a:r>
            <a:endParaRPr lang="en-US" sz="13350" dirty="0"/>
          </a:p>
        </p:txBody>
      </p:sp>
      <p:sp>
        <p:nvSpPr>
          <p:cNvPr id="3" name="Text 1"/>
          <p:cNvSpPr/>
          <p:nvPr/>
        </p:nvSpPr>
        <p:spPr>
          <a:xfrm>
            <a:off x="793790" y="4732853"/>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We appreciate your interest in Family Arrangements and Mediation. Our team is ready to assist you with expert guidance and support. </a:t>
            </a:r>
            <a:endParaRPr lang="en-US" sz="1750" b="1" dirty="0"/>
          </a:p>
        </p:txBody>
      </p:sp>
      <p:sp>
        <p:nvSpPr>
          <p:cNvPr id="4" name="Text 2"/>
          <p:cNvSpPr/>
          <p:nvPr/>
        </p:nvSpPr>
        <p:spPr>
          <a:xfrm>
            <a:off x="793790" y="571380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81B24CB-83B7-FCBB-9AFA-AA0CB5138ACC}"/>
                  </a:ext>
                </a:extLst>
              </p14:cNvPr>
              <p14:cNvContentPartPr/>
              <p14:nvPr/>
            </p14:nvContentPartPr>
            <p14:xfrm>
              <a:off x="12920349" y="7822080"/>
              <a:ext cx="1633320" cy="265680"/>
            </p14:xfrm>
          </p:contentPart>
        </mc:Choice>
        <mc:Fallback xmlns="">
          <p:pic>
            <p:nvPicPr>
              <p:cNvPr id="5" name="Ink 4">
                <a:extLst>
                  <a:ext uri="{FF2B5EF4-FFF2-40B4-BE49-F238E27FC236}">
                    <a16:creationId xmlns:a16="http://schemas.microsoft.com/office/drawing/2014/main" id="{E81B24CB-83B7-FCBB-9AFA-AA0CB5138ACC}"/>
                  </a:ext>
                </a:extLst>
              </p:cNvPr>
              <p:cNvPicPr/>
              <p:nvPr/>
            </p:nvPicPr>
            <p:blipFill>
              <a:blip r:embed="rId4"/>
              <a:stretch>
                <a:fillRect/>
              </a:stretch>
            </p:blipFill>
            <p:spPr>
              <a:xfrm>
                <a:off x="12857709" y="7759440"/>
                <a:ext cx="1758960" cy="391320"/>
              </a:xfrm>
              <a:prstGeom prst="rect">
                <a:avLst/>
              </a:prstGeom>
            </p:spPr>
          </p:pic>
        </mc:Fallback>
      </mc:AlternateContent>
      <p:sp>
        <p:nvSpPr>
          <p:cNvPr id="6" name="TextBox 5">
            <a:extLst>
              <a:ext uri="{FF2B5EF4-FFF2-40B4-BE49-F238E27FC236}">
                <a16:creationId xmlns:a16="http://schemas.microsoft.com/office/drawing/2014/main" id="{E22DA36E-8099-F590-8AAC-5092ACB588B3}"/>
              </a:ext>
            </a:extLst>
          </p:cNvPr>
          <p:cNvSpPr txBox="1"/>
          <p:nvPr/>
        </p:nvSpPr>
        <p:spPr>
          <a:xfrm>
            <a:off x="12279086" y="7764594"/>
            <a:ext cx="245746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©Pereira &amp; Associates</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89810"/>
          </a:xfrm>
          <a:prstGeom prst="rect">
            <a:avLst/>
          </a:prstGeom>
        </p:spPr>
      </p:pic>
      <p:sp>
        <p:nvSpPr>
          <p:cNvPr id="3" name="Text 0"/>
          <p:cNvSpPr/>
          <p:nvPr/>
        </p:nvSpPr>
        <p:spPr>
          <a:xfrm>
            <a:off x="610552" y="2798564"/>
            <a:ext cx="4361736" cy="545068"/>
          </a:xfrm>
          <a:prstGeom prst="rect">
            <a:avLst/>
          </a:prstGeom>
          <a:noFill/>
          <a:ln/>
        </p:spPr>
        <p:txBody>
          <a:bodyPr wrap="none" lIns="0" tIns="0" rIns="0" bIns="0" rtlCol="0" anchor="t"/>
          <a:lstStyle/>
          <a:p>
            <a:pPr marL="0" indent="0" algn="l">
              <a:lnSpc>
                <a:spcPts val="4250"/>
              </a:lnSpc>
              <a:buNone/>
            </a:pPr>
            <a:r>
              <a:rPr lang="en-US" sz="3400" b="1" dirty="0">
                <a:solidFill>
                  <a:srgbClr val="006747"/>
                </a:solidFill>
                <a:latin typeface="Noto Serif SC Bold" pitchFamily="34" charset="0"/>
                <a:ea typeface="Noto Serif SC Bold" pitchFamily="34" charset="-122"/>
                <a:cs typeface="Noto Serif SC Bold" pitchFamily="34" charset="-120"/>
              </a:rPr>
              <a:t>Contact Us</a:t>
            </a:r>
            <a:endParaRPr lang="en-US" sz="3400" dirty="0"/>
          </a:p>
        </p:txBody>
      </p:sp>
      <p:sp>
        <p:nvSpPr>
          <p:cNvPr id="4" name="Text 1"/>
          <p:cNvSpPr/>
          <p:nvPr/>
        </p:nvSpPr>
        <p:spPr>
          <a:xfrm>
            <a:off x="413266" y="3482852"/>
            <a:ext cx="13409295" cy="279083"/>
          </a:xfrm>
          <a:prstGeom prst="rect">
            <a:avLst/>
          </a:prstGeom>
          <a:noFill/>
          <a:ln/>
        </p:spPr>
        <p:txBody>
          <a:bodyPr wrap="none" lIns="0" tIns="0" rIns="0" bIns="0" rtlCol="0" anchor="t"/>
          <a:lstStyle/>
          <a:p>
            <a:pPr marL="0" indent="0" algn="l">
              <a:lnSpc>
                <a:spcPts val="2150"/>
              </a:lnSpc>
              <a:buNone/>
            </a:pPr>
            <a:r>
              <a:rPr lang="en-US" sz="1400" b="1" dirty="0">
                <a:solidFill>
                  <a:srgbClr val="4B4A4A"/>
                </a:solidFill>
                <a:latin typeface="Geist" pitchFamily="34" charset="0"/>
                <a:ea typeface="Geist" pitchFamily="34" charset="-122"/>
                <a:cs typeface="Geist" pitchFamily="34" charset="-120"/>
              </a:rPr>
              <a:t>For expert legal assistance regarding Family Settlement Agreements, Mediation and other property matters in Mumbai, please reach out to Pereira &amp; Associates:</a:t>
            </a:r>
            <a:endParaRPr lang="en-US" sz="1400" b="1" dirty="0"/>
          </a:p>
        </p:txBody>
      </p:sp>
      <p:sp>
        <p:nvSpPr>
          <p:cNvPr id="5" name="Text 2"/>
          <p:cNvSpPr/>
          <p:nvPr/>
        </p:nvSpPr>
        <p:spPr>
          <a:xfrm>
            <a:off x="610552" y="4146113"/>
            <a:ext cx="2616994" cy="327065"/>
          </a:xfrm>
          <a:prstGeom prst="rect">
            <a:avLst/>
          </a:prstGeom>
          <a:noFill/>
          <a:ln/>
        </p:spPr>
        <p:txBody>
          <a:bodyPr wrap="none" lIns="0" tIns="0" rIns="0" bIns="0" rtlCol="0" anchor="t"/>
          <a:lstStyle/>
          <a:p>
            <a:pPr marL="0" indent="0" algn="l">
              <a:lnSpc>
                <a:spcPts val="2550"/>
              </a:lnSpc>
              <a:buNone/>
            </a:pPr>
            <a:r>
              <a:rPr lang="en-US" sz="2050" b="1" dirty="0">
                <a:solidFill>
                  <a:srgbClr val="006747"/>
                </a:solidFill>
                <a:latin typeface="Noto Serif SC Bold" pitchFamily="34" charset="0"/>
                <a:ea typeface="Noto Serif SC Bold" pitchFamily="34" charset="-122"/>
                <a:cs typeface="Noto Serif SC Bold" pitchFamily="34" charset="-120"/>
              </a:rPr>
              <a:t>Our Office Address</a:t>
            </a:r>
            <a:endParaRPr lang="en-US" sz="2050" dirty="0"/>
          </a:p>
        </p:txBody>
      </p:sp>
      <p:sp>
        <p:nvSpPr>
          <p:cNvPr id="6" name="Text 3"/>
          <p:cNvSpPr/>
          <p:nvPr/>
        </p:nvSpPr>
        <p:spPr>
          <a:xfrm>
            <a:off x="610552" y="4734878"/>
            <a:ext cx="13409295" cy="279083"/>
          </a:xfrm>
          <a:prstGeom prst="rect">
            <a:avLst/>
          </a:prstGeom>
          <a:noFill/>
          <a:ln/>
        </p:spPr>
        <p:txBody>
          <a:bodyPr wrap="none" lIns="0" tIns="0" rIns="0" bIns="0" rtlCol="0" anchor="t"/>
          <a:lstStyle/>
          <a:p>
            <a:pPr marL="0" indent="0" algn="l">
              <a:lnSpc>
                <a:spcPts val="2150"/>
              </a:lnSpc>
              <a:buNone/>
            </a:pPr>
            <a:r>
              <a:rPr lang="en-US" sz="1400" b="1" dirty="0">
                <a:solidFill>
                  <a:srgbClr val="4B4A4A"/>
                </a:solidFill>
                <a:latin typeface="Geist" pitchFamily="34" charset="0"/>
                <a:ea typeface="Geist" pitchFamily="34" charset="-122"/>
                <a:cs typeface="Geist" pitchFamily="34" charset="-120"/>
              </a:rPr>
              <a:t>604, 6th Floor, Pooja Apartments, Behind Parsee Agyari, Chinchpokli Road, Off. Hill Road, Bandra West, Mumbai 400050, India</a:t>
            </a:r>
            <a:endParaRPr lang="en-US" sz="1400" b="1" dirty="0"/>
          </a:p>
        </p:txBody>
      </p:sp>
      <p:sp>
        <p:nvSpPr>
          <p:cNvPr id="7" name="Shape 4"/>
          <p:cNvSpPr/>
          <p:nvPr/>
        </p:nvSpPr>
        <p:spPr>
          <a:xfrm>
            <a:off x="610552" y="5297370"/>
            <a:ext cx="13409295" cy="29408"/>
          </a:xfrm>
          <a:prstGeom prst="rect">
            <a:avLst/>
          </a:prstGeom>
          <a:solidFill>
            <a:srgbClr val="4B4A4A">
              <a:alpha val="50000"/>
            </a:srgbClr>
          </a:solidFill>
          <a:ln/>
        </p:spPr>
        <p:txBody>
          <a:bodyPr/>
          <a:lstStyle/>
          <a:p>
            <a:endParaRPr lang="en-IN"/>
          </a:p>
        </p:txBody>
      </p:sp>
      <p:sp>
        <p:nvSpPr>
          <p:cNvPr id="8" name="Text 5"/>
          <p:cNvSpPr/>
          <p:nvPr/>
        </p:nvSpPr>
        <p:spPr>
          <a:xfrm>
            <a:off x="610552" y="5588437"/>
            <a:ext cx="2616994" cy="327065"/>
          </a:xfrm>
          <a:prstGeom prst="rect">
            <a:avLst/>
          </a:prstGeom>
          <a:noFill/>
          <a:ln/>
        </p:spPr>
        <p:txBody>
          <a:bodyPr wrap="none" lIns="0" tIns="0" rIns="0" bIns="0" rtlCol="0" anchor="t"/>
          <a:lstStyle/>
          <a:p>
            <a:pPr marL="0" indent="0" algn="l">
              <a:lnSpc>
                <a:spcPts val="2550"/>
              </a:lnSpc>
              <a:buNone/>
            </a:pPr>
            <a:r>
              <a:rPr lang="en-US" sz="2050" b="1" dirty="0">
                <a:solidFill>
                  <a:srgbClr val="006747"/>
                </a:solidFill>
                <a:latin typeface="Noto Serif SC Bold" pitchFamily="34" charset="0"/>
                <a:ea typeface="Noto Serif SC Bold" pitchFamily="34" charset="-122"/>
                <a:cs typeface="Noto Serif SC Bold" pitchFamily="34" charset="-120"/>
              </a:rPr>
              <a:t>Our Advocates</a:t>
            </a:r>
            <a:endParaRPr lang="en-US" sz="2050" dirty="0"/>
          </a:p>
        </p:txBody>
      </p:sp>
      <p:sp>
        <p:nvSpPr>
          <p:cNvPr id="9" name="Shape 6"/>
          <p:cNvSpPr/>
          <p:nvPr/>
        </p:nvSpPr>
        <p:spPr>
          <a:xfrm>
            <a:off x="686335" y="6207003"/>
            <a:ext cx="4353401" cy="1434703"/>
          </a:xfrm>
          <a:prstGeom prst="roundRect">
            <a:avLst>
              <a:gd name="adj" fmla="val 10945"/>
            </a:avLst>
          </a:prstGeom>
          <a:solidFill>
            <a:srgbClr val="E5F9F2">
              <a:alpha val="95000"/>
            </a:srgbClr>
          </a:solidFill>
          <a:ln w="22860">
            <a:solidFill>
              <a:srgbClr val="B7D5CA"/>
            </a:solidFill>
            <a:prstDash val="solid"/>
          </a:ln>
        </p:spPr>
        <p:txBody>
          <a:bodyPr/>
          <a:lstStyle/>
          <a:p>
            <a:endParaRPr lang="en-IN" dirty="0"/>
          </a:p>
        </p:txBody>
      </p:sp>
      <p:sp>
        <p:nvSpPr>
          <p:cNvPr id="10" name="Text 7"/>
          <p:cNvSpPr/>
          <p:nvPr/>
        </p:nvSpPr>
        <p:spPr>
          <a:xfrm>
            <a:off x="807839" y="6374487"/>
            <a:ext cx="2180868" cy="272653"/>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Adv. Darryl Pereira</a:t>
            </a:r>
            <a:endParaRPr lang="en-US" sz="1700" dirty="0"/>
          </a:p>
        </p:txBody>
      </p:sp>
      <p:sp>
        <p:nvSpPr>
          <p:cNvPr id="11" name="Text 8"/>
          <p:cNvSpPr/>
          <p:nvPr/>
        </p:nvSpPr>
        <p:spPr>
          <a:xfrm>
            <a:off x="807839" y="6751796"/>
            <a:ext cx="3958828" cy="279083"/>
          </a:xfrm>
          <a:prstGeom prst="rect">
            <a:avLst/>
          </a:prstGeom>
          <a:noFill/>
          <a:ln/>
        </p:spPr>
        <p:txBody>
          <a:bodyPr wrap="none" lIns="0" tIns="0" rIns="0" bIns="0" rtlCol="0" anchor="t"/>
          <a:lstStyle/>
          <a:p>
            <a:pPr marL="285750" indent="-285750" algn="l">
              <a:lnSpc>
                <a:spcPts val="2150"/>
              </a:lnSpc>
              <a:buFont typeface="Arial" panose="020B0604020202020204" pitchFamily="34" charset="0"/>
              <a:buChar char="•"/>
            </a:pPr>
            <a:r>
              <a:rPr lang="en-US" sz="1400" b="1" dirty="0">
                <a:solidFill>
                  <a:srgbClr val="4B4A4A"/>
                </a:solidFill>
                <a:latin typeface="Geist" pitchFamily="34" charset="0"/>
                <a:ea typeface="Geist" pitchFamily="34" charset="-122"/>
                <a:cs typeface="Geist" pitchFamily="34" charset="-120"/>
              </a:rPr>
              <a:t>Email: </a:t>
            </a:r>
            <a:r>
              <a:rPr lang="en-US" sz="1400" b="1" u="sng" dirty="0">
                <a:solidFill>
                  <a:srgbClr val="006747"/>
                </a:solidFill>
                <a:latin typeface="Geist" pitchFamily="34" charset="0"/>
                <a:ea typeface="Geist" pitchFamily="34" charset="-122"/>
                <a:cs typeface="Geist" pitchFamily="34" charset="-120"/>
                <a:hlinkClick r:id="rId4">
                  <a:extLst>
                    <a:ext uri="{A12FA001-AC4F-418D-AE19-62706E023703}">
                      <ahyp:hlinkClr xmlns:ahyp="http://schemas.microsoft.com/office/drawing/2018/hyperlinkcolor" val="tx"/>
                    </a:ext>
                  </a:extLst>
                </a:hlinkClick>
              </a:rPr>
              <a:t>darrylpereira@yahoo.com</a:t>
            </a:r>
            <a:endParaRPr lang="en-US" sz="1400" b="1" dirty="0"/>
          </a:p>
        </p:txBody>
      </p:sp>
      <p:sp>
        <p:nvSpPr>
          <p:cNvPr id="12" name="Text 9"/>
          <p:cNvSpPr/>
          <p:nvPr/>
        </p:nvSpPr>
        <p:spPr>
          <a:xfrm>
            <a:off x="807839" y="7135535"/>
            <a:ext cx="3958828" cy="279083"/>
          </a:xfrm>
          <a:prstGeom prst="rect">
            <a:avLst/>
          </a:prstGeom>
          <a:noFill/>
          <a:ln/>
        </p:spPr>
        <p:txBody>
          <a:bodyPr wrap="none" lIns="0" tIns="0" rIns="0" bIns="0" rtlCol="0" anchor="t"/>
          <a:lstStyle/>
          <a:p>
            <a:pPr marL="285750" indent="-285750" algn="l">
              <a:lnSpc>
                <a:spcPts val="2150"/>
              </a:lnSpc>
              <a:buFont typeface="Arial" panose="020B0604020202020204" pitchFamily="34" charset="0"/>
              <a:buChar char="•"/>
            </a:pPr>
            <a:r>
              <a:rPr lang="en-US" sz="1400" b="1" dirty="0">
                <a:solidFill>
                  <a:srgbClr val="4B4A4A"/>
                </a:solidFill>
                <a:latin typeface="Geist" pitchFamily="34" charset="0"/>
                <a:ea typeface="Geist" pitchFamily="34" charset="-122"/>
                <a:cs typeface="Geist" pitchFamily="34" charset="-120"/>
              </a:rPr>
              <a:t>Mobile No: +91 9167734342</a:t>
            </a:r>
            <a:endParaRPr lang="en-US" sz="1400" b="1" dirty="0"/>
          </a:p>
        </p:txBody>
      </p:sp>
      <p:sp>
        <p:nvSpPr>
          <p:cNvPr id="13" name="Shape 10"/>
          <p:cNvSpPr/>
          <p:nvPr/>
        </p:nvSpPr>
        <p:spPr>
          <a:xfrm>
            <a:off x="5138380" y="6177201"/>
            <a:ext cx="4353520" cy="1434703"/>
          </a:xfrm>
          <a:prstGeom prst="roundRect">
            <a:avLst>
              <a:gd name="adj" fmla="val 10945"/>
            </a:avLst>
          </a:prstGeom>
          <a:solidFill>
            <a:srgbClr val="E5F9F2">
              <a:alpha val="95000"/>
            </a:srgbClr>
          </a:solidFill>
          <a:ln w="22860">
            <a:solidFill>
              <a:srgbClr val="B7D5CA"/>
            </a:solidFill>
            <a:prstDash val="solid"/>
          </a:ln>
        </p:spPr>
        <p:txBody>
          <a:bodyPr/>
          <a:lstStyle/>
          <a:p>
            <a:endParaRPr lang="en-IN"/>
          </a:p>
        </p:txBody>
      </p:sp>
      <p:sp>
        <p:nvSpPr>
          <p:cNvPr id="14" name="Text 11"/>
          <p:cNvSpPr/>
          <p:nvPr/>
        </p:nvSpPr>
        <p:spPr>
          <a:xfrm>
            <a:off x="5335667" y="6374487"/>
            <a:ext cx="2180868" cy="272653"/>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Adv. Natasha Kasad</a:t>
            </a:r>
            <a:endParaRPr lang="en-US" sz="1700" dirty="0"/>
          </a:p>
        </p:txBody>
      </p:sp>
      <p:sp>
        <p:nvSpPr>
          <p:cNvPr id="15" name="Text 12"/>
          <p:cNvSpPr/>
          <p:nvPr/>
        </p:nvSpPr>
        <p:spPr>
          <a:xfrm>
            <a:off x="5335667" y="6751796"/>
            <a:ext cx="3958947" cy="279083"/>
          </a:xfrm>
          <a:prstGeom prst="rect">
            <a:avLst/>
          </a:prstGeom>
          <a:noFill/>
          <a:ln/>
        </p:spPr>
        <p:txBody>
          <a:bodyPr wrap="none" lIns="0" tIns="0" rIns="0" bIns="0" rtlCol="0" anchor="t"/>
          <a:lstStyle/>
          <a:p>
            <a:pPr marL="285750" indent="-285750" algn="l">
              <a:lnSpc>
                <a:spcPts val="2150"/>
              </a:lnSpc>
              <a:buFont typeface="Arial" panose="020B0604020202020204" pitchFamily="34" charset="0"/>
              <a:buChar char="•"/>
            </a:pPr>
            <a:r>
              <a:rPr lang="en-US" sz="1400" b="1" dirty="0">
                <a:solidFill>
                  <a:srgbClr val="4B4A4A"/>
                </a:solidFill>
                <a:latin typeface="Geist" pitchFamily="34" charset="0"/>
                <a:ea typeface="Geist" pitchFamily="34" charset="-122"/>
                <a:cs typeface="Geist" pitchFamily="34" charset="-120"/>
              </a:rPr>
              <a:t>Email: </a:t>
            </a:r>
            <a:r>
              <a:rPr lang="en-US" sz="1400" b="1" u="sng" dirty="0">
                <a:solidFill>
                  <a:srgbClr val="006747"/>
                </a:solidFill>
                <a:latin typeface="Geist" pitchFamily="34" charset="0"/>
                <a:ea typeface="Geist" pitchFamily="34" charset="-122"/>
                <a:cs typeface="Geist" pitchFamily="34" charset="-120"/>
                <a:hlinkClick r:id="rId5">
                  <a:extLst>
                    <a:ext uri="{A12FA001-AC4F-418D-AE19-62706E023703}">
                      <ahyp:hlinkClr xmlns:ahyp="http://schemas.microsoft.com/office/drawing/2018/hyperlinkcolor" val="tx"/>
                    </a:ext>
                  </a:extLst>
                </a:hlinkClick>
              </a:rPr>
              <a:t>pereiraassociates604@gmail.com</a:t>
            </a:r>
            <a:endParaRPr lang="en-US" sz="1400" b="1" dirty="0"/>
          </a:p>
        </p:txBody>
      </p:sp>
      <p:sp>
        <p:nvSpPr>
          <p:cNvPr id="16" name="Text 13"/>
          <p:cNvSpPr/>
          <p:nvPr/>
        </p:nvSpPr>
        <p:spPr>
          <a:xfrm>
            <a:off x="5335667" y="7135535"/>
            <a:ext cx="3958947" cy="279083"/>
          </a:xfrm>
          <a:prstGeom prst="rect">
            <a:avLst/>
          </a:prstGeom>
          <a:noFill/>
          <a:ln/>
        </p:spPr>
        <p:txBody>
          <a:bodyPr wrap="none" lIns="0" tIns="0" rIns="0" bIns="0" rtlCol="0" anchor="t"/>
          <a:lstStyle/>
          <a:p>
            <a:pPr marL="285750" indent="-285750" algn="l">
              <a:lnSpc>
                <a:spcPts val="2150"/>
              </a:lnSpc>
              <a:buFont typeface="Arial" panose="020B0604020202020204" pitchFamily="34" charset="0"/>
              <a:buChar char="•"/>
            </a:pPr>
            <a:r>
              <a:rPr lang="en-US" sz="1400" b="1" dirty="0">
                <a:solidFill>
                  <a:srgbClr val="4B4A4A"/>
                </a:solidFill>
                <a:latin typeface="Geist" pitchFamily="34" charset="0"/>
                <a:ea typeface="Geist" pitchFamily="34" charset="-122"/>
                <a:cs typeface="Geist" pitchFamily="34" charset="-120"/>
              </a:rPr>
              <a:t>Mobile No: +91 9769302381</a:t>
            </a:r>
            <a:endParaRPr lang="en-US" sz="1400" b="1" dirty="0"/>
          </a:p>
        </p:txBody>
      </p:sp>
      <p:sp>
        <p:nvSpPr>
          <p:cNvPr id="17" name="Shape 14"/>
          <p:cNvSpPr/>
          <p:nvPr/>
        </p:nvSpPr>
        <p:spPr>
          <a:xfrm>
            <a:off x="9666327" y="6177201"/>
            <a:ext cx="4353520" cy="1434703"/>
          </a:xfrm>
          <a:prstGeom prst="roundRect">
            <a:avLst>
              <a:gd name="adj" fmla="val 10945"/>
            </a:avLst>
          </a:prstGeom>
          <a:solidFill>
            <a:srgbClr val="E5F9F2">
              <a:alpha val="95000"/>
            </a:srgbClr>
          </a:solidFill>
          <a:ln w="22860">
            <a:solidFill>
              <a:srgbClr val="B7D5CA"/>
            </a:solidFill>
            <a:prstDash val="solid"/>
          </a:ln>
        </p:spPr>
        <p:txBody>
          <a:bodyPr/>
          <a:lstStyle/>
          <a:p>
            <a:endParaRPr lang="en-IN"/>
          </a:p>
        </p:txBody>
      </p:sp>
      <p:sp>
        <p:nvSpPr>
          <p:cNvPr id="18" name="Text 15"/>
          <p:cNvSpPr/>
          <p:nvPr/>
        </p:nvSpPr>
        <p:spPr>
          <a:xfrm>
            <a:off x="9863614" y="6374487"/>
            <a:ext cx="2578298" cy="272653"/>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Adv. Beverly Fernandes</a:t>
            </a:r>
            <a:endParaRPr lang="en-US" sz="1700" dirty="0"/>
          </a:p>
        </p:txBody>
      </p:sp>
      <p:sp>
        <p:nvSpPr>
          <p:cNvPr id="19" name="Text 16"/>
          <p:cNvSpPr/>
          <p:nvPr/>
        </p:nvSpPr>
        <p:spPr>
          <a:xfrm>
            <a:off x="9863614" y="6751796"/>
            <a:ext cx="3958947" cy="279083"/>
          </a:xfrm>
          <a:prstGeom prst="rect">
            <a:avLst/>
          </a:prstGeom>
          <a:noFill/>
          <a:ln/>
        </p:spPr>
        <p:txBody>
          <a:bodyPr wrap="none" lIns="0" tIns="0" rIns="0" bIns="0" rtlCol="0" anchor="t"/>
          <a:lstStyle/>
          <a:p>
            <a:pPr marL="285750" indent="-285750" algn="l">
              <a:lnSpc>
                <a:spcPts val="2150"/>
              </a:lnSpc>
              <a:buFont typeface="Arial" panose="020B0604020202020204" pitchFamily="34" charset="0"/>
              <a:buChar char="•"/>
            </a:pPr>
            <a:r>
              <a:rPr lang="en-US" sz="1400" b="1" dirty="0">
                <a:solidFill>
                  <a:srgbClr val="4B4A4A"/>
                </a:solidFill>
                <a:latin typeface="Geist" pitchFamily="34" charset="0"/>
                <a:ea typeface="Geist" pitchFamily="34" charset="-122"/>
                <a:cs typeface="Geist" pitchFamily="34" charset="-120"/>
              </a:rPr>
              <a:t>Email: </a:t>
            </a:r>
            <a:r>
              <a:rPr lang="en-US" sz="1400" b="1" u="sng" dirty="0">
                <a:solidFill>
                  <a:srgbClr val="006747"/>
                </a:solidFill>
                <a:latin typeface="Geist" pitchFamily="34" charset="0"/>
                <a:ea typeface="Geist" pitchFamily="34" charset="-122"/>
                <a:cs typeface="Geist" pitchFamily="34" charset="-120"/>
                <a:hlinkClick r:id="rId5">
                  <a:extLst>
                    <a:ext uri="{A12FA001-AC4F-418D-AE19-62706E023703}">
                      <ahyp:hlinkClr xmlns:ahyp="http://schemas.microsoft.com/office/drawing/2018/hyperlinkcolor" val="tx"/>
                    </a:ext>
                  </a:extLst>
                </a:hlinkClick>
              </a:rPr>
              <a:t>pereiraassociates604@gmail.com</a:t>
            </a:r>
            <a:endParaRPr lang="en-US" sz="1400" b="1" dirty="0"/>
          </a:p>
        </p:txBody>
      </p:sp>
      <p:sp>
        <p:nvSpPr>
          <p:cNvPr id="20" name="Text 17"/>
          <p:cNvSpPr/>
          <p:nvPr/>
        </p:nvSpPr>
        <p:spPr>
          <a:xfrm>
            <a:off x="9863614" y="7135535"/>
            <a:ext cx="3958947" cy="279083"/>
          </a:xfrm>
          <a:prstGeom prst="rect">
            <a:avLst/>
          </a:prstGeom>
          <a:noFill/>
          <a:ln/>
        </p:spPr>
        <p:txBody>
          <a:bodyPr wrap="none" lIns="0" tIns="0" rIns="0" bIns="0" rtlCol="0" anchor="t"/>
          <a:lstStyle/>
          <a:p>
            <a:pPr marL="285750" indent="-285750" algn="l">
              <a:lnSpc>
                <a:spcPts val="2150"/>
              </a:lnSpc>
              <a:buFont typeface="Arial" panose="020B0604020202020204" pitchFamily="34" charset="0"/>
              <a:buChar char="•"/>
            </a:pPr>
            <a:r>
              <a:rPr lang="en-US" sz="1400" b="1" dirty="0">
                <a:solidFill>
                  <a:srgbClr val="4B4A4A"/>
                </a:solidFill>
                <a:latin typeface="Geist" pitchFamily="34" charset="0"/>
                <a:ea typeface="Geist" pitchFamily="34" charset="-122"/>
                <a:cs typeface="Geist" pitchFamily="34" charset="-120"/>
              </a:rPr>
              <a:t>Mobile No: +91 9920844503</a:t>
            </a:r>
            <a:endParaRPr lang="en-US" sz="1400" b="1" dirty="0"/>
          </a:p>
        </p:txBody>
      </p:sp>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7337368F-DD30-A007-9FD2-D1C5D8B5E13C}"/>
                  </a:ext>
                </a:extLst>
              </p14:cNvPr>
              <p14:cNvContentPartPr/>
              <p14:nvPr/>
            </p14:nvContentPartPr>
            <p14:xfrm>
              <a:off x="12971469" y="7759440"/>
              <a:ext cx="1477080" cy="379800"/>
            </p14:xfrm>
          </p:contentPart>
        </mc:Choice>
        <mc:Fallback xmlns="">
          <p:pic>
            <p:nvPicPr>
              <p:cNvPr id="21" name="Ink 20">
                <a:extLst>
                  <a:ext uri="{FF2B5EF4-FFF2-40B4-BE49-F238E27FC236}">
                    <a16:creationId xmlns:a16="http://schemas.microsoft.com/office/drawing/2014/main" id="{7337368F-DD30-A007-9FD2-D1C5D8B5E13C}"/>
                  </a:ext>
                </a:extLst>
              </p:cNvPr>
              <p:cNvPicPr/>
              <p:nvPr/>
            </p:nvPicPr>
            <p:blipFill>
              <a:blip r:embed="rId7"/>
              <a:stretch>
                <a:fillRect/>
              </a:stretch>
            </p:blipFill>
            <p:spPr>
              <a:xfrm>
                <a:off x="12908829" y="7696800"/>
                <a:ext cx="1602720" cy="50544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1868</Words>
  <Application>Microsoft Office PowerPoint</Application>
  <PresentationFormat>Custom</PresentationFormat>
  <Paragraphs>221</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Geist</vt:lpstr>
      <vt:lpstr>Arial</vt:lpstr>
      <vt:lpstr>Noto Serif SC Light</vt:lpstr>
      <vt:lpstr>Noto Serif SC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LENOVO</cp:lastModifiedBy>
  <cp:revision>4</cp:revision>
  <dcterms:created xsi:type="dcterms:W3CDTF">2025-12-12T06:30:55Z</dcterms:created>
  <dcterms:modified xsi:type="dcterms:W3CDTF">2025-12-12T09:51:57Z</dcterms:modified>
</cp:coreProperties>
</file>